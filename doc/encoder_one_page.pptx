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0" r:id="rId4"/>
    <p:sldMasterId id="2147483701" r:id="rId5"/>
  </p:sldMasterIdLst>
  <p:notesMasterIdLst>
    <p:notesMasterId r:id="rId8"/>
  </p:notesMasterIdLst>
  <p:handoutMasterIdLst>
    <p:handoutMasterId r:id="rId9"/>
  </p:handoutMasterIdLst>
  <p:sldIdLst>
    <p:sldId id="268" r:id="rId6"/>
    <p:sldId id="267" r:id="rId7"/>
  </p:sldIdLst>
  <p:sldSz cx="32399288" cy="43200638"/>
  <p:notesSz cx="6858000" cy="9144000"/>
  <p:embeddedFontLst>
    <p:embeddedFont>
      <p:font typeface="Poppins" panose="00000500000000000000" pitchFamily="2" charset="0"/>
      <p:regular r:id="rId10"/>
      <p:bold r:id="rId11"/>
      <p:italic r:id="rId12"/>
      <p:boldItalic r:id="rId13"/>
    </p:embeddedFont>
    <p:embeddedFont>
      <p:font typeface="Poppins SemiBold" panose="00000700000000000000" pitchFamily="2" charset="0"/>
      <p:regular r:id="rId14"/>
      <p:bold r:id="rId15"/>
      <p:italic r:id="rId16"/>
      <p:boldItalic r:id="rId17"/>
    </p:embeddedFont>
  </p:embeddedFontLst>
  <p:defaultTextStyle>
    <a:defPPr>
      <a:defRPr lang="en-US"/>
    </a:defPPr>
    <a:lvl1pPr marL="0" algn="l" defTabSz="3628396" rtl="0" eaLnBrk="1" latinLnBrk="0" hangingPunct="1">
      <a:defRPr sz="7143" kern="1200">
        <a:solidFill>
          <a:schemeClr val="tx1"/>
        </a:solidFill>
        <a:latin typeface="+mn-lt"/>
        <a:ea typeface="+mn-ea"/>
        <a:cs typeface="+mn-cs"/>
      </a:defRPr>
    </a:lvl1pPr>
    <a:lvl2pPr marL="1814198" algn="l" defTabSz="3628396" rtl="0" eaLnBrk="1" latinLnBrk="0" hangingPunct="1">
      <a:defRPr sz="7143" kern="1200">
        <a:solidFill>
          <a:schemeClr val="tx1"/>
        </a:solidFill>
        <a:latin typeface="+mn-lt"/>
        <a:ea typeface="+mn-ea"/>
        <a:cs typeface="+mn-cs"/>
      </a:defRPr>
    </a:lvl2pPr>
    <a:lvl3pPr marL="3628396" algn="l" defTabSz="3628396" rtl="0" eaLnBrk="1" latinLnBrk="0" hangingPunct="1">
      <a:defRPr sz="7143" kern="1200">
        <a:solidFill>
          <a:schemeClr val="tx1"/>
        </a:solidFill>
        <a:latin typeface="+mn-lt"/>
        <a:ea typeface="+mn-ea"/>
        <a:cs typeface="+mn-cs"/>
      </a:defRPr>
    </a:lvl3pPr>
    <a:lvl4pPr marL="5442594" algn="l" defTabSz="3628396" rtl="0" eaLnBrk="1" latinLnBrk="0" hangingPunct="1">
      <a:defRPr sz="7143" kern="1200">
        <a:solidFill>
          <a:schemeClr val="tx1"/>
        </a:solidFill>
        <a:latin typeface="+mn-lt"/>
        <a:ea typeface="+mn-ea"/>
        <a:cs typeface="+mn-cs"/>
      </a:defRPr>
    </a:lvl4pPr>
    <a:lvl5pPr marL="7256792" algn="l" defTabSz="3628396" rtl="0" eaLnBrk="1" latinLnBrk="0" hangingPunct="1">
      <a:defRPr sz="7143" kern="1200">
        <a:solidFill>
          <a:schemeClr val="tx1"/>
        </a:solidFill>
        <a:latin typeface="+mn-lt"/>
        <a:ea typeface="+mn-ea"/>
        <a:cs typeface="+mn-cs"/>
      </a:defRPr>
    </a:lvl5pPr>
    <a:lvl6pPr marL="9070990" algn="l" defTabSz="3628396" rtl="0" eaLnBrk="1" latinLnBrk="0" hangingPunct="1">
      <a:defRPr sz="7143" kern="1200">
        <a:solidFill>
          <a:schemeClr val="tx1"/>
        </a:solidFill>
        <a:latin typeface="+mn-lt"/>
        <a:ea typeface="+mn-ea"/>
        <a:cs typeface="+mn-cs"/>
      </a:defRPr>
    </a:lvl6pPr>
    <a:lvl7pPr marL="10885188" algn="l" defTabSz="3628396" rtl="0" eaLnBrk="1" latinLnBrk="0" hangingPunct="1">
      <a:defRPr sz="7143" kern="1200">
        <a:solidFill>
          <a:schemeClr val="tx1"/>
        </a:solidFill>
        <a:latin typeface="+mn-lt"/>
        <a:ea typeface="+mn-ea"/>
        <a:cs typeface="+mn-cs"/>
      </a:defRPr>
    </a:lvl7pPr>
    <a:lvl8pPr marL="12699385" algn="l" defTabSz="3628396" rtl="0" eaLnBrk="1" latinLnBrk="0" hangingPunct="1">
      <a:defRPr sz="7143" kern="1200">
        <a:solidFill>
          <a:schemeClr val="tx1"/>
        </a:solidFill>
        <a:latin typeface="+mn-lt"/>
        <a:ea typeface="+mn-ea"/>
        <a:cs typeface="+mn-cs"/>
      </a:defRPr>
    </a:lvl8pPr>
    <a:lvl9pPr marL="14513583" algn="l" defTabSz="3628396" rtl="0" eaLnBrk="1" latinLnBrk="0" hangingPunct="1">
      <a:defRPr sz="714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AFE0"/>
    <a:srgbClr val="C8C8C8"/>
    <a:srgbClr val="E9E9E9"/>
    <a:srgbClr val="F7F4F0"/>
    <a:srgbClr val="F2F2F2"/>
    <a:srgbClr val="FBFBFB"/>
    <a:srgbClr val="E6E6E6"/>
    <a:srgbClr val="EAEAEA"/>
    <a:srgbClr val="F7F7F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0CEC2F-1DD7-4056-997A-A79C380F5165}" v="1" dt="2025-03-19T14:54:58.7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54" autoAdjust="0"/>
    <p:restoredTop sz="88279" autoAdjust="0"/>
  </p:normalViewPr>
  <p:slideViewPr>
    <p:cSldViewPr snapToGrid="0" showGuides="1">
      <p:cViewPr varScale="1">
        <p:scale>
          <a:sx n="21" d="100"/>
          <a:sy n="21" d="100"/>
        </p:scale>
        <p:origin x="3110" y="158"/>
      </p:cViewPr>
      <p:guideLst>
        <p:guide orient="horz" pos="13607"/>
        <p:guide pos="10205"/>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78" d="100"/>
          <a:sy n="78" d="100"/>
        </p:scale>
        <p:origin x="2124"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2.fntdata"/><Relationship Id="rId5" Type="http://schemas.openxmlformats.org/officeDocument/2006/relationships/slideMaster" Target="slideMasters/slideMaster2.xml"/><Relationship Id="rId15" Type="http://schemas.openxmlformats.org/officeDocument/2006/relationships/font" Target="fonts/font6.fntdata"/><Relationship Id="rId23" Type="http://schemas.microsoft.com/office/2015/10/relationships/revisionInfo" Target="revisionInfo.xml"/><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font" Target="fonts/font5.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rede Adekanbi" userId="1e42db3a-2160-4e22-a9d3-a292d9866170" providerId="ADAL" clId="{560CEC2F-1DD7-4056-997A-A79C380F5165}"/>
    <pc:docChg chg="undo custSel modMainMaster">
      <pc:chgData name="Korede Adekanbi" userId="1e42db3a-2160-4e22-a9d3-a292d9866170" providerId="ADAL" clId="{560CEC2F-1DD7-4056-997A-A79C380F5165}" dt="2025-03-19T15:01:09.745" v="29" actId="478"/>
      <pc:docMkLst>
        <pc:docMk/>
      </pc:docMkLst>
      <pc:sldMasterChg chg="addSp delSp modSp mod">
        <pc:chgData name="Korede Adekanbi" userId="1e42db3a-2160-4e22-a9d3-a292d9866170" providerId="ADAL" clId="{560CEC2F-1DD7-4056-997A-A79C380F5165}" dt="2025-03-19T15:01:09.745" v="29" actId="478"/>
        <pc:sldMasterMkLst>
          <pc:docMk/>
          <pc:sldMasterMk cId="3826832144" sldId="2147483700"/>
        </pc:sldMasterMkLst>
        <pc:picChg chg="del ord">
          <ac:chgData name="Korede Adekanbi" userId="1e42db3a-2160-4e22-a9d3-a292d9866170" providerId="ADAL" clId="{560CEC2F-1DD7-4056-997A-A79C380F5165}" dt="2025-03-19T15:01:09.745" v="29" actId="478"/>
          <ac:picMkLst>
            <pc:docMk/>
            <pc:sldMasterMk cId="3826832144" sldId="2147483700"/>
            <ac:picMk id="2" creationId="{C73C0E02-CB82-C5E8-D927-D0C7CEEE038F}"/>
          </ac:picMkLst>
        </pc:picChg>
        <pc:picChg chg="add del mod">
          <ac:chgData name="Korede Adekanbi" userId="1e42db3a-2160-4e22-a9d3-a292d9866170" providerId="ADAL" clId="{560CEC2F-1DD7-4056-997A-A79C380F5165}" dt="2025-03-19T15:01:07.783" v="28" actId="478"/>
          <ac:picMkLst>
            <pc:docMk/>
            <pc:sldMasterMk cId="3826832144" sldId="2147483700"/>
            <ac:picMk id="4" creationId="{71972D58-1D33-81FB-3750-D02A87A19B92}"/>
          </ac:picMkLst>
        </pc:picChg>
      </pc:sldMasterChg>
    </pc:docChg>
  </pc:docChgLst>
  <pc:docChgLst>
    <pc:chgData name="Korede Adekanbi" userId="1e42db3a-2160-4e22-a9d3-a292d9866170" providerId="ADAL" clId="{E6A5BD4B-2D2E-418F-BFB5-6664A8641A90}"/>
    <pc:docChg chg="custSel modMainMaster">
      <pc:chgData name="Korede Adekanbi" userId="1e42db3a-2160-4e22-a9d3-a292d9866170" providerId="ADAL" clId="{E6A5BD4B-2D2E-418F-BFB5-6664A8641A90}" dt="2025-03-07T13:20:36.382" v="39" actId="1037"/>
      <pc:docMkLst>
        <pc:docMk/>
      </pc:docMkLst>
      <pc:sldMasterChg chg="addSp delSp modSp mod">
        <pc:chgData name="Korede Adekanbi" userId="1e42db3a-2160-4e22-a9d3-a292d9866170" providerId="ADAL" clId="{E6A5BD4B-2D2E-418F-BFB5-6664A8641A90}" dt="2025-03-07T13:20:36.382" v="39" actId="1037"/>
        <pc:sldMasterMkLst>
          <pc:docMk/>
          <pc:sldMasterMk cId="3826832144" sldId="2147483700"/>
        </pc:sldMasterMkLst>
        <pc:picChg chg="add mod ord">
          <ac:chgData name="Korede Adekanbi" userId="1e42db3a-2160-4e22-a9d3-a292d9866170" providerId="ADAL" clId="{E6A5BD4B-2D2E-418F-BFB5-6664A8641A90}" dt="2025-03-07T13:20:36.382" v="39" actId="1037"/>
          <ac:picMkLst>
            <pc:docMk/>
            <pc:sldMasterMk cId="3826832144" sldId="2147483700"/>
            <ac:picMk id="2" creationId="{C73C0E02-CB82-C5E8-D927-D0C7CEEE038F}"/>
          </ac:picMkLst>
        </pc:picChg>
        <pc:picChg chg="del mod">
          <ac:chgData name="Korede Adekanbi" userId="1e42db3a-2160-4e22-a9d3-a292d9866170" providerId="ADAL" clId="{E6A5BD4B-2D2E-418F-BFB5-6664A8641A90}" dt="2025-03-07T13:20:31.973" v="25" actId="478"/>
          <ac:picMkLst>
            <pc:docMk/>
            <pc:sldMasterMk cId="3826832144" sldId="2147483700"/>
            <ac:picMk id="24" creationId="{29BE4FA1-05F4-95CB-4F48-980752ED6E02}"/>
          </ac:picMkLst>
        </pc:pic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E02F7B83-40C4-0CC6-32A9-0CBD5CD1A118}"/>
              </a:ext>
            </a:extLst>
          </p:cNvPr>
          <p:cNvSpPr txBox="1">
            <a:spLocks noChangeArrowheads="1"/>
          </p:cNvSpPr>
          <p:nvPr/>
        </p:nvSpPr>
        <p:spPr bwMode="auto">
          <a:xfrm>
            <a:off x="2002402" y="8700833"/>
            <a:ext cx="1735707"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F589425-449D-4D80-B16A-0FCA3F0B391A}" type="datetime9">
              <a:rPr lang="en-US" sz="900" smtClean="0">
                <a:latin typeface="Poppins" panose="00000500000000000000" pitchFamily="2" charset="0"/>
                <a:cs typeface="Poppins" panose="00000500000000000000" pitchFamily="2" charset="0"/>
              </a:rPr>
              <a:pPr algn="l"/>
              <a:t>11/14/2025 12:16:53 PM</a:t>
            </a:fld>
            <a:endParaRPr lang="en-US" sz="900" dirty="0">
              <a:latin typeface="Poppins" panose="00000500000000000000" pitchFamily="2" charset="0"/>
              <a:cs typeface="Poppins" panose="00000500000000000000" pitchFamily="2" charset="0"/>
            </a:endParaRPr>
          </a:p>
        </p:txBody>
      </p:sp>
      <p:sp>
        <p:nvSpPr>
          <p:cNvPr id="7" name="Rectangle 4">
            <a:extLst>
              <a:ext uri="{FF2B5EF4-FFF2-40B4-BE49-F238E27FC236}">
                <a16:creationId xmlns:a16="http://schemas.microsoft.com/office/drawing/2014/main" id="{1FF31D04-11DD-A567-1CE0-22313F186BA1}"/>
              </a:ext>
            </a:extLst>
          </p:cNvPr>
          <p:cNvSpPr>
            <a:spLocks noGrp="1" noChangeArrowheads="1"/>
          </p:cNvSpPr>
          <p:nvPr>
            <p:ph type="ftr" sz="quarter" idx="2"/>
          </p:nvPr>
        </p:nvSpPr>
        <p:spPr bwMode="auto">
          <a:xfrm>
            <a:off x="712054" y="8700833"/>
            <a:ext cx="3259874"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200"/>
            </a:lvl1pPr>
          </a:lstStyle>
          <a:p>
            <a:r>
              <a:rPr lang="en-US" sz="900" dirty="0">
                <a:latin typeface="Poppins" panose="00000500000000000000" pitchFamily="2" charset="0"/>
                <a:cs typeface="Poppins" panose="00000500000000000000" pitchFamily="2" charset="0"/>
              </a:rPr>
              <a:t>|  © NXP  |  Confidential</a:t>
            </a:r>
          </a:p>
        </p:txBody>
      </p:sp>
      <p:sp>
        <p:nvSpPr>
          <p:cNvPr id="8" name="Rectangle 5">
            <a:extLst>
              <a:ext uri="{FF2B5EF4-FFF2-40B4-BE49-F238E27FC236}">
                <a16:creationId xmlns:a16="http://schemas.microsoft.com/office/drawing/2014/main" id="{A44DC7DF-5E71-C95A-68A7-7D0EEEA60F0A}"/>
              </a:ext>
            </a:extLst>
          </p:cNvPr>
          <p:cNvSpPr>
            <a:spLocks noGrp="1" noChangeArrowheads="1"/>
          </p:cNvSpPr>
          <p:nvPr>
            <p:ph type="sldNum" sz="quarter" idx="3"/>
          </p:nvPr>
        </p:nvSpPr>
        <p:spPr bwMode="auto">
          <a:xfrm>
            <a:off x="310024" y="8700833"/>
            <a:ext cx="416205" cy="2689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FB1A579D-3553-4F33-9067-7E7231905C3B}" type="slidenum">
              <a:rPr lang="en-US" sz="1000">
                <a:latin typeface="Poppins" panose="00000500000000000000" pitchFamily="2" charset="0"/>
                <a:cs typeface="Poppins" panose="00000500000000000000" pitchFamily="2" charset="0"/>
              </a:rPr>
              <a:pPr/>
              <a:t>‹#›</a:t>
            </a:fld>
            <a:endParaRPr lang="en-US" sz="1000" dirty="0">
              <a:latin typeface="Poppins" panose="00000500000000000000" pitchFamily="2" charset="0"/>
              <a:cs typeface="Poppins" panose="00000500000000000000" pitchFamily="2" charset="0"/>
            </a:endParaRPr>
          </a:p>
        </p:txBody>
      </p:sp>
      <p:grpSp>
        <p:nvGrpSpPr>
          <p:cNvPr id="15" name="Group 14">
            <a:extLst>
              <a:ext uri="{FF2B5EF4-FFF2-40B4-BE49-F238E27FC236}">
                <a16:creationId xmlns:a16="http://schemas.microsoft.com/office/drawing/2014/main" id="{E2D42022-CD4C-2B31-7033-BE65CC5F31B1}"/>
              </a:ext>
            </a:extLst>
          </p:cNvPr>
          <p:cNvGrpSpPr/>
          <p:nvPr/>
        </p:nvGrpSpPr>
        <p:grpSpPr>
          <a:xfrm>
            <a:off x="5936457" y="8705967"/>
            <a:ext cx="547861" cy="185337"/>
            <a:chOff x="532238" y="532263"/>
            <a:chExt cx="1522954" cy="515204"/>
          </a:xfrm>
        </p:grpSpPr>
        <p:sp>
          <p:nvSpPr>
            <p:cNvPr id="16" name="Freeform: Shape 15">
              <a:extLst>
                <a:ext uri="{FF2B5EF4-FFF2-40B4-BE49-F238E27FC236}">
                  <a16:creationId xmlns:a16="http://schemas.microsoft.com/office/drawing/2014/main" id="{65308769-5F22-5F62-3F1E-D4C54D321D02}"/>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dirty="0">
                <a:latin typeface="Poppins" panose="00000500000000000000" pitchFamily="2" charset="0"/>
              </a:endParaRPr>
            </a:p>
          </p:txBody>
        </p:sp>
        <p:sp>
          <p:nvSpPr>
            <p:cNvPr id="17" name="Freeform: Shape 16">
              <a:extLst>
                <a:ext uri="{FF2B5EF4-FFF2-40B4-BE49-F238E27FC236}">
                  <a16:creationId xmlns:a16="http://schemas.microsoft.com/office/drawing/2014/main" id="{3E2B8103-707D-7471-CF82-82247C499B24}"/>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dirty="0">
                <a:latin typeface="Poppins" panose="00000500000000000000" pitchFamily="2" charset="0"/>
              </a:endParaRPr>
            </a:p>
          </p:txBody>
        </p:sp>
        <p:sp>
          <p:nvSpPr>
            <p:cNvPr id="18" name="Freeform: Shape 17">
              <a:extLst>
                <a:ext uri="{FF2B5EF4-FFF2-40B4-BE49-F238E27FC236}">
                  <a16:creationId xmlns:a16="http://schemas.microsoft.com/office/drawing/2014/main" id="{09E3E3FD-AAAB-3A08-98D2-DF744BB8CA3D}"/>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0B2D7"/>
            </a:solidFill>
            <a:ln w="9525" cap="flat">
              <a:noFill/>
              <a:prstDash val="solid"/>
              <a:miter/>
            </a:ln>
          </p:spPr>
          <p:txBody>
            <a:bodyPr rtlCol="0" anchor="ctr"/>
            <a:lstStyle/>
            <a:p>
              <a:endParaRPr lang="en-US" dirty="0">
                <a:latin typeface="Poppins" panose="00000500000000000000" pitchFamily="2" charset="0"/>
              </a:endParaRPr>
            </a:p>
          </p:txBody>
        </p:sp>
      </p:grpSp>
    </p:spTree>
    <p:extLst>
      <p:ext uri="{BB962C8B-B14F-4D97-AF65-F5344CB8AC3E}">
        <p14:creationId xmlns:p14="http://schemas.microsoft.com/office/powerpoint/2010/main" val="454801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273300" y="1143000"/>
            <a:ext cx="2311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8" name="Rectangle 3">
            <a:extLst>
              <a:ext uri="{FF2B5EF4-FFF2-40B4-BE49-F238E27FC236}">
                <a16:creationId xmlns:a16="http://schemas.microsoft.com/office/drawing/2014/main" id="{FC118F7E-5CDC-0D0D-8A1F-979CEC795DC3}"/>
              </a:ext>
            </a:extLst>
          </p:cNvPr>
          <p:cNvSpPr txBox="1">
            <a:spLocks noChangeArrowheads="1"/>
          </p:cNvSpPr>
          <p:nvPr/>
        </p:nvSpPr>
        <p:spPr bwMode="auto">
          <a:xfrm>
            <a:off x="2002402" y="8700833"/>
            <a:ext cx="1735707"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F589425-449D-4D80-B16A-0FCA3F0B391A}" type="datetime9">
              <a:rPr lang="en-US" sz="900" smtClean="0">
                <a:latin typeface="Poppins" panose="00000500000000000000" pitchFamily="2" charset="0"/>
                <a:cs typeface="Poppins" panose="00000500000000000000" pitchFamily="2" charset="0"/>
              </a:rPr>
              <a:pPr algn="l"/>
              <a:t>11/14/2025 12:16:53 PM</a:t>
            </a:fld>
            <a:endParaRPr lang="en-US" sz="900" dirty="0">
              <a:latin typeface="Poppins" panose="00000500000000000000" pitchFamily="2" charset="0"/>
              <a:cs typeface="Poppins" panose="00000500000000000000" pitchFamily="2" charset="0"/>
            </a:endParaRPr>
          </a:p>
        </p:txBody>
      </p:sp>
      <p:sp>
        <p:nvSpPr>
          <p:cNvPr id="9" name="Rectangle 4">
            <a:extLst>
              <a:ext uri="{FF2B5EF4-FFF2-40B4-BE49-F238E27FC236}">
                <a16:creationId xmlns:a16="http://schemas.microsoft.com/office/drawing/2014/main" id="{8606DA34-9F7A-84F8-5163-E2C98D7C733C}"/>
              </a:ext>
            </a:extLst>
          </p:cNvPr>
          <p:cNvSpPr>
            <a:spLocks noGrp="1" noChangeArrowheads="1"/>
          </p:cNvSpPr>
          <p:nvPr>
            <p:ph type="ftr" sz="quarter" idx="4"/>
          </p:nvPr>
        </p:nvSpPr>
        <p:spPr bwMode="auto">
          <a:xfrm>
            <a:off x="712054" y="8700833"/>
            <a:ext cx="3259874"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200">
                <a:latin typeface="Poppins" panose="00000500000000000000" pitchFamily="2" charset="0"/>
                <a:cs typeface="Poppins" panose="00000500000000000000" pitchFamily="2" charset="0"/>
              </a:defRPr>
            </a:lvl1pPr>
          </a:lstStyle>
          <a:p>
            <a:r>
              <a:rPr lang="en-US" sz="900" dirty="0"/>
              <a:t>|  © NXP  |  Confidential</a:t>
            </a:r>
          </a:p>
        </p:txBody>
      </p:sp>
      <p:sp>
        <p:nvSpPr>
          <p:cNvPr id="10" name="Rectangle 5">
            <a:extLst>
              <a:ext uri="{FF2B5EF4-FFF2-40B4-BE49-F238E27FC236}">
                <a16:creationId xmlns:a16="http://schemas.microsoft.com/office/drawing/2014/main" id="{B7CCF6B6-CD45-B791-1362-E2D172911D10}"/>
              </a:ext>
            </a:extLst>
          </p:cNvPr>
          <p:cNvSpPr>
            <a:spLocks noGrp="1" noChangeArrowheads="1"/>
          </p:cNvSpPr>
          <p:nvPr>
            <p:ph type="sldNum" sz="quarter" idx="5"/>
          </p:nvPr>
        </p:nvSpPr>
        <p:spPr bwMode="auto">
          <a:xfrm>
            <a:off x="310024" y="8700833"/>
            <a:ext cx="416205" cy="2689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Poppins" panose="00000500000000000000" pitchFamily="2" charset="0"/>
                <a:cs typeface="Poppins" panose="00000500000000000000" pitchFamily="2" charset="0"/>
              </a:defRPr>
            </a:lvl1pPr>
          </a:lstStyle>
          <a:p>
            <a:fld id="{FB1A579D-3553-4F33-9067-7E7231905C3B}" type="slidenum">
              <a:rPr lang="en-US" sz="1000" smtClean="0"/>
              <a:pPr/>
              <a:t>‹#›</a:t>
            </a:fld>
            <a:endParaRPr lang="en-US" sz="1000" dirty="0"/>
          </a:p>
        </p:txBody>
      </p:sp>
      <p:grpSp>
        <p:nvGrpSpPr>
          <p:cNvPr id="11" name="Group 10">
            <a:extLst>
              <a:ext uri="{FF2B5EF4-FFF2-40B4-BE49-F238E27FC236}">
                <a16:creationId xmlns:a16="http://schemas.microsoft.com/office/drawing/2014/main" id="{6BA0B33B-913A-805D-B3BA-BEB9A3846A1E}"/>
              </a:ext>
            </a:extLst>
          </p:cNvPr>
          <p:cNvGrpSpPr/>
          <p:nvPr/>
        </p:nvGrpSpPr>
        <p:grpSpPr>
          <a:xfrm>
            <a:off x="5936457" y="8705967"/>
            <a:ext cx="547861" cy="185337"/>
            <a:chOff x="532238" y="532263"/>
            <a:chExt cx="1522954" cy="515204"/>
          </a:xfrm>
        </p:grpSpPr>
        <p:sp>
          <p:nvSpPr>
            <p:cNvPr id="12" name="Freeform: Shape 11">
              <a:extLst>
                <a:ext uri="{FF2B5EF4-FFF2-40B4-BE49-F238E27FC236}">
                  <a16:creationId xmlns:a16="http://schemas.microsoft.com/office/drawing/2014/main" id="{BD13B215-5B62-AE2A-C23A-A682BD720511}"/>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dirty="0">
                <a:latin typeface="Poppins" panose="00000500000000000000" pitchFamily="2" charset="0"/>
              </a:endParaRPr>
            </a:p>
          </p:txBody>
        </p:sp>
        <p:sp>
          <p:nvSpPr>
            <p:cNvPr id="13" name="Freeform: Shape 12">
              <a:extLst>
                <a:ext uri="{FF2B5EF4-FFF2-40B4-BE49-F238E27FC236}">
                  <a16:creationId xmlns:a16="http://schemas.microsoft.com/office/drawing/2014/main" id="{F45F9349-CEF0-0583-3F11-0ABE2362580B}"/>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dirty="0">
                <a:latin typeface="Poppins" panose="00000500000000000000" pitchFamily="2" charset="0"/>
              </a:endParaRPr>
            </a:p>
          </p:txBody>
        </p:sp>
        <p:sp>
          <p:nvSpPr>
            <p:cNvPr id="14" name="Freeform: Shape 13">
              <a:extLst>
                <a:ext uri="{FF2B5EF4-FFF2-40B4-BE49-F238E27FC236}">
                  <a16:creationId xmlns:a16="http://schemas.microsoft.com/office/drawing/2014/main" id="{B01CD4DC-CADC-2222-5553-DECDEF314F43}"/>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0B2D7"/>
            </a:solidFill>
            <a:ln w="9525" cap="flat">
              <a:noFill/>
              <a:prstDash val="solid"/>
              <a:miter/>
            </a:ln>
          </p:spPr>
          <p:txBody>
            <a:bodyPr rtlCol="0" anchor="ctr"/>
            <a:lstStyle/>
            <a:p>
              <a:endParaRPr lang="en-US" dirty="0">
                <a:latin typeface="Poppins" panose="00000500000000000000" pitchFamily="2" charset="0"/>
              </a:endParaRPr>
            </a:p>
          </p:txBody>
        </p:sp>
      </p:grpSp>
    </p:spTree>
    <p:extLst>
      <p:ext uri="{BB962C8B-B14F-4D97-AF65-F5344CB8AC3E}">
        <p14:creationId xmlns:p14="http://schemas.microsoft.com/office/powerpoint/2010/main" val="2253459680"/>
      </p:ext>
    </p:extLst>
  </p:cSld>
  <p:clrMap bg1="lt1" tx1="dk1" bg2="lt2" tx2="dk2" accent1="accent1" accent2="accent2" accent3="accent3" accent4="accent4" accent5="accent5" accent6="accent6" hlink="hlink" folHlink="folHlink"/>
  <p:notesStyle>
    <a:lvl1pPr marL="0" algn="l" defTabSz="3628396" rtl="0" eaLnBrk="1" latinLnBrk="0" hangingPunct="1">
      <a:defRPr sz="4761" kern="1200">
        <a:solidFill>
          <a:schemeClr val="tx1"/>
        </a:solidFill>
        <a:latin typeface="Poppins" panose="00000500000000000000" pitchFamily="2" charset="0"/>
        <a:ea typeface="+mn-ea"/>
        <a:cs typeface="+mn-cs"/>
      </a:defRPr>
    </a:lvl1pPr>
    <a:lvl2pPr marL="1814198" algn="l" defTabSz="3628396" rtl="0" eaLnBrk="1" latinLnBrk="0" hangingPunct="1">
      <a:defRPr sz="4761" kern="1200">
        <a:solidFill>
          <a:schemeClr val="tx1"/>
        </a:solidFill>
        <a:latin typeface="Poppins" panose="00000500000000000000" pitchFamily="2" charset="0"/>
        <a:ea typeface="+mn-ea"/>
        <a:cs typeface="+mn-cs"/>
      </a:defRPr>
    </a:lvl2pPr>
    <a:lvl3pPr marL="3628396" algn="l" defTabSz="3628396" rtl="0" eaLnBrk="1" latinLnBrk="0" hangingPunct="1">
      <a:defRPr sz="4761" kern="1200">
        <a:solidFill>
          <a:schemeClr val="tx1"/>
        </a:solidFill>
        <a:latin typeface="Poppins" panose="00000500000000000000" pitchFamily="2" charset="0"/>
        <a:ea typeface="+mn-ea"/>
        <a:cs typeface="+mn-cs"/>
      </a:defRPr>
    </a:lvl3pPr>
    <a:lvl4pPr marL="5442594" algn="l" defTabSz="3628396" rtl="0" eaLnBrk="1" latinLnBrk="0" hangingPunct="1">
      <a:defRPr sz="4761" kern="1200">
        <a:solidFill>
          <a:schemeClr val="tx1"/>
        </a:solidFill>
        <a:latin typeface="Poppins" panose="00000500000000000000" pitchFamily="2" charset="0"/>
        <a:ea typeface="+mn-ea"/>
        <a:cs typeface="+mn-cs"/>
      </a:defRPr>
    </a:lvl4pPr>
    <a:lvl5pPr marL="7256792" algn="l" defTabSz="3628396" rtl="0" eaLnBrk="1" latinLnBrk="0" hangingPunct="1">
      <a:defRPr sz="4761" kern="1200">
        <a:solidFill>
          <a:schemeClr val="tx1"/>
        </a:solidFill>
        <a:latin typeface="Poppins" panose="00000500000000000000" pitchFamily="2" charset="0"/>
        <a:ea typeface="+mn-ea"/>
        <a:cs typeface="+mn-cs"/>
      </a:defRPr>
    </a:lvl5pPr>
    <a:lvl6pPr marL="9070990" algn="l" defTabSz="3628396" rtl="0" eaLnBrk="1" latinLnBrk="0" hangingPunct="1">
      <a:defRPr sz="4761" kern="1200">
        <a:solidFill>
          <a:schemeClr val="tx1"/>
        </a:solidFill>
        <a:latin typeface="+mn-lt"/>
        <a:ea typeface="+mn-ea"/>
        <a:cs typeface="+mn-cs"/>
      </a:defRPr>
    </a:lvl6pPr>
    <a:lvl7pPr marL="10885188" algn="l" defTabSz="3628396" rtl="0" eaLnBrk="1" latinLnBrk="0" hangingPunct="1">
      <a:defRPr sz="4761" kern="1200">
        <a:solidFill>
          <a:schemeClr val="tx1"/>
        </a:solidFill>
        <a:latin typeface="+mn-lt"/>
        <a:ea typeface="+mn-ea"/>
        <a:cs typeface="+mn-cs"/>
      </a:defRPr>
    </a:lvl7pPr>
    <a:lvl8pPr marL="12699385" algn="l" defTabSz="3628396" rtl="0" eaLnBrk="1" latinLnBrk="0" hangingPunct="1">
      <a:defRPr sz="4761" kern="1200">
        <a:solidFill>
          <a:schemeClr val="tx1"/>
        </a:solidFill>
        <a:latin typeface="+mn-lt"/>
        <a:ea typeface="+mn-ea"/>
        <a:cs typeface="+mn-cs"/>
      </a:defRPr>
    </a:lvl8pPr>
    <a:lvl9pPr marL="14513583" algn="l" defTabSz="3628396" rtl="0" eaLnBrk="1" latinLnBrk="0" hangingPunct="1">
      <a:defRPr sz="476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sign option V2-A">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726167"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2885986" y="17348830"/>
            <a:ext cx="18147406" cy="104913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4" name="Picture Placeholder 10">
            <a:extLst>
              <a:ext uri="{FF2B5EF4-FFF2-40B4-BE49-F238E27FC236}">
                <a16:creationId xmlns:a16="http://schemas.microsoft.com/office/drawing/2014/main" id="{CD1C3EA1-E1E3-1CBD-88E9-4A2FC5891DB7}"/>
              </a:ext>
            </a:extLst>
          </p:cNvPr>
          <p:cNvSpPr>
            <a:spLocks noGrp="1"/>
          </p:cNvSpPr>
          <p:nvPr>
            <p:ph type="pic" sz="quarter" idx="12"/>
          </p:nvPr>
        </p:nvSpPr>
        <p:spPr>
          <a:xfrm>
            <a:off x="12885985" y="28117025"/>
            <a:ext cx="10664531" cy="6337098"/>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5" name="Picture Placeholder 10">
            <a:extLst>
              <a:ext uri="{FF2B5EF4-FFF2-40B4-BE49-F238E27FC236}">
                <a16:creationId xmlns:a16="http://schemas.microsoft.com/office/drawing/2014/main" id="{BA6056BB-0FBA-7E0D-BE8F-AF9D7AE741E0}"/>
              </a:ext>
            </a:extLst>
          </p:cNvPr>
          <p:cNvSpPr>
            <a:spLocks noGrp="1"/>
          </p:cNvSpPr>
          <p:nvPr>
            <p:ph type="pic" sz="quarter" idx="13"/>
          </p:nvPr>
        </p:nvSpPr>
        <p:spPr>
          <a:xfrm>
            <a:off x="23908640" y="28117025"/>
            <a:ext cx="7124752" cy="6337098"/>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6" name="Picture Placeholder 10">
            <a:extLst>
              <a:ext uri="{FF2B5EF4-FFF2-40B4-BE49-F238E27FC236}">
                <a16:creationId xmlns:a16="http://schemas.microsoft.com/office/drawing/2014/main" id="{DDE685C9-D522-3F2F-3A27-9B184D4A155A}"/>
              </a:ext>
            </a:extLst>
          </p:cNvPr>
          <p:cNvSpPr>
            <a:spLocks noGrp="1"/>
          </p:cNvSpPr>
          <p:nvPr>
            <p:ph type="pic" sz="quarter" idx="14"/>
          </p:nvPr>
        </p:nvSpPr>
        <p:spPr>
          <a:xfrm>
            <a:off x="12885986" y="34730986"/>
            <a:ext cx="7187610" cy="609195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7" name="Picture Placeholder 10">
            <a:extLst>
              <a:ext uri="{FF2B5EF4-FFF2-40B4-BE49-F238E27FC236}">
                <a16:creationId xmlns:a16="http://schemas.microsoft.com/office/drawing/2014/main" id="{81726C59-ACDB-1922-4CA9-EDB2220BF853}"/>
              </a:ext>
            </a:extLst>
          </p:cNvPr>
          <p:cNvSpPr>
            <a:spLocks noGrp="1"/>
          </p:cNvSpPr>
          <p:nvPr>
            <p:ph type="pic" sz="quarter" idx="15"/>
          </p:nvPr>
        </p:nvSpPr>
        <p:spPr>
          <a:xfrm>
            <a:off x="20431719" y="34730986"/>
            <a:ext cx="10601673" cy="609195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726167"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cxnSp>
        <p:nvCxnSpPr>
          <p:cNvPr id="23" name="Straight Connector 22">
            <a:extLst>
              <a:ext uri="{FF2B5EF4-FFF2-40B4-BE49-F238E27FC236}">
                <a16:creationId xmlns:a16="http://schemas.microsoft.com/office/drawing/2014/main" id="{654D3996-8710-A767-7F2D-3D04D1F2D529}"/>
              </a:ext>
            </a:extLst>
          </p:cNvPr>
          <p:cNvCxnSpPr/>
          <p:nvPr userDrawn="1"/>
        </p:nvCxnSpPr>
        <p:spPr>
          <a:xfrm>
            <a:off x="1365897" y="17348830"/>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10F8CDA-BDFC-DBBB-38BA-A31F728EAEEC}"/>
              </a:ext>
            </a:extLst>
          </p:cNvPr>
          <p:cNvCxnSpPr/>
          <p:nvPr userDrawn="1"/>
        </p:nvCxnSpPr>
        <p:spPr>
          <a:xfrm>
            <a:off x="1365897" y="28465318"/>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Text Placeholder 6">
            <a:extLst>
              <a:ext uri="{FF2B5EF4-FFF2-40B4-BE49-F238E27FC236}">
                <a16:creationId xmlns:a16="http://schemas.microsoft.com/office/drawing/2014/main" id="{56938C61-6928-3AFB-9B47-AD3066CF8BA3}"/>
              </a:ext>
            </a:extLst>
          </p:cNvPr>
          <p:cNvSpPr>
            <a:spLocks noGrp="1"/>
          </p:cNvSpPr>
          <p:nvPr>
            <p:ph type="body" sz="quarter" idx="18" hasCustomPrompt="1"/>
          </p:nvPr>
        </p:nvSpPr>
        <p:spPr>
          <a:xfrm>
            <a:off x="1372740" y="8217929"/>
            <a:ext cx="10126961"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29" name="Text Placeholder 6">
            <a:extLst>
              <a:ext uri="{FF2B5EF4-FFF2-40B4-BE49-F238E27FC236}">
                <a16:creationId xmlns:a16="http://schemas.microsoft.com/office/drawing/2014/main" id="{983D7582-1BD6-CFC6-531A-74E4F2C7C958}"/>
              </a:ext>
            </a:extLst>
          </p:cNvPr>
          <p:cNvSpPr>
            <a:spLocks noGrp="1"/>
          </p:cNvSpPr>
          <p:nvPr>
            <p:ph type="body" sz="quarter" idx="19" hasCustomPrompt="1"/>
          </p:nvPr>
        </p:nvSpPr>
        <p:spPr>
          <a:xfrm>
            <a:off x="12887809" y="8217929"/>
            <a:ext cx="18138739" cy="1094752"/>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372740" y="18432512"/>
            <a:ext cx="10126961" cy="1598129"/>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Business</a:t>
            </a:r>
          </a:p>
          <a:p>
            <a:pPr lvl="0"/>
            <a:r>
              <a:rPr lang="en-GB" dirty="0"/>
              <a:t>&amp; Customers</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372740" y="29528026"/>
            <a:ext cx="10126961" cy="2604906"/>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Challenges, </a:t>
            </a:r>
          </a:p>
          <a:p>
            <a:pPr lvl="0"/>
            <a:r>
              <a:rPr lang="en-GB" dirty="0"/>
              <a:t>Opportunities and </a:t>
            </a:r>
          </a:p>
          <a:p>
            <a:pPr lvl="0"/>
            <a:r>
              <a:rPr lang="en-GB" dirty="0"/>
              <a:t>Recommendations</a:t>
            </a:r>
          </a:p>
        </p:txBody>
      </p:sp>
      <p:sp>
        <p:nvSpPr>
          <p:cNvPr id="32" name="Text Placeholder 6">
            <a:extLst>
              <a:ext uri="{FF2B5EF4-FFF2-40B4-BE49-F238E27FC236}">
                <a16:creationId xmlns:a16="http://schemas.microsoft.com/office/drawing/2014/main" id="{F1A6B1C7-059E-9914-04D1-E55AC3FEAD66}"/>
              </a:ext>
            </a:extLst>
          </p:cNvPr>
          <p:cNvSpPr>
            <a:spLocks noGrp="1"/>
          </p:cNvSpPr>
          <p:nvPr>
            <p:ph type="body" sz="quarter" idx="22" hasCustomPrompt="1"/>
          </p:nvPr>
        </p:nvSpPr>
        <p:spPr>
          <a:xfrm>
            <a:off x="1372740" y="9587361"/>
            <a:ext cx="10126961" cy="6816051"/>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3" name="Text Placeholder 6">
            <a:extLst>
              <a:ext uri="{FF2B5EF4-FFF2-40B4-BE49-F238E27FC236}">
                <a16:creationId xmlns:a16="http://schemas.microsoft.com/office/drawing/2014/main" id="{4CD6D147-B5F3-4DA2-24DD-6364D803229F}"/>
              </a:ext>
            </a:extLst>
          </p:cNvPr>
          <p:cNvSpPr>
            <a:spLocks noGrp="1"/>
          </p:cNvSpPr>
          <p:nvPr>
            <p:ph type="body" sz="quarter" idx="23" hasCustomPrompt="1"/>
          </p:nvPr>
        </p:nvSpPr>
        <p:spPr>
          <a:xfrm>
            <a:off x="12887808" y="9587361"/>
            <a:ext cx="18145583" cy="6816051"/>
          </a:xfrm>
          <a:prstGeom prst="rect">
            <a:avLst/>
          </a:prstGeom>
        </p:spPr>
        <p:txBody>
          <a:bodyPr lIns="0" tIns="0" rIns="0" bIns="0" numCol="2" spcCol="72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Team developed CP-UP to have faster root cause and prevent quality issues. The application is designed for automated ML failure analysis to help device engineers address yield loss observed at four levels: 1) per Unit Probe bin, 2) per Unit Probe test, 3) per Final Test bin, 4) per Final Test.</a:t>
            </a:r>
          </a:p>
          <a:p>
            <a:pPr lvl="0"/>
            <a:endParaRPr lang="en-GB" dirty="0"/>
          </a:p>
          <a:p>
            <a:pPr lvl="0"/>
            <a:r>
              <a:rPr lang="en-GB" dirty="0"/>
              <a:t>Innovative Methodology: The CP-UP tool uses cloud-based AI/ML platforms that automatically find the best algorithms, which guarantees the best results. The tool manages highly correlated tests using hierarchical clustering to effectively reduce feature dimension for model building and uses predictive power score identify causal relationships. GAM model is adopted to capture non-linear pattern, enhancing interpretability.</a:t>
            </a:r>
          </a:p>
          <a:p>
            <a:pPr lvl="0"/>
            <a:endParaRPr lang="en-GB" dirty="0"/>
          </a:p>
          <a:p>
            <a:pPr lvl="0"/>
            <a:r>
              <a:rPr lang="en-GB" dirty="0"/>
              <a:t>Wins: The CP-UP tool predicted MV Buck fallout based on class probe Poly-Rs, with lower measurements of Poly-Rs tending to have higher fallout. This non-linear relationship can help improve the yield issue for SMOS10HV. </a:t>
            </a:r>
          </a:p>
        </p:txBody>
      </p:sp>
      <p:sp>
        <p:nvSpPr>
          <p:cNvPr id="34" name="Text Placeholder 6">
            <a:extLst>
              <a:ext uri="{FF2B5EF4-FFF2-40B4-BE49-F238E27FC236}">
                <a16:creationId xmlns:a16="http://schemas.microsoft.com/office/drawing/2014/main" id="{0C6A7967-0940-FA82-7BE1-60C4DE4D9DD8}"/>
              </a:ext>
            </a:extLst>
          </p:cNvPr>
          <p:cNvSpPr>
            <a:spLocks noGrp="1"/>
          </p:cNvSpPr>
          <p:nvPr>
            <p:ph type="body" sz="quarter" idx="24" hasCustomPrompt="1"/>
          </p:nvPr>
        </p:nvSpPr>
        <p:spPr>
          <a:xfrm>
            <a:off x="1372740" y="20683363"/>
            <a:ext cx="10126961" cy="6816051"/>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372740" y="32788092"/>
            <a:ext cx="10126961" cy="8034853"/>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Tree>
    <p:extLst>
      <p:ext uri="{BB962C8B-B14F-4D97-AF65-F5344CB8AC3E}">
        <p14:creationId xmlns:p14="http://schemas.microsoft.com/office/powerpoint/2010/main" val="1055164150"/>
      </p:ext>
    </p:extLst>
  </p:cSld>
  <p:clrMapOvr>
    <a:masterClrMapping/>
  </p:clrMapOvr>
  <p:extLst>
    <p:ext uri="{DCECCB84-F9BA-43D5-87BE-67443E8EF086}">
      <p15:sldGuideLst xmlns:p15="http://schemas.microsoft.com/office/powerpoint/2012/main">
        <p15:guide id="1" pos="8117" userDrawn="1">
          <p15:clr>
            <a:srgbClr val="FBAE40"/>
          </p15:clr>
        </p15:guide>
        <p15:guide id="2" orient="horz" pos="3855" userDrawn="1">
          <p15:clr>
            <a:srgbClr val="FBAE40"/>
          </p15:clr>
        </p15:guide>
        <p15:guide id="3" orient="horz" pos="5229" userDrawn="1">
          <p15:clr>
            <a:srgbClr val="FBAE40"/>
          </p15:clr>
        </p15:guide>
        <p15:guide id="4" orient="horz" pos="10928" userDrawn="1">
          <p15:clr>
            <a:srgbClr val="FBAE40"/>
          </p15:clr>
        </p15:guide>
        <p15:guide id="5" pos="724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sign option V2-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950759"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372740" y="20528172"/>
            <a:ext cx="16118899" cy="6285746"/>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4" name="Picture Placeholder 10">
            <a:extLst>
              <a:ext uri="{FF2B5EF4-FFF2-40B4-BE49-F238E27FC236}">
                <a16:creationId xmlns:a16="http://schemas.microsoft.com/office/drawing/2014/main" id="{CD1C3EA1-E1E3-1CBD-88E9-4A2FC5891DB7}"/>
              </a:ext>
            </a:extLst>
          </p:cNvPr>
          <p:cNvSpPr>
            <a:spLocks noGrp="1"/>
          </p:cNvSpPr>
          <p:nvPr>
            <p:ph type="pic" sz="quarter" idx="12"/>
          </p:nvPr>
        </p:nvSpPr>
        <p:spPr>
          <a:xfrm>
            <a:off x="1372740" y="27049789"/>
            <a:ext cx="7936298" cy="8250306"/>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943916"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sp>
        <p:nvSpPr>
          <p:cNvPr id="29" name="Text Placeholder 6">
            <a:extLst>
              <a:ext uri="{FF2B5EF4-FFF2-40B4-BE49-F238E27FC236}">
                <a16:creationId xmlns:a16="http://schemas.microsoft.com/office/drawing/2014/main" id="{983D7582-1BD6-CFC6-531A-74E4F2C7C958}"/>
              </a:ext>
            </a:extLst>
          </p:cNvPr>
          <p:cNvSpPr>
            <a:spLocks noGrp="1"/>
          </p:cNvSpPr>
          <p:nvPr>
            <p:ph type="body" sz="quarter" idx="19" hasCustomPrompt="1"/>
          </p:nvPr>
        </p:nvSpPr>
        <p:spPr>
          <a:xfrm>
            <a:off x="18665565" y="8217928"/>
            <a:ext cx="12360982" cy="1094752"/>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0034760" y="8217929"/>
            <a:ext cx="7281896" cy="1598129"/>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Business</a:t>
            </a:r>
          </a:p>
          <a:p>
            <a:pPr lvl="0"/>
            <a:r>
              <a:rPr lang="en-GB" dirty="0"/>
              <a:t>&amp; Customers</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372740" y="36227524"/>
            <a:ext cx="29653807" cy="1075286"/>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Challenges, Opportunities and Recommendations</a:t>
            </a:r>
          </a:p>
        </p:txBody>
      </p:sp>
      <p:sp>
        <p:nvSpPr>
          <p:cNvPr id="33" name="Text Placeholder 6">
            <a:extLst>
              <a:ext uri="{FF2B5EF4-FFF2-40B4-BE49-F238E27FC236}">
                <a16:creationId xmlns:a16="http://schemas.microsoft.com/office/drawing/2014/main" id="{4CD6D147-B5F3-4DA2-24DD-6364D803229F}"/>
              </a:ext>
            </a:extLst>
          </p:cNvPr>
          <p:cNvSpPr>
            <a:spLocks noGrp="1"/>
          </p:cNvSpPr>
          <p:nvPr>
            <p:ph type="body" sz="quarter" idx="23" hasCustomPrompt="1"/>
          </p:nvPr>
        </p:nvSpPr>
        <p:spPr>
          <a:xfrm>
            <a:off x="18665565" y="9589542"/>
            <a:ext cx="12360984" cy="10011200"/>
          </a:xfrm>
          <a:prstGeom prst="rect">
            <a:avLst/>
          </a:prstGeom>
        </p:spPr>
        <p:txBody>
          <a:bodyPr lIns="0" tIns="0" rIns="0" bIns="0" numCol="1" spcCol="72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Team developed CP-UP to have faster root cause and prevent quality issues. The application is designed for automated ML failure analysis to help device engineers address yield loss observed at four levels: 1) per Unit Probe bin, 2) per Unit Probe test, 3) per Final Test bin, 4) per Final Test.</a:t>
            </a:r>
          </a:p>
          <a:p>
            <a:pPr lvl="0"/>
            <a:endParaRPr lang="en-GB" dirty="0"/>
          </a:p>
          <a:p>
            <a:pPr lvl="0"/>
            <a:r>
              <a:rPr lang="en-GB" dirty="0"/>
              <a:t>Innovative Methodology: The CP-UP tool uses cloud-based AI/ML platforms that automatically find the best algorithms, which guarantees the best results. The tool manages highly correlated tests using hierarchical clustering to effectively reduce feature dimension for model building and uses predictive power score identify causal relationships. GAM model is adopted to capture non-linear pattern, enhancing interpretability.</a:t>
            </a:r>
          </a:p>
          <a:p>
            <a:pPr lvl="0"/>
            <a:endParaRPr lang="en-GB" dirty="0"/>
          </a:p>
          <a:p>
            <a:pPr lvl="0"/>
            <a:r>
              <a:rPr lang="en-GB" dirty="0"/>
              <a:t>Wins: The CP-UP tool predicted MV Buck fallout based on class probe Poly-Rs, with lower measurements of Poly-Rs tending to have higher fallout. This non-linear relationship helps improve the yield issue for SMOS10HV. </a:t>
            </a:r>
          </a:p>
        </p:txBody>
      </p:sp>
      <p:sp>
        <p:nvSpPr>
          <p:cNvPr id="34" name="Text Placeholder 6">
            <a:extLst>
              <a:ext uri="{FF2B5EF4-FFF2-40B4-BE49-F238E27FC236}">
                <a16:creationId xmlns:a16="http://schemas.microsoft.com/office/drawing/2014/main" id="{0C6A7967-0940-FA82-7BE1-60C4DE4D9DD8}"/>
              </a:ext>
            </a:extLst>
          </p:cNvPr>
          <p:cNvSpPr>
            <a:spLocks noGrp="1"/>
          </p:cNvSpPr>
          <p:nvPr>
            <p:ph type="body" sz="quarter" idx="24" hasCustomPrompt="1"/>
          </p:nvPr>
        </p:nvSpPr>
        <p:spPr>
          <a:xfrm>
            <a:off x="10035268" y="10511560"/>
            <a:ext cx="7281896" cy="9089182"/>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372739" y="37610677"/>
            <a:ext cx="29668414" cy="3212268"/>
          </a:xfrm>
          <a:prstGeom prst="rect">
            <a:avLst/>
          </a:prstGeom>
        </p:spPr>
        <p:txBody>
          <a:bodyPr lIns="0" tIns="0" rIns="0" bIns="0" numCol="2" spcCol="126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Challenges: data quality, managing large datasets, handling correlated tests (high collinearity) and modelling non-linear effects. Hierarchical clustering is used to manage highly correlated tests. This approach reduces feature set dimension for model building and uses predictive power score to identify causal relationships.</a:t>
            </a:r>
          </a:p>
          <a:p>
            <a:pPr lvl="0"/>
            <a:r>
              <a:rPr lang="en-GB" dirty="0"/>
              <a:t>Next steps:</a:t>
            </a:r>
          </a:p>
          <a:p>
            <a:pPr lvl="0"/>
            <a:r>
              <a:rPr lang="en-GB" dirty="0"/>
              <a:t>• Expand module 1.1 from ATMC to other fabs</a:t>
            </a:r>
          </a:p>
          <a:p>
            <a:pPr lvl="0"/>
            <a:r>
              <a:rPr lang="en-GB" dirty="0"/>
              <a:t>• Develop Interfaces for module 1.2, 2, 3 and 4.</a:t>
            </a:r>
          </a:p>
          <a:p>
            <a:pPr lvl="0"/>
            <a:endParaRPr lang="en-GB" dirty="0"/>
          </a:p>
          <a:p>
            <a:pPr lvl="0"/>
            <a:r>
              <a:rPr lang="en-GB" dirty="0"/>
              <a:t>Improvement opportunities: Add defectivity data to improve the model’s capacity to predict yield loss due to defectivity.</a:t>
            </a:r>
          </a:p>
        </p:txBody>
      </p:sp>
      <p:sp>
        <p:nvSpPr>
          <p:cNvPr id="5" name="Picture Placeholder 10">
            <a:extLst>
              <a:ext uri="{FF2B5EF4-FFF2-40B4-BE49-F238E27FC236}">
                <a16:creationId xmlns:a16="http://schemas.microsoft.com/office/drawing/2014/main" id="{545E574A-8FB9-867C-E8D5-B64A7B47BB04}"/>
              </a:ext>
            </a:extLst>
          </p:cNvPr>
          <p:cNvSpPr>
            <a:spLocks noGrp="1"/>
          </p:cNvSpPr>
          <p:nvPr>
            <p:ph type="pic" sz="quarter" idx="26"/>
          </p:nvPr>
        </p:nvSpPr>
        <p:spPr>
          <a:xfrm>
            <a:off x="9555341" y="27049789"/>
            <a:ext cx="7936298" cy="8250306"/>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6" name="Picture Placeholder 10">
            <a:extLst>
              <a:ext uri="{FF2B5EF4-FFF2-40B4-BE49-F238E27FC236}">
                <a16:creationId xmlns:a16="http://schemas.microsoft.com/office/drawing/2014/main" id="{7AE731F2-5904-BF64-8686-4DD60D9C676D}"/>
              </a:ext>
            </a:extLst>
          </p:cNvPr>
          <p:cNvSpPr>
            <a:spLocks noGrp="1"/>
          </p:cNvSpPr>
          <p:nvPr>
            <p:ph type="pic" sz="quarter" idx="27"/>
          </p:nvPr>
        </p:nvSpPr>
        <p:spPr>
          <a:xfrm>
            <a:off x="17749781" y="20528171"/>
            <a:ext cx="13291373" cy="778247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8" name="Picture Placeholder 10">
            <a:extLst>
              <a:ext uri="{FF2B5EF4-FFF2-40B4-BE49-F238E27FC236}">
                <a16:creationId xmlns:a16="http://schemas.microsoft.com/office/drawing/2014/main" id="{FBFAA30D-2CE8-CCBC-B35B-E70D1E9A3818}"/>
              </a:ext>
            </a:extLst>
          </p:cNvPr>
          <p:cNvSpPr>
            <a:spLocks noGrp="1"/>
          </p:cNvSpPr>
          <p:nvPr>
            <p:ph type="pic" sz="quarter" idx="28"/>
          </p:nvPr>
        </p:nvSpPr>
        <p:spPr>
          <a:xfrm>
            <a:off x="17749781" y="28580763"/>
            <a:ext cx="13291373" cy="67193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9" name="Text Placeholder 6">
            <a:extLst>
              <a:ext uri="{FF2B5EF4-FFF2-40B4-BE49-F238E27FC236}">
                <a16:creationId xmlns:a16="http://schemas.microsoft.com/office/drawing/2014/main" id="{75838F5C-6BB7-66BB-CA0F-B4D6A0729778}"/>
              </a:ext>
            </a:extLst>
          </p:cNvPr>
          <p:cNvSpPr>
            <a:spLocks noGrp="1"/>
          </p:cNvSpPr>
          <p:nvPr>
            <p:ph type="body" sz="quarter" idx="18" hasCustomPrompt="1"/>
          </p:nvPr>
        </p:nvSpPr>
        <p:spPr>
          <a:xfrm>
            <a:off x="1372740" y="8217929"/>
            <a:ext cx="7314127"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10" name="Text Placeholder 6">
            <a:extLst>
              <a:ext uri="{FF2B5EF4-FFF2-40B4-BE49-F238E27FC236}">
                <a16:creationId xmlns:a16="http://schemas.microsoft.com/office/drawing/2014/main" id="{35CFB16E-5B0F-9941-FC6C-A011C37C1943}"/>
              </a:ext>
            </a:extLst>
          </p:cNvPr>
          <p:cNvSpPr>
            <a:spLocks noGrp="1"/>
          </p:cNvSpPr>
          <p:nvPr>
            <p:ph type="body" sz="quarter" idx="22" hasCustomPrompt="1"/>
          </p:nvPr>
        </p:nvSpPr>
        <p:spPr>
          <a:xfrm>
            <a:off x="1372740" y="9587361"/>
            <a:ext cx="7314127" cy="10011200"/>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Tree>
    <p:extLst>
      <p:ext uri="{BB962C8B-B14F-4D97-AF65-F5344CB8AC3E}">
        <p14:creationId xmlns:p14="http://schemas.microsoft.com/office/powerpoint/2010/main" val="4176432551"/>
      </p:ext>
    </p:extLst>
  </p:cSld>
  <p:clrMapOvr>
    <a:masterClrMapping/>
  </p:clrMapOvr>
  <p:extLst>
    <p:ext uri="{DCECCB84-F9BA-43D5-87BE-67443E8EF086}">
      <p15:sldGuideLst xmlns:p15="http://schemas.microsoft.com/office/powerpoint/2012/main">
        <p15:guide id="1" pos="11758" userDrawn="1">
          <p15:clr>
            <a:srgbClr val="FBAE40"/>
          </p15:clr>
        </p15:guide>
        <p15:guide id="2" orient="horz" pos="3855" userDrawn="1">
          <p15:clr>
            <a:srgbClr val="FBAE40"/>
          </p15:clr>
        </p15:guide>
        <p15:guide id="3" orient="horz" pos="5229" userDrawn="1">
          <p15:clr>
            <a:srgbClr val="FBAE40"/>
          </p15:clr>
        </p15:guide>
        <p15:guide id="4" orient="horz" pos="10928" userDrawn="1">
          <p15:clr>
            <a:srgbClr val="FBAE40"/>
          </p15:clr>
        </p15:guide>
        <p15:guide id="5" pos="6321" userDrawn="1">
          <p15:clr>
            <a:srgbClr val="FBAE40"/>
          </p15:clr>
        </p15:guide>
        <p15:guide id="6" pos="10908" userDrawn="1">
          <p15:clr>
            <a:srgbClr val="FBAE40"/>
          </p15:clr>
        </p15:guide>
        <p15:guide id="7" pos="547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sign option V3-A">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950759"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372739" y="14507960"/>
            <a:ext cx="16142277" cy="10620921"/>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943916"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2920550" y="8217929"/>
            <a:ext cx="7281896" cy="1094751"/>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372740" y="36542516"/>
            <a:ext cx="29653807" cy="1075286"/>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Next Steps and Recommendations</a:t>
            </a:r>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372739" y="37925670"/>
            <a:ext cx="29668414" cy="2897275"/>
          </a:xfrm>
          <a:prstGeom prst="rect">
            <a:avLst/>
          </a:prstGeom>
        </p:spPr>
        <p:txBody>
          <a:bodyPr lIns="0" tIns="0" rIns="0" bIns="0" numCol="2" spcCol="126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Challenges: data quality, managing large datasets, handling correlated tests (high collinearity) and modelling non-linear effects. Hierarchical clustering is used to manage highly correlated tests. This approach reduces feature set dimension for model building and uses predictive power score to identify causal relationships.</a:t>
            </a:r>
          </a:p>
          <a:p>
            <a:pPr lvl="0"/>
            <a:r>
              <a:rPr lang="en-GB" dirty="0"/>
              <a:t>Next steps:</a:t>
            </a:r>
          </a:p>
          <a:p>
            <a:pPr lvl="0"/>
            <a:r>
              <a:rPr lang="en-GB" dirty="0"/>
              <a:t>• Expand module 1.1 from ATMC to other fabs</a:t>
            </a:r>
          </a:p>
          <a:p>
            <a:pPr lvl="0"/>
            <a:r>
              <a:rPr lang="en-GB" dirty="0"/>
              <a:t>• Develop Interfaces for module 1.2, 2, 3 and 4.</a:t>
            </a:r>
          </a:p>
          <a:p>
            <a:pPr lvl="0"/>
            <a:endParaRPr lang="en-GB" dirty="0"/>
          </a:p>
          <a:p>
            <a:pPr lvl="0"/>
            <a:r>
              <a:rPr lang="en-GB" dirty="0"/>
              <a:t>Improvement opportunities: Add defectivity data to improve the model’s capacity to predict yield loss due to defectivity.</a:t>
            </a:r>
          </a:p>
        </p:txBody>
      </p:sp>
      <p:sp>
        <p:nvSpPr>
          <p:cNvPr id="5" name="Picture Placeholder 10">
            <a:extLst>
              <a:ext uri="{FF2B5EF4-FFF2-40B4-BE49-F238E27FC236}">
                <a16:creationId xmlns:a16="http://schemas.microsoft.com/office/drawing/2014/main" id="{545E574A-8FB9-867C-E8D5-B64A7B47BB04}"/>
              </a:ext>
            </a:extLst>
          </p:cNvPr>
          <p:cNvSpPr>
            <a:spLocks noGrp="1"/>
          </p:cNvSpPr>
          <p:nvPr>
            <p:ph type="pic" sz="quarter" idx="26"/>
          </p:nvPr>
        </p:nvSpPr>
        <p:spPr>
          <a:xfrm>
            <a:off x="9578717" y="25396277"/>
            <a:ext cx="7936298" cy="10599481"/>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6" name="Picture Placeholder 10">
            <a:extLst>
              <a:ext uri="{FF2B5EF4-FFF2-40B4-BE49-F238E27FC236}">
                <a16:creationId xmlns:a16="http://schemas.microsoft.com/office/drawing/2014/main" id="{7AE731F2-5904-BF64-8686-4DD60D9C676D}"/>
              </a:ext>
            </a:extLst>
          </p:cNvPr>
          <p:cNvSpPr>
            <a:spLocks noGrp="1"/>
          </p:cNvSpPr>
          <p:nvPr>
            <p:ph type="pic" sz="quarter" idx="27"/>
          </p:nvPr>
        </p:nvSpPr>
        <p:spPr>
          <a:xfrm>
            <a:off x="17761316" y="14507960"/>
            <a:ext cx="13279816" cy="699860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9" name="Text Placeholder 6">
            <a:extLst>
              <a:ext uri="{FF2B5EF4-FFF2-40B4-BE49-F238E27FC236}">
                <a16:creationId xmlns:a16="http://schemas.microsoft.com/office/drawing/2014/main" id="{75838F5C-6BB7-66BB-CA0F-B4D6A0729778}"/>
              </a:ext>
            </a:extLst>
          </p:cNvPr>
          <p:cNvSpPr>
            <a:spLocks noGrp="1"/>
          </p:cNvSpPr>
          <p:nvPr>
            <p:ph type="body" sz="quarter" idx="18" hasCustomPrompt="1"/>
          </p:nvPr>
        </p:nvSpPr>
        <p:spPr>
          <a:xfrm>
            <a:off x="1372740" y="8217929"/>
            <a:ext cx="7314127"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10" name="Text Placeholder 6">
            <a:extLst>
              <a:ext uri="{FF2B5EF4-FFF2-40B4-BE49-F238E27FC236}">
                <a16:creationId xmlns:a16="http://schemas.microsoft.com/office/drawing/2014/main" id="{35CFB16E-5B0F-9941-FC6C-A011C37C1943}"/>
              </a:ext>
            </a:extLst>
          </p:cNvPr>
          <p:cNvSpPr>
            <a:spLocks noGrp="1"/>
          </p:cNvSpPr>
          <p:nvPr>
            <p:ph type="body" sz="quarter" idx="22" hasCustomPrompt="1"/>
          </p:nvPr>
        </p:nvSpPr>
        <p:spPr>
          <a:xfrm>
            <a:off x="1372739" y="9587362"/>
            <a:ext cx="10181557" cy="4199736"/>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4" name="Text Placeholder 6">
            <a:extLst>
              <a:ext uri="{FF2B5EF4-FFF2-40B4-BE49-F238E27FC236}">
                <a16:creationId xmlns:a16="http://schemas.microsoft.com/office/drawing/2014/main" id="{5864BDEE-18A6-0667-9CBC-5D9EA666AD7F}"/>
              </a:ext>
            </a:extLst>
          </p:cNvPr>
          <p:cNvSpPr>
            <a:spLocks noGrp="1"/>
          </p:cNvSpPr>
          <p:nvPr>
            <p:ph type="body" sz="quarter" idx="29" hasCustomPrompt="1"/>
          </p:nvPr>
        </p:nvSpPr>
        <p:spPr>
          <a:xfrm>
            <a:off x="12921059" y="9576393"/>
            <a:ext cx="18120094" cy="4210705"/>
          </a:xfrm>
          <a:prstGeom prst="rect">
            <a:avLst/>
          </a:prstGeom>
        </p:spPr>
        <p:txBody>
          <a:bodyPr lIns="0" tIns="0" rIns="0" bIns="0" numCol="2" spcCol="72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Team developed CP-UP to have faster root cause and prevent quality issues. The application is designed for automated ML failure analysis to help device engineers address yield loss observed at four levels: 1) per Unit Probe bin, 2) per Unit Probe test, 3) per Final Test bin, 4) per Final Test.</a:t>
            </a:r>
          </a:p>
          <a:p>
            <a:pPr lvl="0"/>
            <a:endParaRPr lang="en-GB" dirty="0"/>
          </a:p>
          <a:p>
            <a:pPr lvl="0"/>
            <a:br>
              <a:rPr lang="en-GB" dirty="0"/>
            </a:br>
            <a:r>
              <a:rPr lang="en-GB" dirty="0"/>
              <a:t>Innovative Methodology: The CP-UP tool uses cloud-based AI/ML platforms that automatically find the best algorithms, which guarantees the best results. The tool manages highly correlated tests using hierarchical clustering to effectively reduce dimension for model building and uses predictive power score identify causal relationships.</a:t>
            </a:r>
          </a:p>
        </p:txBody>
      </p:sp>
      <p:sp>
        <p:nvSpPr>
          <p:cNvPr id="12" name="Picture Placeholder 10">
            <a:extLst>
              <a:ext uri="{FF2B5EF4-FFF2-40B4-BE49-F238E27FC236}">
                <a16:creationId xmlns:a16="http://schemas.microsoft.com/office/drawing/2014/main" id="{2A3FA8F7-81B6-1909-1391-45DC54199208}"/>
              </a:ext>
            </a:extLst>
          </p:cNvPr>
          <p:cNvSpPr>
            <a:spLocks noGrp="1"/>
          </p:cNvSpPr>
          <p:nvPr>
            <p:ph type="pic" sz="quarter" idx="30"/>
          </p:nvPr>
        </p:nvSpPr>
        <p:spPr>
          <a:xfrm>
            <a:off x="17761316" y="21752555"/>
            <a:ext cx="13279816" cy="699860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3" name="Picture Placeholder 10">
            <a:extLst>
              <a:ext uri="{FF2B5EF4-FFF2-40B4-BE49-F238E27FC236}">
                <a16:creationId xmlns:a16="http://schemas.microsoft.com/office/drawing/2014/main" id="{98E9CFB0-52D8-259E-95F8-1A4039347EE9}"/>
              </a:ext>
            </a:extLst>
          </p:cNvPr>
          <p:cNvSpPr>
            <a:spLocks noGrp="1"/>
          </p:cNvSpPr>
          <p:nvPr>
            <p:ph type="pic" sz="quarter" idx="31"/>
          </p:nvPr>
        </p:nvSpPr>
        <p:spPr>
          <a:xfrm>
            <a:off x="17761316" y="28997149"/>
            <a:ext cx="13279816" cy="699860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5" name="Picture Placeholder 10">
            <a:extLst>
              <a:ext uri="{FF2B5EF4-FFF2-40B4-BE49-F238E27FC236}">
                <a16:creationId xmlns:a16="http://schemas.microsoft.com/office/drawing/2014/main" id="{8A20DE25-2626-BEAC-E365-6EAE8637A504}"/>
              </a:ext>
            </a:extLst>
          </p:cNvPr>
          <p:cNvSpPr>
            <a:spLocks noGrp="1"/>
          </p:cNvSpPr>
          <p:nvPr>
            <p:ph type="pic" sz="quarter" idx="32"/>
          </p:nvPr>
        </p:nvSpPr>
        <p:spPr>
          <a:xfrm>
            <a:off x="1372739" y="25396277"/>
            <a:ext cx="7936298" cy="10599481"/>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Tree>
    <p:extLst>
      <p:ext uri="{BB962C8B-B14F-4D97-AF65-F5344CB8AC3E}">
        <p14:creationId xmlns:p14="http://schemas.microsoft.com/office/powerpoint/2010/main" val="1058046961"/>
      </p:ext>
    </p:extLst>
  </p:cSld>
  <p:clrMapOvr>
    <a:masterClrMapping/>
  </p:clrMapOvr>
  <p:extLst>
    <p:ext uri="{DCECCB84-F9BA-43D5-87BE-67443E8EF086}">
      <p15:sldGuideLst xmlns:p15="http://schemas.microsoft.com/office/powerpoint/2012/main">
        <p15:guide id="1" pos="11758" userDrawn="1">
          <p15:clr>
            <a:srgbClr val="FBAE40"/>
          </p15:clr>
        </p15:guide>
        <p15:guide id="2" orient="horz" pos="3855" userDrawn="1">
          <p15:clr>
            <a:srgbClr val="FBAE40"/>
          </p15:clr>
        </p15:guide>
        <p15:guide id="3" orient="horz" pos="5229" userDrawn="1">
          <p15:clr>
            <a:srgbClr val="FBAE40"/>
          </p15:clr>
        </p15:guide>
        <p15:guide id="4" orient="horz" pos="9120" userDrawn="1">
          <p15:clr>
            <a:srgbClr val="FBAE40"/>
          </p15:clr>
        </p15:guide>
        <p15:guide id="5" pos="6321" userDrawn="1">
          <p15:clr>
            <a:srgbClr val="FBAE40"/>
          </p15:clr>
        </p15:guide>
        <p15:guide id="6" pos="10908" userDrawn="1">
          <p15:clr>
            <a:srgbClr val="FBAE40"/>
          </p15:clr>
        </p15:guide>
        <p15:guide id="7" pos="5472" userDrawn="1">
          <p15:clr>
            <a:srgbClr val="FBAE40"/>
          </p15:clr>
        </p15:guide>
        <p15:guide id="8" orient="horz" pos="8639" userDrawn="1">
          <p15:clr>
            <a:srgbClr val="FBAE40"/>
          </p15:clr>
        </p15:guide>
        <p15:guide id="9" orient="horz" pos="6030" userDrawn="1">
          <p15:clr>
            <a:srgbClr val="FBAE40"/>
          </p15:clr>
        </p15:guide>
        <p15:guide id="10" orient="horz" pos="2269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ign option V3-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950759"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372739" y="19335146"/>
            <a:ext cx="16142277" cy="10620921"/>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943916"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0059608" y="8217039"/>
            <a:ext cx="7281896" cy="1094751"/>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8665565" y="8217039"/>
            <a:ext cx="12367827" cy="1967582"/>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Next Steps and Recommendations</a:t>
            </a:r>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8680148" y="10459152"/>
            <a:ext cx="12360985" cy="8031374"/>
          </a:xfrm>
          <a:prstGeom prst="rect">
            <a:avLst/>
          </a:prstGeom>
        </p:spPr>
        <p:txBody>
          <a:bodyPr lIns="0" tIns="0" rIns="0" bIns="0" numCol="1" spcCol="126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Challenges: data quality, managing large datasets, handling correlated tests (high collinearity) and modelling non-linear effects. Hierarchical clustering is used to manage highly correlated tests. This approach reduces feature set dimension for model building and uses predictive power score to identify causal relationships.</a:t>
            </a:r>
          </a:p>
          <a:p>
            <a:pPr lvl="0"/>
            <a:endParaRPr lang="en-GB" dirty="0"/>
          </a:p>
          <a:p>
            <a:pPr lvl="0"/>
            <a:r>
              <a:rPr lang="en-GB" dirty="0"/>
              <a:t>Next steps:</a:t>
            </a:r>
          </a:p>
          <a:p>
            <a:pPr lvl="0"/>
            <a:r>
              <a:rPr lang="en-GB" dirty="0"/>
              <a:t>• Expand module 1.1 from ATMC to other fabs</a:t>
            </a:r>
          </a:p>
          <a:p>
            <a:pPr lvl="0"/>
            <a:r>
              <a:rPr lang="en-GB" dirty="0"/>
              <a:t>• Develop Interfaces for module 1.2, 2, 3 and 4.</a:t>
            </a:r>
          </a:p>
          <a:p>
            <a:pPr lvl="0"/>
            <a:endParaRPr lang="en-GB" dirty="0"/>
          </a:p>
          <a:p>
            <a:pPr lvl="0"/>
            <a:r>
              <a:rPr lang="en-GB" dirty="0"/>
              <a:t>Improvement opportunities: Add defectivity data to improve the model’s capacity to predict yield loss due to defectivity.</a:t>
            </a:r>
          </a:p>
        </p:txBody>
      </p:sp>
      <p:sp>
        <p:nvSpPr>
          <p:cNvPr id="5" name="Picture Placeholder 10">
            <a:extLst>
              <a:ext uri="{FF2B5EF4-FFF2-40B4-BE49-F238E27FC236}">
                <a16:creationId xmlns:a16="http://schemas.microsoft.com/office/drawing/2014/main" id="{545E574A-8FB9-867C-E8D5-B64A7B47BB04}"/>
              </a:ext>
            </a:extLst>
          </p:cNvPr>
          <p:cNvSpPr>
            <a:spLocks noGrp="1"/>
          </p:cNvSpPr>
          <p:nvPr>
            <p:ph type="pic" sz="quarter" idx="26"/>
          </p:nvPr>
        </p:nvSpPr>
        <p:spPr>
          <a:xfrm>
            <a:off x="9578717" y="30223464"/>
            <a:ext cx="7936298" cy="10599481"/>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6" name="Picture Placeholder 10">
            <a:extLst>
              <a:ext uri="{FF2B5EF4-FFF2-40B4-BE49-F238E27FC236}">
                <a16:creationId xmlns:a16="http://schemas.microsoft.com/office/drawing/2014/main" id="{7AE731F2-5904-BF64-8686-4DD60D9C676D}"/>
              </a:ext>
            </a:extLst>
          </p:cNvPr>
          <p:cNvSpPr>
            <a:spLocks noGrp="1"/>
          </p:cNvSpPr>
          <p:nvPr>
            <p:ph type="pic" sz="quarter" idx="27"/>
          </p:nvPr>
        </p:nvSpPr>
        <p:spPr>
          <a:xfrm>
            <a:off x="17761316" y="19335147"/>
            <a:ext cx="13279816" cy="699860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9" name="Text Placeholder 6">
            <a:extLst>
              <a:ext uri="{FF2B5EF4-FFF2-40B4-BE49-F238E27FC236}">
                <a16:creationId xmlns:a16="http://schemas.microsoft.com/office/drawing/2014/main" id="{75838F5C-6BB7-66BB-CA0F-B4D6A0729778}"/>
              </a:ext>
            </a:extLst>
          </p:cNvPr>
          <p:cNvSpPr>
            <a:spLocks noGrp="1"/>
          </p:cNvSpPr>
          <p:nvPr>
            <p:ph type="body" sz="quarter" idx="18" hasCustomPrompt="1"/>
          </p:nvPr>
        </p:nvSpPr>
        <p:spPr>
          <a:xfrm>
            <a:off x="1372740" y="8217040"/>
            <a:ext cx="7314127"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10" name="Text Placeholder 6">
            <a:extLst>
              <a:ext uri="{FF2B5EF4-FFF2-40B4-BE49-F238E27FC236}">
                <a16:creationId xmlns:a16="http://schemas.microsoft.com/office/drawing/2014/main" id="{35CFB16E-5B0F-9941-FC6C-A011C37C1943}"/>
              </a:ext>
            </a:extLst>
          </p:cNvPr>
          <p:cNvSpPr>
            <a:spLocks noGrp="1"/>
          </p:cNvSpPr>
          <p:nvPr>
            <p:ph type="body" sz="quarter" idx="22" hasCustomPrompt="1"/>
          </p:nvPr>
        </p:nvSpPr>
        <p:spPr>
          <a:xfrm>
            <a:off x="1372739" y="9587362"/>
            <a:ext cx="7362810" cy="8903163"/>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4" name="Text Placeholder 6">
            <a:extLst>
              <a:ext uri="{FF2B5EF4-FFF2-40B4-BE49-F238E27FC236}">
                <a16:creationId xmlns:a16="http://schemas.microsoft.com/office/drawing/2014/main" id="{5864BDEE-18A6-0667-9CBC-5D9EA666AD7F}"/>
              </a:ext>
            </a:extLst>
          </p:cNvPr>
          <p:cNvSpPr>
            <a:spLocks noGrp="1"/>
          </p:cNvSpPr>
          <p:nvPr>
            <p:ph type="body" sz="quarter" idx="29" hasCustomPrompt="1"/>
          </p:nvPr>
        </p:nvSpPr>
        <p:spPr>
          <a:xfrm>
            <a:off x="10059610" y="9587362"/>
            <a:ext cx="7281895" cy="8903163"/>
          </a:xfrm>
          <a:prstGeom prst="rect">
            <a:avLst/>
          </a:prstGeom>
        </p:spPr>
        <p:txBody>
          <a:bodyPr lIns="0" tIns="0" rIns="0" bIns="0" numCol="1" spcCol="72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Innovative Methodology: The CP-UP tool uses cloud-based AI/ML platforms that automatically find the best algorithms, which guarantees the best results. The tool manages highly correlated tests using hierarchical clustering to effectively reduce dimension for model building and uses predictive power score identify causal relationships.</a:t>
            </a:r>
          </a:p>
        </p:txBody>
      </p:sp>
      <p:sp>
        <p:nvSpPr>
          <p:cNvPr id="12" name="Picture Placeholder 10">
            <a:extLst>
              <a:ext uri="{FF2B5EF4-FFF2-40B4-BE49-F238E27FC236}">
                <a16:creationId xmlns:a16="http://schemas.microsoft.com/office/drawing/2014/main" id="{2A3FA8F7-81B6-1909-1391-45DC54199208}"/>
              </a:ext>
            </a:extLst>
          </p:cNvPr>
          <p:cNvSpPr>
            <a:spLocks noGrp="1"/>
          </p:cNvSpPr>
          <p:nvPr>
            <p:ph type="pic" sz="quarter" idx="30"/>
          </p:nvPr>
        </p:nvSpPr>
        <p:spPr>
          <a:xfrm>
            <a:off x="17761316" y="26579741"/>
            <a:ext cx="13279816" cy="699860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3" name="Picture Placeholder 10">
            <a:extLst>
              <a:ext uri="{FF2B5EF4-FFF2-40B4-BE49-F238E27FC236}">
                <a16:creationId xmlns:a16="http://schemas.microsoft.com/office/drawing/2014/main" id="{98E9CFB0-52D8-259E-95F8-1A4039347EE9}"/>
              </a:ext>
            </a:extLst>
          </p:cNvPr>
          <p:cNvSpPr>
            <a:spLocks noGrp="1"/>
          </p:cNvSpPr>
          <p:nvPr>
            <p:ph type="pic" sz="quarter" idx="31"/>
          </p:nvPr>
        </p:nvSpPr>
        <p:spPr>
          <a:xfrm>
            <a:off x="17761316" y="33824336"/>
            <a:ext cx="13279816" cy="699860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5" name="Picture Placeholder 10">
            <a:extLst>
              <a:ext uri="{FF2B5EF4-FFF2-40B4-BE49-F238E27FC236}">
                <a16:creationId xmlns:a16="http://schemas.microsoft.com/office/drawing/2014/main" id="{8A20DE25-2626-BEAC-E365-6EAE8637A504}"/>
              </a:ext>
            </a:extLst>
          </p:cNvPr>
          <p:cNvSpPr>
            <a:spLocks noGrp="1"/>
          </p:cNvSpPr>
          <p:nvPr>
            <p:ph type="pic" sz="quarter" idx="32"/>
          </p:nvPr>
        </p:nvSpPr>
        <p:spPr>
          <a:xfrm>
            <a:off x="1372739" y="30223464"/>
            <a:ext cx="7936298" cy="10599481"/>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Tree>
    <p:extLst>
      <p:ext uri="{BB962C8B-B14F-4D97-AF65-F5344CB8AC3E}">
        <p14:creationId xmlns:p14="http://schemas.microsoft.com/office/powerpoint/2010/main" val="832491937"/>
      </p:ext>
    </p:extLst>
  </p:cSld>
  <p:clrMapOvr>
    <a:masterClrMapping/>
  </p:clrMapOvr>
  <p:extLst>
    <p:ext uri="{DCECCB84-F9BA-43D5-87BE-67443E8EF086}">
      <p15:sldGuideLst xmlns:p15="http://schemas.microsoft.com/office/powerpoint/2012/main">
        <p15:guide id="1" pos="11758" userDrawn="1">
          <p15:clr>
            <a:srgbClr val="FBAE40"/>
          </p15:clr>
        </p15:guide>
        <p15:guide id="2" orient="horz" pos="3855" userDrawn="1">
          <p15:clr>
            <a:srgbClr val="FBAE40"/>
          </p15:clr>
        </p15:guide>
        <p15:guide id="3" orient="horz" pos="5229" userDrawn="1">
          <p15:clr>
            <a:srgbClr val="FBAE40"/>
          </p15:clr>
        </p15:guide>
        <p15:guide id="4" orient="horz" pos="9120" userDrawn="1">
          <p15:clr>
            <a:srgbClr val="FBAE40"/>
          </p15:clr>
        </p15:guide>
        <p15:guide id="5" pos="6321" userDrawn="1">
          <p15:clr>
            <a:srgbClr val="FBAE40"/>
          </p15:clr>
        </p15:guide>
        <p15:guide id="6" pos="10908" userDrawn="1">
          <p15:clr>
            <a:srgbClr val="FBAE40"/>
          </p15:clr>
        </p15:guide>
        <p15:guide id="7" pos="5472" userDrawn="1">
          <p15:clr>
            <a:srgbClr val="FBAE40"/>
          </p15:clr>
        </p15:guide>
        <p15:guide id="8" orient="horz" pos="8639" userDrawn="1">
          <p15:clr>
            <a:srgbClr val="FBAE40"/>
          </p15:clr>
        </p15:guide>
        <p15:guide id="9" orient="horz" pos="6030" userDrawn="1">
          <p15:clr>
            <a:srgbClr val="FBAE40"/>
          </p15:clr>
        </p15:guide>
        <p15:guide id="10" orient="horz" pos="121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sign option V3-C">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726167"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2885986" y="8355791"/>
            <a:ext cx="18147406" cy="1065881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726167"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cxnSp>
        <p:nvCxnSpPr>
          <p:cNvPr id="23" name="Straight Connector 22">
            <a:extLst>
              <a:ext uri="{FF2B5EF4-FFF2-40B4-BE49-F238E27FC236}">
                <a16:creationId xmlns:a16="http://schemas.microsoft.com/office/drawing/2014/main" id="{654D3996-8710-A767-7F2D-3D04D1F2D529}"/>
              </a:ext>
            </a:extLst>
          </p:cNvPr>
          <p:cNvCxnSpPr/>
          <p:nvPr userDrawn="1"/>
        </p:nvCxnSpPr>
        <p:spPr>
          <a:xfrm>
            <a:off x="1365897" y="17348830"/>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10F8CDA-BDFC-DBBB-38BA-A31F728EAEEC}"/>
              </a:ext>
            </a:extLst>
          </p:cNvPr>
          <p:cNvCxnSpPr/>
          <p:nvPr userDrawn="1"/>
        </p:nvCxnSpPr>
        <p:spPr>
          <a:xfrm>
            <a:off x="1365897" y="28465318"/>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Text Placeholder 6">
            <a:extLst>
              <a:ext uri="{FF2B5EF4-FFF2-40B4-BE49-F238E27FC236}">
                <a16:creationId xmlns:a16="http://schemas.microsoft.com/office/drawing/2014/main" id="{56938C61-6928-3AFB-9B47-AD3066CF8BA3}"/>
              </a:ext>
            </a:extLst>
          </p:cNvPr>
          <p:cNvSpPr>
            <a:spLocks noGrp="1"/>
          </p:cNvSpPr>
          <p:nvPr>
            <p:ph type="body" sz="quarter" idx="18" hasCustomPrompt="1"/>
          </p:nvPr>
        </p:nvSpPr>
        <p:spPr>
          <a:xfrm>
            <a:off x="1372740" y="8217929"/>
            <a:ext cx="10126961"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372740" y="18432512"/>
            <a:ext cx="10126961" cy="1012694"/>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372740" y="29528027"/>
            <a:ext cx="10126961" cy="1946980"/>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Next Steps and Recommendations</a:t>
            </a:r>
          </a:p>
        </p:txBody>
      </p:sp>
      <p:sp>
        <p:nvSpPr>
          <p:cNvPr id="32" name="Text Placeholder 6">
            <a:extLst>
              <a:ext uri="{FF2B5EF4-FFF2-40B4-BE49-F238E27FC236}">
                <a16:creationId xmlns:a16="http://schemas.microsoft.com/office/drawing/2014/main" id="{F1A6B1C7-059E-9914-04D1-E55AC3FEAD66}"/>
              </a:ext>
            </a:extLst>
          </p:cNvPr>
          <p:cNvSpPr>
            <a:spLocks noGrp="1"/>
          </p:cNvSpPr>
          <p:nvPr>
            <p:ph type="body" sz="quarter" idx="22" hasCustomPrompt="1"/>
          </p:nvPr>
        </p:nvSpPr>
        <p:spPr>
          <a:xfrm>
            <a:off x="1372740" y="9587361"/>
            <a:ext cx="10126961" cy="6816051"/>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4" name="Text Placeholder 6">
            <a:extLst>
              <a:ext uri="{FF2B5EF4-FFF2-40B4-BE49-F238E27FC236}">
                <a16:creationId xmlns:a16="http://schemas.microsoft.com/office/drawing/2014/main" id="{0C6A7967-0940-FA82-7BE1-60C4DE4D9DD8}"/>
              </a:ext>
            </a:extLst>
          </p:cNvPr>
          <p:cNvSpPr>
            <a:spLocks noGrp="1"/>
          </p:cNvSpPr>
          <p:nvPr>
            <p:ph type="body" sz="quarter" idx="24" hasCustomPrompt="1"/>
          </p:nvPr>
        </p:nvSpPr>
        <p:spPr>
          <a:xfrm>
            <a:off x="1372740" y="19791426"/>
            <a:ext cx="10126961" cy="7728470"/>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372740" y="31862357"/>
            <a:ext cx="10126961" cy="8960588"/>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 name="Picture Placeholder 10">
            <a:extLst>
              <a:ext uri="{FF2B5EF4-FFF2-40B4-BE49-F238E27FC236}">
                <a16:creationId xmlns:a16="http://schemas.microsoft.com/office/drawing/2014/main" id="{37615D42-6B31-ECA5-8DDF-08D458979D0D}"/>
              </a:ext>
            </a:extLst>
          </p:cNvPr>
          <p:cNvSpPr>
            <a:spLocks noGrp="1"/>
          </p:cNvSpPr>
          <p:nvPr>
            <p:ph type="pic" sz="quarter" idx="26"/>
          </p:nvPr>
        </p:nvSpPr>
        <p:spPr>
          <a:xfrm>
            <a:off x="22114688" y="30175675"/>
            <a:ext cx="8918704" cy="1065881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4" name="Picture Placeholder 10">
            <a:extLst>
              <a:ext uri="{FF2B5EF4-FFF2-40B4-BE49-F238E27FC236}">
                <a16:creationId xmlns:a16="http://schemas.microsoft.com/office/drawing/2014/main" id="{126359EE-0F79-AF50-807A-F7249E3650B2}"/>
              </a:ext>
            </a:extLst>
          </p:cNvPr>
          <p:cNvSpPr>
            <a:spLocks noGrp="1"/>
          </p:cNvSpPr>
          <p:nvPr>
            <p:ph type="pic" sz="quarter" idx="27"/>
          </p:nvPr>
        </p:nvSpPr>
        <p:spPr>
          <a:xfrm>
            <a:off x="12885985" y="30175675"/>
            <a:ext cx="8918704" cy="1065881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5" name="Picture Placeholder 10">
            <a:extLst>
              <a:ext uri="{FF2B5EF4-FFF2-40B4-BE49-F238E27FC236}">
                <a16:creationId xmlns:a16="http://schemas.microsoft.com/office/drawing/2014/main" id="{4219FF69-0A1A-7809-3644-25238B087FC4}"/>
              </a:ext>
            </a:extLst>
          </p:cNvPr>
          <p:cNvSpPr>
            <a:spLocks noGrp="1"/>
          </p:cNvSpPr>
          <p:nvPr>
            <p:ph type="pic" sz="quarter" idx="28"/>
          </p:nvPr>
        </p:nvSpPr>
        <p:spPr>
          <a:xfrm>
            <a:off x="20366140" y="24729305"/>
            <a:ext cx="10667252"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6" name="Picture Placeholder 10">
            <a:extLst>
              <a:ext uri="{FF2B5EF4-FFF2-40B4-BE49-F238E27FC236}">
                <a16:creationId xmlns:a16="http://schemas.microsoft.com/office/drawing/2014/main" id="{183B46FE-2FAF-6659-46B3-822AFABA6879}"/>
              </a:ext>
            </a:extLst>
          </p:cNvPr>
          <p:cNvSpPr>
            <a:spLocks noGrp="1"/>
          </p:cNvSpPr>
          <p:nvPr>
            <p:ph type="pic" sz="quarter" idx="29"/>
          </p:nvPr>
        </p:nvSpPr>
        <p:spPr>
          <a:xfrm>
            <a:off x="12885985" y="24729305"/>
            <a:ext cx="7225489"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8" name="Picture Placeholder 10">
            <a:extLst>
              <a:ext uri="{FF2B5EF4-FFF2-40B4-BE49-F238E27FC236}">
                <a16:creationId xmlns:a16="http://schemas.microsoft.com/office/drawing/2014/main" id="{DB602602-4B01-0B5C-3780-95CC00283D18}"/>
              </a:ext>
            </a:extLst>
          </p:cNvPr>
          <p:cNvSpPr>
            <a:spLocks noGrp="1"/>
          </p:cNvSpPr>
          <p:nvPr>
            <p:ph type="pic" sz="quarter" idx="30"/>
          </p:nvPr>
        </p:nvSpPr>
        <p:spPr>
          <a:xfrm>
            <a:off x="12885984" y="19271422"/>
            <a:ext cx="10667252"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9" name="Picture Placeholder 10">
            <a:extLst>
              <a:ext uri="{FF2B5EF4-FFF2-40B4-BE49-F238E27FC236}">
                <a16:creationId xmlns:a16="http://schemas.microsoft.com/office/drawing/2014/main" id="{89D07A4C-E220-0021-8EAE-F25784244D22}"/>
              </a:ext>
            </a:extLst>
          </p:cNvPr>
          <p:cNvSpPr>
            <a:spLocks noGrp="1"/>
          </p:cNvSpPr>
          <p:nvPr>
            <p:ph type="pic" sz="quarter" idx="31"/>
          </p:nvPr>
        </p:nvSpPr>
        <p:spPr>
          <a:xfrm>
            <a:off x="23801060" y="19271422"/>
            <a:ext cx="7225489"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Tree>
    <p:extLst>
      <p:ext uri="{BB962C8B-B14F-4D97-AF65-F5344CB8AC3E}">
        <p14:creationId xmlns:p14="http://schemas.microsoft.com/office/powerpoint/2010/main" val="2405023808"/>
      </p:ext>
    </p:extLst>
  </p:cSld>
  <p:clrMapOvr>
    <a:masterClrMapping/>
  </p:clrMapOvr>
  <p:extLst>
    <p:ext uri="{DCECCB84-F9BA-43D5-87BE-67443E8EF086}">
      <p15:sldGuideLst xmlns:p15="http://schemas.microsoft.com/office/powerpoint/2012/main">
        <p15:guide id="1" pos="8117" userDrawn="1">
          <p15:clr>
            <a:srgbClr val="FBAE40"/>
          </p15:clr>
        </p15:guide>
        <p15:guide id="2" orient="horz" pos="3855" userDrawn="1">
          <p15:clr>
            <a:srgbClr val="FBAE40"/>
          </p15:clr>
        </p15:guide>
        <p15:guide id="3" orient="horz" pos="5229" userDrawn="1">
          <p15:clr>
            <a:srgbClr val="FBAE40"/>
          </p15:clr>
        </p15:guide>
        <p15:guide id="4" orient="horz" pos="10928" userDrawn="1">
          <p15:clr>
            <a:srgbClr val="FBAE40"/>
          </p15:clr>
        </p15:guide>
        <p15:guide id="5" pos="7244" userDrawn="1">
          <p15:clr>
            <a:srgbClr val="FBAE40"/>
          </p15:clr>
        </p15:guide>
        <p15:guide id="6" orient="horz" pos="1793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en-US" altLang="zh-CN"/>
              <a:t>Click to edit Master title style</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98080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9465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en-US" altLang="zh-CN"/>
              <a:t>Click to edit Master title style</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tint val="82000"/>
                  </a:schemeClr>
                </a:solidFill>
              </a:defRPr>
            </a:lvl1pPr>
            <a:lvl2pPr marL="1619951" indent="0">
              <a:buNone/>
              <a:defRPr sz="7086">
                <a:solidFill>
                  <a:schemeClr val="tx1">
                    <a:tint val="82000"/>
                  </a:schemeClr>
                </a:solidFill>
              </a:defRPr>
            </a:lvl2pPr>
            <a:lvl3pPr marL="3239902" indent="0">
              <a:buNone/>
              <a:defRPr sz="6378">
                <a:solidFill>
                  <a:schemeClr val="tx1">
                    <a:tint val="82000"/>
                  </a:schemeClr>
                </a:solidFill>
              </a:defRPr>
            </a:lvl3pPr>
            <a:lvl4pPr marL="4859853" indent="0">
              <a:buNone/>
              <a:defRPr sz="5669">
                <a:solidFill>
                  <a:schemeClr val="tx1">
                    <a:tint val="82000"/>
                  </a:schemeClr>
                </a:solidFill>
              </a:defRPr>
            </a:lvl4pPr>
            <a:lvl5pPr marL="6479804" indent="0">
              <a:buNone/>
              <a:defRPr sz="5669">
                <a:solidFill>
                  <a:schemeClr val="tx1">
                    <a:tint val="82000"/>
                  </a:schemeClr>
                </a:solidFill>
              </a:defRPr>
            </a:lvl5pPr>
            <a:lvl6pPr marL="8099755" indent="0">
              <a:buNone/>
              <a:defRPr sz="5669">
                <a:solidFill>
                  <a:schemeClr val="tx1">
                    <a:tint val="82000"/>
                  </a:schemeClr>
                </a:solidFill>
              </a:defRPr>
            </a:lvl6pPr>
            <a:lvl7pPr marL="9719706" indent="0">
              <a:buNone/>
              <a:defRPr sz="5669">
                <a:solidFill>
                  <a:schemeClr val="tx1">
                    <a:tint val="82000"/>
                  </a:schemeClr>
                </a:solidFill>
              </a:defRPr>
            </a:lvl7pPr>
            <a:lvl8pPr marL="11339657" indent="0">
              <a:buNone/>
              <a:defRPr sz="5669">
                <a:solidFill>
                  <a:schemeClr val="tx1">
                    <a:tint val="82000"/>
                  </a:schemeClr>
                </a:solidFill>
              </a:defRPr>
            </a:lvl8pPr>
            <a:lvl9pPr marL="12959608" indent="0">
              <a:buNone/>
              <a:defRPr sz="5669">
                <a:solidFill>
                  <a:schemeClr val="tx1">
                    <a:tint val="82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82837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54841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ltLang="zh-CN"/>
              <a:t>Click to edit Master text styles</a:t>
            </a:r>
          </a:p>
        </p:txBody>
      </p:sp>
      <p:sp>
        <p:nvSpPr>
          <p:cNvPr id="4" name="Content Placeholder 3"/>
          <p:cNvSpPr>
            <a:spLocks noGrp="1"/>
          </p:cNvSpPr>
          <p:nvPr>
            <p:ph sz="half" idx="2"/>
          </p:nvPr>
        </p:nvSpPr>
        <p:spPr>
          <a:xfrm>
            <a:off x="2231675" y="15780233"/>
            <a:ext cx="13706415" cy="23210346"/>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ltLang="zh-CN"/>
              <a:t>Click to edit Master text styles</a:t>
            </a:r>
          </a:p>
        </p:txBody>
      </p:sp>
      <p:sp>
        <p:nvSpPr>
          <p:cNvPr id="6" name="Content Placeholder 5"/>
          <p:cNvSpPr>
            <a:spLocks noGrp="1"/>
          </p:cNvSpPr>
          <p:nvPr>
            <p:ph sz="quarter" idx="4"/>
          </p:nvPr>
        </p:nvSpPr>
        <p:spPr>
          <a:xfrm>
            <a:off x="16402142" y="15780233"/>
            <a:ext cx="13773917" cy="23210346"/>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94213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17456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79502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n-US" altLang="zh-CN"/>
              <a:t>Click to edit Master title style</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55817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ltLang="zh-CN"/>
              <a:t>Click icon to add picture</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18734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59390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9930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sign option V2-A">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726167"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2885986" y="17348830"/>
            <a:ext cx="18147406" cy="104913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4" name="Picture Placeholder 10">
            <a:extLst>
              <a:ext uri="{FF2B5EF4-FFF2-40B4-BE49-F238E27FC236}">
                <a16:creationId xmlns:a16="http://schemas.microsoft.com/office/drawing/2014/main" id="{CD1C3EA1-E1E3-1CBD-88E9-4A2FC5891DB7}"/>
              </a:ext>
            </a:extLst>
          </p:cNvPr>
          <p:cNvSpPr>
            <a:spLocks noGrp="1"/>
          </p:cNvSpPr>
          <p:nvPr>
            <p:ph type="pic" sz="quarter" idx="12"/>
          </p:nvPr>
        </p:nvSpPr>
        <p:spPr>
          <a:xfrm>
            <a:off x="12885985" y="28117025"/>
            <a:ext cx="10664531" cy="6337098"/>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5" name="Picture Placeholder 10">
            <a:extLst>
              <a:ext uri="{FF2B5EF4-FFF2-40B4-BE49-F238E27FC236}">
                <a16:creationId xmlns:a16="http://schemas.microsoft.com/office/drawing/2014/main" id="{BA6056BB-0FBA-7E0D-BE8F-AF9D7AE741E0}"/>
              </a:ext>
            </a:extLst>
          </p:cNvPr>
          <p:cNvSpPr>
            <a:spLocks noGrp="1"/>
          </p:cNvSpPr>
          <p:nvPr>
            <p:ph type="pic" sz="quarter" idx="13"/>
          </p:nvPr>
        </p:nvSpPr>
        <p:spPr>
          <a:xfrm>
            <a:off x="23908640" y="28117025"/>
            <a:ext cx="7124752" cy="6337098"/>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6" name="Picture Placeholder 10">
            <a:extLst>
              <a:ext uri="{FF2B5EF4-FFF2-40B4-BE49-F238E27FC236}">
                <a16:creationId xmlns:a16="http://schemas.microsoft.com/office/drawing/2014/main" id="{DDE685C9-D522-3F2F-3A27-9B184D4A155A}"/>
              </a:ext>
            </a:extLst>
          </p:cNvPr>
          <p:cNvSpPr>
            <a:spLocks noGrp="1"/>
          </p:cNvSpPr>
          <p:nvPr>
            <p:ph type="pic" sz="quarter" idx="14"/>
          </p:nvPr>
        </p:nvSpPr>
        <p:spPr>
          <a:xfrm>
            <a:off x="12885986" y="34730986"/>
            <a:ext cx="7187610" cy="609195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7" name="Picture Placeholder 10">
            <a:extLst>
              <a:ext uri="{FF2B5EF4-FFF2-40B4-BE49-F238E27FC236}">
                <a16:creationId xmlns:a16="http://schemas.microsoft.com/office/drawing/2014/main" id="{81726C59-ACDB-1922-4CA9-EDB2220BF853}"/>
              </a:ext>
            </a:extLst>
          </p:cNvPr>
          <p:cNvSpPr>
            <a:spLocks noGrp="1"/>
          </p:cNvSpPr>
          <p:nvPr>
            <p:ph type="pic" sz="quarter" idx="15"/>
          </p:nvPr>
        </p:nvSpPr>
        <p:spPr>
          <a:xfrm>
            <a:off x="20431719" y="34730986"/>
            <a:ext cx="10601673" cy="6091959"/>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726167"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cxnSp>
        <p:nvCxnSpPr>
          <p:cNvPr id="23" name="Straight Connector 22">
            <a:extLst>
              <a:ext uri="{FF2B5EF4-FFF2-40B4-BE49-F238E27FC236}">
                <a16:creationId xmlns:a16="http://schemas.microsoft.com/office/drawing/2014/main" id="{654D3996-8710-A767-7F2D-3D04D1F2D529}"/>
              </a:ext>
            </a:extLst>
          </p:cNvPr>
          <p:cNvCxnSpPr/>
          <p:nvPr userDrawn="1"/>
        </p:nvCxnSpPr>
        <p:spPr>
          <a:xfrm>
            <a:off x="1365897" y="17348830"/>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10F8CDA-BDFC-DBBB-38BA-A31F728EAEEC}"/>
              </a:ext>
            </a:extLst>
          </p:cNvPr>
          <p:cNvCxnSpPr/>
          <p:nvPr userDrawn="1"/>
        </p:nvCxnSpPr>
        <p:spPr>
          <a:xfrm>
            <a:off x="1365897" y="28465318"/>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Text Placeholder 6">
            <a:extLst>
              <a:ext uri="{FF2B5EF4-FFF2-40B4-BE49-F238E27FC236}">
                <a16:creationId xmlns:a16="http://schemas.microsoft.com/office/drawing/2014/main" id="{56938C61-6928-3AFB-9B47-AD3066CF8BA3}"/>
              </a:ext>
            </a:extLst>
          </p:cNvPr>
          <p:cNvSpPr>
            <a:spLocks noGrp="1"/>
          </p:cNvSpPr>
          <p:nvPr>
            <p:ph type="body" sz="quarter" idx="18" hasCustomPrompt="1"/>
          </p:nvPr>
        </p:nvSpPr>
        <p:spPr>
          <a:xfrm>
            <a:off x="1372740" y="8217929"/>
            <a:ext cx="10126961"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29" name="Text Placeholder 6">
            <a:extLst>
              <a:ext uri="{FF2B5EF4-FFF2-40B4-BE49-F238E27FC236}">
                <a16:creationId xmlns:a16="http://schemas.microsoft.com/office/drawing/2014/main" id="{983D7582-1BD6-CFC6-531A-74E4F2C7C958}"/>
              </a:ext>
            </a:extLst>
          </p:cNvPr>
          <p:cNvSpPr>
            <a:spLocks noGrp="1"/>
          </p:cNvSpPr>
          <p:nvPr>
            <p:ph type="body" sz="quarter" idx="19" hasCustomPrompt="1"/>
          </p:nvPr>
        </p:nvSpPr>
        <p:spPr>
          <a:xfrm>
            <a:off x="12887809" y="8217929"/>
            <a:ext cx="18138739" cy="1094752"/>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372740" y="18432512"/>
            <a:ext cx="10126961" cy="1598129"/>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Business</a:t>
            </a:r>
          </a:p>
          <a:p>
            <a:pPr lvl="0"/>
            <a:r>
              <a:rPr lang="en-GB" dirty="0"/>
              <a:t>&amp; Customers</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372740" y="29528026"/>
            <a:ext cx="10126961" cy="2604906"/>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Challenges, </a:t>
            </a:r>
          </a:p>
          <a:p>
            <a:pPr lvl="0"/>
            <a:r>
              <a:rPr lang="en-GB" dirty="0"/>
              <a:t>Opportunities and </a:t>
            </a:r>
          </a:p>
          <a:p>
            <a:pPr lvl="0"/>
            <a:r>
              <a:rPr lang="en-GB" dirty="0"/>
              <a:t>Recommendations</a:t>
            </a:r>
          </a:p>
        </p:txBody>
      </p:sp>
      <p:sp>
        <p:nvSpPr>
          <p:cNvPr id="32" name="Text Placeholder 6">
            <a:extLst>
              <a:ext uri="{FF2B5EF4-FFF2-40B4-BE49-F238E27FC236}">
                <a16:creationId xmlns:a16="http://schemas.microsoft.com/office/drawing/2014/main" id="{F1A6B1C7-059E-9914-04D1-E55AC3FEAD66}"/>
              </a:ext>
            </a:extLst>
          </p:cNvPr>
          <p:cNvSpPr>
            <a:spLocks noGrp="1"/>
          </p:cNvSpPr>
          <p:nvPr>
            <p:ph type="body" sz="quarter" idx="22" hasCustomPrompt="1"/>
          </p:nvPr>
        </p:nvSpPr>
        <p:spPr>
          <a:xfrm>
            <a:off x="1372740" y="9587361"/>
            <a:ext cx="10126961" cy="6816051"/>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3" name="Text Placeholder 6">
            <a:extLst>
              <a:ext uri="{FF2B5EF4-FFF2-40B4-BE49-F238E27FC236}">
                <a16:creationId xmlns:a16="http://schemas.microsoft.com/office/drawing/2014/main" id="{4CD6D147-B5F3-4DA2-24DD-6364D803229F}"/>
              </a:ext>
            </a:extLst>
          </p:cNvPr>
          <p:cNvSpPr>
            <a:spLocks noGrp="1"/>
          </p:cNvSpPr>
          <p:nvPr>
            <p:ph type="body" sz="quarter" idx="23" hasCustomPrompt="1"/>
          </p:nvPr>
        </p:nvSpPr>
        <p:spPr>
          <a:xfrm>
            <a:off x="12887808" y="9587361"/>
            <a:ext cx="18145583" cy="6816051"/>
          </a:xfrm>
          <a:prstGeom prst="rect">
            <a:avLst/>
          </a:prstGeom>
        </p:spPr>
        <p:txBody>
          <a:bodyPr lIns="0" tIns="0" rIns="0" bIns="0" numCol="2" spcCol="72000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Team developed CP-UP to have faster root cause and prevent quality issues. The application is designed for automated ML failure analysis to help device engineers address yield loss observed at four levels: 1) per Unit Probe bin, 2) per Unit Probe test, 3) per Final Test bin, 4) per Final Test.</a:t>
            </a:r>
          </a:p>
          <a:p>
            <a:pPr lvl="0"/>
            <a:endParaRPr lang="en-GB" dirty="0"/>
          </a:p>
          <a:p>
            <a:pPr lvl="0"/>
            <a:r>
              <a:rPr lang="en-GB" dirty="0"/>
              <a:t>Innovative Methodology: The CP-UP tool uses cloud-based AI/ML platforms that automatically find the best algorithms, which guarantees the best results. The tool manages highly correlated tests using hierarchical clustering to effectively reduce feature dimension for model building and uses predictive power score identify causal relationships. GAM model is adopted to capture non-linear pattern, enhancing interpretability.</a:t>
            </a:r>
          </a:p>
          <a:p>
            <a:pPr lvl="0"/>
            <a:endParaRPr lang="en-GB" dirty="0"/>
          </a:p>
          <a:p>
            <a:pPr lvl="0"/>
            <a:r>
              <a:rPr lang="en-GB" dirty="0"/>
              <a:t>Wins: The CP-UP tool predicted MV Buck fallout based on class probe Poly-Rs, with lower measurements of Poly-Rs tending to have higher fallout. This non-linear relationship can help improve the yield issue for SMOS10HV. </a:t>
            </a:r>
          </a:p>
        </p:txBody>
      </p:sp>
      <p:sp>
        <p:nvSpPr>
          <p:cNvPr id="34" name="Text Placeholder 6">
            <a:extLst>
              <a:ext uri="{FF2B5EF4-FFF2-40B4-BE49-F238E27FC236}">
                <a16:creationId xmlns:a16="http://schemas.microsoft.com/office/drawing/2014/main" id="{0C6A7967-0940-FA82-7BE1-60C4DE4D9DD8}"/>
              </a:ext>
            </a:extLst>
          </p:cNvPr>
          <p:cNvSpPr>
            <a:spLocks noGrp="1"/>
          </p:cNvSpPr>
          <p:nvPr>
            <p:ph type="body" sz="quarter" idx="24" hasCustomPrompt="1"/>
          </p:nvPr>
        </p:nvSpPr>
        <p:spPr>
          <a:xfrm>
            <a:off x="1372740" y="20683363"/>
            <a:ext cx="10126961" cy="6816051"/>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372740" y="32788092"/>
            <a:ext cx="10126961" cy="8034853"/>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Tree>
    <p:extLst>
      <p:ext uri="{BB962C8B-B14F-4D97-AF65-F5344CB8AC3E}">
        <p14:creationId xmlns:p14="http://schemas.microsoft.com/office/powerpoint/2010/main" val="3731580979"/>
      </p:ext>
    </p:extLst>
  </p:cSld>
  <p:clrMapOvr>
    <a:masterClrMapping/>
  </p:clrMapOvr>
  <p:extLst>
    <p:ext uri="{DCECCB84-F9BA-43D5-87BE-67443E8EF086}">
      <p15:sldGuideLst xmlns:p15="http://schemas.microsoft.com/office/powerpoint/2012/main">
        <p15:guide id="1" pos="8117">
          <p15:clr>
            <a:srgbClr val="FBAE40"/>
          </p15:clr>
        </p15:guide>
        <p15:guide id="2" orient="horz" pos="3855">
          <p15:clr>
            <a:srgbClr val="FBAE40"/>
          </p15:clr>
        </p15:guide>
        <p15:guide id="3" orient="horz" pos="5229">
          <p15:clr>
            <a:srgbClr val="FBAE40"/>
          </p15:clr>
        </p15:guide>
        <p15:guide id="4" orient="horz" pos="10928">
          <p15:clr>
            <a:srgbClr val="FBAE40"/>
          </p15:clr>
        </p15:guide>
        <p15:guide id="5" pos="72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Design option V3-C">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691CCC-5A62-47E7-1033-C7C42C87C6EC}"/>
              </a:ext>
            </a:extLst>
          </p:cNvPr>
          <p:cNvSpPr>
            <a:spLocks noGrp="1"/>
          </p:cNvSpPr>
          <p:nvPr>
            <p:ph type="body" sz="quarter" idx="10" hasCustomPrompt="1"/>
          </p:nvPr>
        </p:nvSpPr>
        <p:spPr>
          <a:xfrm>
            <a:off x="1365897" y="2196645"/>
            <a:ext cx="15726167" cy="3586724"/>
          </a:xfrm>
          <a:prstGeom prst="rect">
            <a:avLst/>
          </a:prstGeom>
        </p:spPr>
        <p:txBody>
          <a:bodyPr lIns="0" tIns="0" rIns="0" bIns="0"/>
          <a:lstStyle>
            <a:lvl1pPr marL="0" indent="0">
              <a:lnSpc>
                <a:spcPts val="9084"/>
              </a:lnSpc>
              <a:spcBef>
                <a:spcPts val="0"/>
              </a:spcBef>
              <a:buNone/>
              <a:defRPr sz="7671"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Title here</a:t>
            </a:r>
          </a:p>
        </p:txBody>
      </p:sp>
      <p:sp>
        <p:nvSpPr>
          <p:cNvPr id="11" name="Picture Placeholder 10">
            <a:extLst>
              <a:ext uri="{FF2B5EF4-FFF2-40B4-BE49-F238E27FC236}">
                <a16:creationId xmlns:a16="http://schemas.microsoft.com/office/drawing/2014/main" id="{04E606DE-0E17-9C2A-7BA1-6C01F41D4F55}"/>
              </a:ext>
            </a:extLst>
          </p:cNvPr>
          <p:cNvSpPr>
            <a:spLocks noGrp="1"/>
          </p:cNvSpPr>
          <p:nvPr>
            <p:ph type="pic" sz="quarter" idx="11"/>
          </p:nvPr>
        </p:nvSpPr>
        <p:spPr>
          <a:xfrm>
            <a:off x="12885986" y="8355791"/>
            <a:ext cx="18147406" cy="1065881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18" name="Text Placeholder 6">
            <a:extLst>
              <a:ext uri="{FF2B5EF4-FFF2-40B4-BE49-F238E27FC236}">
                <a16:creationId xmlns:a16="http://schemas.microsoft.com/office/drawing/2014/main" id="{1425BEC6-D74B-A5A0-63D6-177A58EB15F6}"/>
              </a:ext>
            </a:extLst>
          </p:cNvPr>
          <p:cNvSpPr>
            <a:spLocks noGrp="1"/>
          </p:cNvSpPr>
          <p:nvPr>
            <p:ph type="body" sz="quarter" idx="16" hasCustomPrompt="1"/>
          </p:nvPr>
        </p:nvSpPr>
        <p:spPr>
          <a:xfrm>
            <a:off x="1372740" y="6120479"/>
            <a:ext cx="15726167" cy="1447124"/>
          </a:xfrm>
          <a:prstGeom prst="rect">
            <a:avLst/>
          </a:prstGeom>
        </p:spPr>
        <p:txBody>
          <a:bodyPr lIns="0" tIns="0" rIns="0" bIns="0"/>
          <a:lstStyle>
            <a:lvl1pPr marL="0" indent="0">
              <a:lnSpc>
                <a:spcPct val="100000"/>
              </a:lnSpc>
              <a:spcBef>
                <a:spcPts val="0"/>
              </a:spcBef>
              <a:buNone/>
              <a:defRPr sz="3028" b="1" i="0">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Names here</a:t>
            </a:r>
          </a:p>
        </p:txBody>
      </p:sp>
      <p:sp>
        <p:nvSpPr>
          <p:cNvPr id="19" name="Text Placeholder 6">
            <a:extLst>
              <a:ext uri="{FF2B5EF4-FFF2-40B4-BE49-F238E27FC236}">
                <a16:creationId xmlns:a16="http://schemas.microsoft.com/office/drawing/2014/main" id="{25E5D2BB-5E0D-BCD5-2D29-781DD4513DEF}"/>
              </a:ext>
            </a:extLst>
          </p:cNvPr>
          <p:cNvSpPr>
            <a:spLocks noGrp="1"/>
          </p:cNvSpPr>
          <p:nvPr>
            <p:ph type="body" sz="quarter" idx="17" hasCustomPrompt="1"/>
          </p:nvPr>
        </p:nvSpPr>
        <p:spPr>
          <a:xfrm>
            <a:off x="21197911" y="6120479"/>
            <a:ext cx="9835481" cy="1447124"/>
          </a:xfrm>
          <a:prstGeom prst="rect">
            <a:avLst/>
          </a:prstGeom>
        </p:spPr>
        <p:txBody>
          <a:bodyPr lIns="0" tIns="0" rIns="0" bIns="0"/>
          <a:lstStyle>
            <a:lvl1pPr marL="0" indent="0">
              <a:lnSpc>
                <a:spcPct val="100000"/>
              </a:lnSpc>
              <a:spcBef>
                <a:spcPts val="0"/>
              </a:spcBef>
              <a:buNone/>
              <a:defRPr sz="3835" b="0" i="0">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Additional text if needed</a:t>
            </a:r>
          </a:p>
        </p:txBody>
      </p:sp>
      <p:cxnSp>
        <p:nvCxnSpPr>
          <p:cNvPr id="23" name="Straight Connector 22">
            <a:extLst>
              <a:ext uri="{FF2B5EF4-FFF2-40B4-BE49-F238E27FC236}">
                <a16:creationId xmlns:a16="http://schemas.microsoft.com/office/drawing/2014/main" id="{654D3996-8710-A767-7F2D-3D04D1F2D529}"/>
              </a:ext>
            </a:extLst>
          </p:cNvPr>
          <p:cNvCxnSpPr/>
          <p:nvPr userDrawn="1"/>
        </p:nvCxnSpPr>
        <p:spPr>
          <a:xfrm>
            <a:off x="1365897" y="17348830"/>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10F8CDA-BDFC-DBBB-38BA-A31F728EAEEC}"/>
              </a:ext>
            </a:extLst>
          </p:cNvPr>
          <p:cNvCxnSpPr/>
          <p:nvPr userDrawn="1"/>
        </p:nvCxnSpPr>
        <p:spPr>
          <a:xfrm>
            <a:off x="1365897" y="28465318"/>
            <a:ext cx="9246173"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Text Placeholder 6">
            <a:extLst>
              <a:ext uri="{FF2B5EF4-FFF2-40B4-BE49-F238E27FC236}">
                <a16:creationId xmlns:a16="http://schemas.microsoft.com/office/drawing/2014/main" id="{56938C61-6928-3AFB-9B47-AD3066CF8BA3}"/>
              </a:ext>
            </a:extLst>
          </p:cNvPr>
          <p:cNvSpPr>
            <a:spLocks noGrp="1"/>
          </p:cNvSpPr>
          <p:nvPr>
            <p:ph type="body" sz="quarter" idx="18" hasCustomPrompt="1"/>
          </p:nvPr>
        </p:nvSpPr>
        <p:spPr>
          <a:xfrm>
            <a:off x="1372740" y="8217929"/>
            <a:ext cx="10126961" cy="1094752"/>
          </a:xfrm>
          <a:prstGeom prst="rect">
            <a:avLst/>
          </a:prstGeom>
        </p:spPr>
        <p:txBody>
          <a:bodyPr lIns="0" tIns="0" rIns="0" bIns="0"/>
          <a:lstStyle>
            <a:lvl1pPr marL="0" indent="0">
              <a:lnSpc>
                <a:spcPct val="100000"/>
              </a:lnSpc>
              <a:spcBef>
                <a:spcPts val="0"/>
              </a:spcBef>
              <a:buNone/>
              <a:defRPr sz="5955" b="1" i="0">
                <a:solidFill>
                  <a:schemeClr val="accent1"/>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Background</a:t>
            </a:r>
          </a:p>
        </p:txBody>
      </p:sp>
      <p:sp>
        <p:nvSpPr>
          <p:cNvPr id="30" name="Text Placeholder 6">
            <a:extLst>
              <a:ext uri="{FF2B5EF4-FFF2-40B4-BE49-F238E27FC236}">
                <a16:creationId xmlns:a16="http://schemas.microsoft.com/office/drawing/2014/main" id="{23AC2DB0-9C8A-D7A1-26BA-969AEF5F3474}"/>
              </a:ext>
            </a:extLst>
          </p:cNvPr>
          <p:cNvSpPr>
            <a:spLocks noGrp="1"/>
          </p:cNvSpPr>
          <p:nvPr>
            <p:ph type="body" sz="quarter" idx="20" hasCustomPrompt="1"/>
          </p:nvPr>
        </p:nvSpPr>
        <p:spPr>
          <a:xfrm>
            <a:off x="1372740" y="18432512"/>
            <a:ext cx="10126961" cy="1012694"/>
          </a:xfrm>
          <a:prstGeom prst="rect">
            <a:avLst/>
          </a:prstGeom>
        </p:spPr>
        <p:txBody>
          <a:bodyPr lIns="0" tIns="0" rIns="0" bIns="0"/>
          <a:lstStyle>
            <a:lvl1pPr marL="0" indent="0">
              <a:lnSpc>
                <a:spcPct val="100000"/>
              </a:lnSpc>
              <a:spcBef>
                <a:spcPts val="0"/>
              </a:spcBef>
              <a:buNone/>
              <a:defRPr sz="5955" b="1" i="0">
                <a:solidFill>
                  <a:schemeClr val="accent3"/>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Solution</a:t>
            </a:r>
          </a:p>
        </p:txBody>
      </p:sp>
      <p:sp>
        <p:nvSpPr>
          <p:cNvPr id="31" name="Text Placeholder 6">
            <a:extLst>
              <a:ext uri="{FF2B5EF4-FFF2-40B4-BE49-F238E27FC236}">
                <a16:creationId xmlns:a16="http://schemas.microsoft.com/office/drawing/2014/main" id="{F17E4E5A-C40A-3CE8-FDEE-780A43124A23}"/>
              </a:ext>
            </a:extLst>
          </p:cNvPr>
          <p:cNvSpPr>
            <a:spLocks noGrp="1"/>
          </p:cNvSpPr>
          <p:nvPr>
            <p:ph type="body" sz="quarter" idx="21" hasCustomPrompt="1"/>
          </p:nvPr>
        </p:nvSpPr>
        <p:spPr>
          <a:xfrm>
            <a:off x="1372740" y="29528027"/>
            <a:ext cx="10126961" cy="1946980"/>
          </a:xfrm>
          <a:prstGeom prst="rect">
            <a:avLst/>
          </a:prstGeom>
        </p:spPr>
        <p:txBody>
          <a:bodyPr lIns="0" tIns="0" rIns="0" bIns="0"/>
          <a:lstStyle>
            <a:lvl1pPr marL="0" indent="0">
              <a:lnSpc>
                <a:spcPct val="100000"/>
              </a:lnSpc>
              <a:spcBef>
                <a:spcPts val="0"/>
              </a:spcBef>
              <a:buNone/>
              <a:defRPr sz="5955" b="1" i="0">
                <a:solidFill>
                  <a:schemeClr val="accent2"/>
                </a:solidFill>
                <a:latin typeface="Poppins SemiBold" pitchFamily="2" charset="77"/>
                <a:cs typeface="Poppins SemiBold"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Next Steps and Recommendations</a:t>
            </a:r>
          </a:p>
        </p:txBody>
      </p:sp>
      <p:sp>
        <p:nvSpPr>
          <p:cNvPr id="32" name="Text Placeholder 6">
            <a:extLst>
              <a:ext uri="{FF2B5EF4-FFF2-40B4-BE49-F238E27FC236}">
                <a16:creationId xmlns:a16="http://schemas.microsoft.com/office/drawing/2014/main" id="{F1A6B1C7-059E-9914-04D1-E55AC3FEAD66}"/>
              </a:ext>
            </a:extLst>
          </p:cNvPr>
          <p:cNvSpPr>
            <a:spLocks noGrp="1"/>
          </p:cNvSpPr>
          <p:nvPr>
            <p:ph type="body" sz="quarter" idx="22" hasCustomPrompt="1"/>
          </p:nvPr>
        </p:nvSpPr>
        <p:spPr>
          <a:xfrm>
            <a:off x="1372740" y="9587361"/>
            <a:ext cx="10126961" cy="6816051"/>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4" name="Text Placeholder 6">
            <a:extLst>
              <a:ext uri="{FF2B5EF4-FFF2-40B4-BE49-F238E27FC236}">
                <a16:creationId xmlns:a16="http://schemas.microsoft.com/office/drawing/2014/main" id="{0C6A7967-0940-FA82-7BE1-60C4DE4D9DD8}"/>
              </a:ext>
            </a:extLst>
          </p:cNvPr>
          <p:cNvSpPr>
            <a:spLocks noGrp="1"/>
          </p:cNvSpPr>
          <p:nvPr>
            <p:ph type="body" sz="quarter" idx="24" hasCustomPrompt="1"/>
          </p:nvPr>
        </p:nvSpPr>
        <p:spPr>
          <a:xfrm>
            <a:off x="1372740" y="19791426"/>
            <a:ext cx="10126961" cy="7728470"/>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5" name="Text Placeholder 6">
            <a:extLst>
              <a:ext uri="{FF2B5EF4-FFF2-40B4-BE49-F238E27FC236}">
                <a16:creationId xmlns:a16="http://schemas.microsoft.com/office/drawing/2014/main" id="{94EA48A1-97C0-FA98-7CA0-349612DFC95A}"/>
              </a:ext>
            </a:extLst>
          </p:cNvPr>
          <p:cNvSpPr>
            <a:spLocks noGrp="1"/>
          </p:cNvSpPr>
          <p:nvPr>
            <p:ph type="body" sz="quarter" idx="25" hasCustomPrompt="1"/>
          </p:nvPr>
        </p:nvSpPr>
        <p:spPr>
          <a:xfrm>
            <a:off x="1372740" y="31862357"/>
            <a:ext cx="10126961" cy="8960588"/>
          </a:xfrm>
          <a:prstGeom prst="rect">
            <a:avLst/>
          </a:prstGeom>
        </p:spPr>
        <p:txBody>
          <a:bodyPr lIns="0" tIns="0" rIns="0" bIns="0"/>
          <a:lstStyle>
            <a:lvl1pPr marL="0" indent="0">
              <a:lnSpc>
                <a:spcPct val="100000"/>
              </a:lnSpc>
              <a:spcBef>
                <a:spcPts val="0"/>
              </a:spcBef>
              <a:buNone/>
              <a:defRPr sz="3230" b="0" i="0">
                <a:solidFill>
                  <a:schemeClr val="tx1"/>
                </a:solidFill>
                <a:latin typeface="Poppins" pitchFamily="2" charset="77"/>
                <a:cs typeface="Poppins" pitchFamily="2" charset="77"/>
              </a:defRPr>
            </a:lvl1pPr>
            <a:lvl2pPr>
              <a:defRPr b="1" i="0">
                <a:latin typeface="Poppins SemiBold" pitchFamily="2" charset="77"/>
                <a:cs typeface="Poppins SemiBold" pitchFamily="2" charset="77"/>
              </a:defRPr>
            </a:lvl2pPr>
            <a:lvl3pPr>
              <a:defRPr b="1" i="0">
                <a:latin typeface="Poppins SemiBold" pitchFamily="2" charset="77"/>
                <a:cs typeface="Poppins SemiBold" pitchFamily="2" charset="77"/>
              </a:defRPr>
            </a:lvl3pPr>
            <a:lvl4pPr>
              <a:defRPr b="1" i="0">
                <a:latin typeface="Poppins SemiBold" pitchFamily="2" charset="77"/>
                <a:cs typeface="Poppins SemiBold" pitchFamily="2" charset="77"/>
              </a:defRPr>
            </a:lvl4pPr>
            <a:lvl5pPr>
              <a:defRPr b="1" i="0">
                <a:latin typeface="Poppins SemiBold" pitchFamily="2" charset="77"/>
                <a:cs typeface="Poppins SemiBold" pitchFamily="2" charset="77"/>
              </a:defRPr>
            </a:lvl5pPr>
          </a:lstStyle>
          <a:p>
            <a:pPr lvl="0"/>
            <a:r>
              <a:rPr lang="en-GB" dirty="0"/>
              <a:t>Insert your text here</a:t>
            </a:r>
          </a:p>
          <a:p>
            <a:pPr lvl="0"/>
            <a:endParaRPr lang="en-GB" dirty="0"/>
          </a:p>
        </p:txBody>
      </p:sp>
      <p:sp>
        <p:nvSpPr>
          <p:cNvPr id="3" name="Picture Placeholder 10">
            <a:extLst>
              <a:ext uri="{FF2B5EF4-FFF2-40B4-BE49-F238E27FC236}">
                <a16:creationId xmlns:a16="http://schemas.microsoft.com/office/drawing/2014/main" id="{37615D42-6B31-ECA5-8DDF-08D458979D0D}"/>
              </a:ext>
            </a:extLst>
          </p:cNvPr>
          <p:cNvSpPr>
            <a:spLocks noGrp="1"/>
          </p:cNvSpPr>
          <p:nvPr>
            <p:ph type="pic" sz="quarter" idx="26"/>
          </p:nvPr>
        </p:nvSpPr>
        <p:spPr>
          <a:xfrm>
            <a:off x="22114688" y="30175675"/>
            <a:ext cx="8918704" cy="1065881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4" name="Picture Placeholder 10">
            <a:extLst>
              <a:ext uri="{FF2B5EF4-FFF2-40B4-BE49-F238E27FC236}">
                <a16:creationId xmlns:a16="http://schemas.microsoft.com/office/drawing/2014/main" id="{126359EE-0F79-AF50-807A-F7249E3650B2}"/>
              </a:ext>
            </a:extLst>
          </p:cNvPr>
          <p:cNvSpPr>
            <a:spLocks noGrp="1"/>
          </p:cNvSpPr>
          <p:nvPr>
            <p:ph type="pic" sz="quarter" idx="27"/>
          </p:nvPr>
        </p:nvSpPr>
        <p:spPr>
          <a:xfrm>
            <a:off x="12885985" y="30175675"/>
            <a:ext cx="8918704" cy="10658817"/>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5" name="Picture Placeholder 10">
            <a:extLst>
              <a:ext uri="{FF2B5EF4-FFF2-40B4-BE49-F238E27FC236}">
                <a16:creationId xmlns:a16="http://schemas.microsoft.com/office/drawing/2014/main" id="{4219FF69-0A1A-7809-3644-25238B087FC4}"/>
              </a:ext>
            </a:extLst>
          </p:cNvPr>
          <p:cNvSpPr>
            <a:spLocks noGrp="1"/>
          </p:cNvSpPr>
          <p:nvPr>
            <p:ph type="pic" sz="quarter" idx="28"/>
          </p:nvPr>
        </p:nvSpPr>
        <p:spPr>
          <a:xfrm>
            <a:off x="20366140" y="24729305"/>
            <a:ext cx="10667252"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6" name="Picture Placeholder 10">
            <a:extLst>
              <a:ext uri="{FF2B5EF4-FFF2-40B4-BE49-F238E27FC236}">
                <a16:creationId xmlns:a16="http://schemas.microsoft.com/office/drawing/2014/main" id="{183B46FE-2FAF-6659-46B3-822AFABA6879}"/>
              </a:ext>
            </a:extLst>
          </p:cNvPr>
          <p:cNvSpPr>
            <a:spLocks noGrp="1"/>
          </p:cNvSpPr>
          <p:nvPr>
            <p:ph type="pic" sz="quarter" idx="29"/>
          </p:nvPr>
        </p:nvSpPr>
        <p:spPr>
          <a:xfrm>
            <a:off x="12885985" y="24729305"/>
            <a:ext cx="7225489"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8" name="Picture Placeholder 10">
            <a:extLst>
              <a:ext uri="{FF2B5EF4-FFF2-40B4-BE49-F238E27FC236}">
                <a16:creationId xmlns:a16="http://schemas.microsoft.com/office/drawing/2014/main" id="{DB602602-4B01-0B5C-3780-95CC00283D18}"/>
              </a:ext>
            </a:extLst>
          </p:cNvPr>
          <p:cNvSpPr>
            <a:spLocks noGrp="1"/>
          </p:cNvSpPr>
          <p:nvPr>
            <p:ph type="pic" sz="quarter" idx="30"/>
          </p:nvPr>
        </p:nvSpPr>
        <p:spPr>
          <a:xfrm>
            <a:off x="12885984" y="19271422"/>
            <a:ext cx="10667252"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
        <p:nvSpPr>
          <p:cNvPr id="9" name="Picture Placeholder 10">
            <a:extLst>
              <a:ext uri="{FF2B5EF4-FFF2-40B4-BE49-F238E27FC236}">
                <a16:creationId xmlns:a16="http://schemas.microsoft.com/office/drawing/2014/main" id="{89D07A4C-E220-0021-8EAE-F25784244D22}"/>
              </a:ext>
            </a:extLst>
          </p:cNvPr>
          <p:cNvSpPr>
            <a:spLocks noGrp="1"/>
          </p:cNvSpPr>
          <p:nvPr>
            <p:ph type="pic" sz="quarter" idx="31"/>
          </p:nvPr>
        </p:nvSpPr>
        <p:spPr>
          <a:xfrm>
            <a:off x="23801060" y="19271422"/>
            <a:ext cx="7225489" cy="5195732"/>
          </a:xfrm>
          <a:prstGeom prst="rect">
            <a:avLst/>
          </a:prstGeom>
          <a:solidFill>
            <a:schemeClr val="bg1">
              <a:lumMod val="95000"/>
            </a:schemeClr>
          </a:solidFill>
          <a:ln>
            <a:noFill/>
          </a:ln>
        </p:spPr>
        <p:txBody>
          <a:bodyPr anchor="ctr"/>
          <a:lstStyle>
            <a:lvl1pPr marL="0" indent="0" algn="ctr">
              <a:buFontTx/>
              <a:buNone/>
              <a:defRPr>
                <a:latin typeface="Poppins" pitchFamily="2" charset="77"/>
                <a:cs typeface="Poppins" pitchFamily="2" charset="77"/>
              </a:defRPr>
            </a:lvl1pPr>
          </a:lstStyle>
          <a:p>
            <a:endParaRPr lang="en-AT" dirty="0"/>
          </a:p>
        </p:txBody>
      </p:sp>
    </p:spTree>
    <p:extLst>
      <p:ext uri="{BB962C8B-B14F-4D97-AF65-F5344CB8AC3E}">
        <p14:creationId xmlns:p14="http://schemas.microsoft.com/office/powerpoint/2010/main" val="3996098999"/>
      </p:ext>
    </p:extLst>
  </p:cSld>
  <p:clrMapOvr>
    <a:masterClrMapping/>
  </p:clrMapOvr>
  <p:extLst>
    <p:ext uri="{DCECCB84-F9BA-43D5-87BE-67443E8EF086}">
      <p15:sldGuideLst xmlns:p15="http://schemas.microsoft.com/office/powerpoint/2012/main">
        <p15:guide id="1" pos="8117">
          <p15:clr>
            <a:srgbClr val="FBAE40"/>
          </p15:clr>
        </p15:guide>
        <p15:guide id="2" orient="horz" pos="3855">
          <p15:clr>
            <a:srgbClr val="FBAE40"/>
          </p15:clr>
        </p15:guide>
        <p15:guide id="3" orient="horz" pos="5229">
          <p15:clr>
            <a:srgbClr val="FBAE40"/>
          </p15:clr>
        </p15:guide>
        <p15:guide id="4" orient="horz" pos="10928">
          <p15:clr>
            <a:srgbClr val="FBAE40"/>
          </p15:clr>
        </p15:guide>
        <p15:guide id="5" pos="7244">
          <p15:clr>
            <a:srgbClr val="FBAE40"/>
          </p15:clr>
        </p15:guide>
        <p15:guide id="6" orient="horz" pos="1793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image" Target="../media/image2.svg"/><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1.png"/><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Text Placeholder 6">
            <a:extLst>
              <a:ext uri="{FF2B5EF4-FFF2-40B4-BE49-F238E27FC236}">
                <a16:creationId xmlns:a16="http://schemas.microsoft.com/office/drawing/2014/main" id="{379720F4-70CB-8D38-8B0B-BDE0CCCA070B}"/>
              </a:ext>
            </a:extLst>
          </p:cNvPr>
          <p:cNvSpPr txBox="1">
            <a:spLocks/>
          </p:cNvSpPr>
          <p:nvPr userDrawn="1"/>
        </p:nvSpPr>
        <p:spPr>
          <a:xfrm>
            <a:off x="9033180" y="41894660"/>
            <a:ext cx="14332927" cy="905179"/>
          </a:xfrm>
          <a:prstGeom prst="rect">
            <a:avLst/>
          </a:prstGeom>
        </p:spPr>
        <p:txBody>
          <a:bodyPr lIns="0" tIns="0" rIns="0" bIns="0"/>
          <a:lstStyle>
            <a:lvl1pPr marL="0" indent="0" algn="ctr" defTabSz="914400" rtl="0" eaLnBrk="1" latinLnBrk="0" hangingPunct="1">
              <a:lnSpc>
                <a:spcPct val="100000"/>
              </a:lnSpc>
              <a:spcBef>
                <a:spcPts val="0"/>
              </a:spcBef>
              <a:buFont typeface="Arial" panose="020B0604020202020204" pitchFamily="34" charset="0"/>
              <a:buNone/>
              <a:defRPr sz="2100" b="0" i="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b="1" i="0" kern="1200">
                <a:solidFill>
                  <a:schemeClr val="tx1"/>
                </a:solidFill>
                <a:latin typeface="Poppins SemiBold" pitchFamily="2" charset="77"/>
                <a:ea typeface="+mn-ea"/>
                <a:cs typeface="Poppins SemiBold"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b="1" i="0" kern="1200">
                <a:solidFill>
                  <a:schemeClr val="tx1"/>
                </a:solidFill>
                <a:latin typeface="Poppins SemiBold" pitchFamily="2" charset="77"/>
                <a:ea typeface="+mn-ea"/>
                <a:cs typeface="Poppins SemiBold"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b="1" i="0" kern="1200">
                <a:solidFill>
                  <a:schemeClr val="tx1"/>
                </a:solidFill>
                <a:latin typeface="Poppins SemiBold" pitchFamily="2" charset="77"/>
                <a:ea typeface="+mn-ea"/>
                <a:cs typeface="Poppins SemiBold"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b="1" i="0" kern="1200">
                <a:solidFill>
                  <a:schemeClr val="tx1"/>
                </a:solidFill>
                <a:latin typeface="Poppins SemiBold" pitchFamily="2" charset="77"/>
                <a:ea typeface="+mn-ea"/>
                <a:cs typeface="Poppins Semi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20"/>
              <a:t>NXP and the NXP logo are trademarks of NXP B.V.</a:t>
            </a:r>
          </a:p>
          <a:p>
            <a:r>
              <a:rPr lang="en-GB" sz="2120"/>
              <a:t>All other product or service names are the property of their respective owners. © 2025 NXP B.V.</a:t>
            </a:r>
            <a:endParaRPr lang="en-GB" sz="2120" dirty="0"/>
          </a:p>
        </p:txBody>
      </p:sp>
      <p:pic>
        <p:nvPicPr>
          <p:cNvPr id="4" name="Graphic 3">
            <a:extLst>
              <a:ext uri="{FF2B5EF4-FFF2-40B4-BE49-F238E27FC236}">
                <a16:creationId xmlns:a16="http://schemas.microsoft.com/office/drawing/2014/main" id="{71972D58-1D33-81FB-3750-D02A87A19B9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929607" y="-127409"/>
            <a:ext cx="14913088" cy="6063782"/>
          </a:xfrm>
          <a:prstGeom prst="rect">
            <a:avLst/>
          </a:prstGeom>
        </p:spPr>
      </p:pic>
    </p:spTree>
    <p:extLst>
      <p:ext uri="{BB962C8B-B14F-4D97-AF65-F5344CB8AC3E}">
        <p14:creationId xmlns:p14="http://schemas.microsoft.com/office/powerpoint/2010/main" val="3826832144"/>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txStyles>
    <p:titleStyle>
      <a:lvl1pPr algn="l" defTabSz="922904" rtl="0" eaLnBrk="1" latinLnBrk="0" hangingPunct="1">
        <a:lnSpc>
          <a:spcPct val="90000"/>
        </a:lnSpc>
        <a:spcBef>
          <a:spcPct val="0"/>
        </a:spcBef>
        <a:buNone/>
        <a:defRPr sz="4441" kern="1200">
          <a:solidFill>
            <a:schemeClr val="tx1"/>
          </a:solidFill>
          <a:latin typeface="+mj-lt"/>
          <a:ea typeface="+mj-ea"/>
          <a:cs typeface="+mj-cs"/>
        </a:defRPr>
      </a:lvl1pPr>
    </p:titleStyle>
    <p:bodyStyle>
      <a:lvl1pPr marL="230726" indent="-230726" algn="l" defTabSz="922904" rtl="0" eaLnBrk="1" latinLnBrk="0" hangingPunct="1">
        <a:lnSpc>
          <a:spcPct val="90000"/>
        </a:lnSpc>
        <a:spcBef>
          <a:spcPts val="1009"/>
        </a:spcBef>
        <a:buFont typeface="Arial" panose="020B0604020202020204" pitchFamily="34" charset="0"/>
        <a:buChar char="•"/>
        <a:defRPr sz="2826" kern="1200">
          <a:solidFill>
            <a:schemeClr val="tx1"/>
          </a:solidFill>
          <a:latin typeface="+mn-lt"/>
          <a:ea typeface="+mn-ea"/>
          <a:cs typeface="+mn-cs"/>
        </a:defRPr>
      </a:lvl1pPr>
      <a:lvl2pPr marL="692178" indent="-230726" algn="l" defTabSz="922904" rtl="0" eaLnBrk="1" latinLnBrk="0" hangingPunct="1">
        <a:lnSpc>
          <a:spcPct val="90000"/>
        </a:lnSpc>
        <a:spcBef>
          <a:spcPts val="505"/>
        </a:spcBef>
        <a:buFont typeface="Arial" panose="020B0604020202020204" pitchFamily="34" charset="0"/>
        <a:buChar char="•"/>
        <a:defRPr sz="2422" kern="1200">
          <a:solidFill>
            <a:schemeClr val="tx1"/>
          </a:solidFill>
          <a:latin typeface="+mn-lt"/>
          <a:ea typeface="+mn-ea"/>
          <a:cs typeface="+mn-cs"/>
        </a:defRPr>
      </a:lvl2pPr>
      <a:lvl3pPr marL="1153630" indent="-230726" algn="l" defTabSz="922904" rtl="0" eaLnBrk="1" latinLnBrk="0" hangingPunct="1">
        <a:lnSpc>
          <a:spcPct val="90000"/>
        </a:lnSpc>
        <a:spcBef>
          <a:spcPts val="505"/>
        </a:spcBef>
        <a:buFont typeface="Arial" panose="020B0604020202020204" pitchFamily="34" charset="0"/>
        <a:buChar char="•"/>
        <a:defRPr sz="2019" kern="1200">
          <a:solidFill>
            <a:schemeClr val="tx1"/>
          </a:solidFill>
          <a:latin typeface="+mn-lt"/>
          <a:ea typeface="+mn-ea"/>
          <a:cs typeface="+mn-cs"/>
        </a:defRPr>
      </a:lvl3pPr>
      <a:lvl4pPr marL="1615082" indent="-230726" algn="l" defTabSz="922904" rtl="0" eaLnBrk="1" latinLnBrk="0" hangingPunct="1">
        <a:lnSpc>
          <a:spcPct val="90000"/>
        </a:lnSpc>
        <a:spcBef>
          <a:spcPts val="505"/>
        </a:spcBef>
        <a:buFont typeface="Arial" panose="020B0604020202020204" pitchFamily="34" charset="0"/>
        <a:buChar char="•"/>
        <a:defRPr sz="1817" kern="1200">
          <a:solidFill>
            <a:schemeClr val="tx1"/>
          </a:solidFill>
          <a:latin typeface="+mn-lt"/>
          <a:ea typeface="+mn-ea"/>
          <a:cs typeface="+mn-cs"/>
        </a:defRPr>
      </a:lvl4pPr>
      <a:lvl5pPr marL="2076534" indent="-230726" algn="l" defTabSz="922904" rtl="0" eaLnBrk="1" latinLnBrk="0" hangingPunct="1">
        <a:lnSpc>
          <a:spcPct val="90000"/>
        </a:lnSpc>
        <a:spcBef>
          <a:spcPts val="505"/>
        </a:spcBef>
        <a:buFont typeface="Arial" panose="020B0604020202020204" pitchFamily="34" charset="0"/>
        <a:buChar char="•"/>
        <a:defRPr sz="1817" kern="1200">
          <a:solidFill>
            <a:schemeClr val="tx1"/>
          </a:solidFill>
          <a:latin typeface="+mn-lt"/>
          <a:ea typeface="+mn-ea"/>
          <a:cs typeface="+mn-cs"/>
        </a:defRPr>
      </a:lvl5pPr>
      <a:lvl6pPr marL="2537986" indent="-230726" algn="l" defTabSz="922904" rtl="0" eaLnBrk="1" latinLnBrk="0" hangingPunct="1">
        <a:lnSpc>
          <a:spcPct val="90000"/>
        </a:lnSpc>
        <a:spcBef>
          <a:spcPts val="505"/>
        </a:spcBef>
        <a:buFont typeface="Arial" panose="020B0604020202020204" pitchFamily="34" charset="0"/>
        <a:buChar char="•"/>
        <a:defRPr sz="1817" kern="1200">
          <a:solidFill>
            <a:schemeClr val="tx1"/>
          </a:solidFill>
          <a:latin typeface="+mn-lt"/>
          <a:ea typeface="+mn-ea"/>
          <a:cs typeface="+mn-cs"/>
        </a:defRPr>
      </a:lvl6pPr>
      <a:lvl7pPr marL="2999438" indent="-230726" algn="l" defTabSz="922904" rtl="0" eaLnBrk="1" latinLnBrk="0" hangingPunct="1">
        <a:lnSpc>
          <a:spcPct val="90000"/>
        </a:lnSpc>
        <a:spcBef>
          <a:spcPts val="505"/>
        </a:spcBef>
        <a:buFont typeface="Arial" panose="020B0604020202020204" pitchFamily="34" charset="0"/>
        <a:buChar char="•"/>
        <a:defRPr sz="1817" kern="1200">
          <a:solidFill>
            <a:schemeClr val="tx1"/>
          </a:solidFill>
          <a:latin typeface="+mn-lt"/>
          <a:ea typeface="+mn-ea"/>
          <a:cs typeface="+mn-cs"/>
        </a:defRPr>
      </a:lvl7pPr>
      <a:lvl8pPr marL="3460890" indent="-230726" algn="l" defTabSz="922904" rtl="0" eaLnBrk="1" latinLnBrk="0" hangingPunct="1">
        <a:lnSpc>
          <a:spcPct val="90000"/>
        </a:lnSpc>
        <a:spcBef>
          <a:spcPts val="505"/>
        </a:spcBef>
        <a:buFont typeface="Arial" panose="020B0604020202020204" pitchFamily="34" charset="0"/>
        <a:buChar char="•"/>
        <a:defRPr sz="1817" kern="1200">
          <a:solidFill>
            <a:schemeClr val="tx1"/>
          </a:solidFill>
          <a:latin typeface="+mn-lt"/>
          <a:ea typeface="+mn-ea"/>
          <a:cs typeface="+mn-cs"/>
        </a:defRPr>
      </a:lvl8pPr>
      <a:lvl9pPr marL="3922342" indent="-230726" algn="l" defTabSz="922904" rtl="0" eaLnBrk="1" latinLnBrk="0" hangingPunct="1">
        <a:lnSpc>
          <a:spcPct val="90000"/>
        </a:lnSpc>
        <a:spcBef>
          <a:spcPts val="505"/>
        </a:spcBef>
        <a:buFont typeface="Arial" panose="020B0604020202020204" pitchFamily="34" charset="0"/>
        <a:buChar char="•"/>
        <a:defRPr sz="1817" kern="1200">
          <a:solidFill>
            <a:schemeClr val="tx1"/>
          </a:solidFill>
          <a:latin typeface="+mn-lt"/>
          <a:ea typeface="+mn-ea"/>
          <a:cs typeface="+mn-cs"/>
        </a:defRPr>
      </a:lvl9pPr>
    </p:bodyStyle>
    <p:otherStyle>
      <a:defPPr>
        <a:defRPr lang="en-AT"/>
      </a:defPPr>
      <a:lvl1pPr marL="0" algn="l" defTabSz="922904" rtl="0" eaLnBrk="1" latinLnBrk="0" hangingPunct="1">
        <a:defRPr sz="1817" kern="1200">
          <a:solidFill>
            <a:schemeClr val="tx1"/>
          </a:solidFill>
          <a:latin typeface="+mn-lt"/>
          <a:ea typeface="+mn-ea"/>
          <a:cs typeface="+mn-cs"/>
        </a:defRPr>
      </a:lvl1pPr>
      <a:lvl2pPr marL="461452" algn="l" defTabSz="922904" rtl="0" eaLnBrk="1" latinLnBrk="0" hangingPunct="1">
        <a:defRPr sz="1817" kern="1200">
          <a:solidFill>
            <a:schemeClr val="tx1"/>
          </a:solidFill>
          <a:latin typeface="+mn-lt"/>
          <a:ea typeface="+mn-ea"/>
          <a:cs typeface="+mn-cs"/>
        </a:defRPr>
      </a:lvl2pPr>
      <a:lvl3pPr marL="922904" algn="l" defTabSz="922904" rtl="0" eaLnBrk="1" latinLnBrk="0" hangingPunct="1">
        <a:defRPr sz="1817" kern="1200">
          <a:solidFill>
            <a:schemeClr val="tx1"/>
          </a:solidFill>
          <a:latin typeface="+mn-lt"/>
          <a:ea typeface="+mn-ea"/>
          <a:cs typeface="+mn-cs"/>
        </a:defRPr>
      </a:lvl3pPr>
      <a:lvl4pPr marL="1384356" algn="l" defTabSz="922904" rtl="0" eaLnBrk="1" latinLnBrk="0" hangingPunct="1">
        <a:defRPr sz="1817" kern="1200">
          <a:solidFill>
            <a:schemeClr val="tx1"/>
          </a:solidFill>
          <a:latin typeface="+mn-lt"/>
          <a:ea typeface="+mn-ea"/>
          <a:cs typeface="+mn-cs"/>
        </a:defRPr>
      </a:lvl4pPr>
      <a:lvl5pPr marL="1845808" algn="l" defTabSz="922904" rtl="0" eaLnBrk="1" latinLnBrk="0" hangingPunct="1">
        <a:defRPr sz="1817" kern="1200">
          <a:solidFill>
            <a:schemeClr val="tx1"/>
          </a:solidFill>
          <a:latin typeface="+mn-lt"/>
          <a:ea typeface="+mn-ea"/>
          <a:cs typeface="+mn-cs"/>
        </a:defRPr>
      </a:lvl5pPr>
      <a:lvl6pPr marL="2307260" algn="l" defTabSz="922904" rtl="0" eaLnBrk="1" latinLnBrk="0" hangingPunct="1">
        <a:defRPr sz="1817" kern="1200">
          <a:solidFill>
            <a:schemeClr val="tx1"/>
          </a:solidFill>
          <a:latin typeface="+mn-lt"/>
          <a:ea typeface="+mn-ea"/>
          <a:cs typeface="+mn-cs"/>
        </a:defRPr>
      </a:lvl6pPr>
      <a:lvl7pPr marL="2768712" algn="l" defTabSz="922904" rtl="0" eaLnBrk="1" latinLnBrk="0" hangingPunct="1">
        <a:defRPr sz="1817" kern="1200">
          <a:solidFill>
            <a:schemeClr val="tx1"/>
          </a:solidFill>
          <a:latin typeface="+mn-lt"/>
          <a:ea typeface="+mn-ea"/>
          <a:cs typeface="+mn-cs"/>
        </a:defRPr>
      </a:lvl7pPr>
      <a:lvl8pPr marL="3230164" algn="l" defTabSz="922904" rtl="0" eaLnBrk="1" latinLnBrk="0" hangingPunct="1">
        <a:defRPr sz="1817" kern="1200">
          <a:solidFill>
            <a:schemeClr val="tx1"/>
          </a:solidFill>
          <a:latin typeface="+mn-lt"/>
          <a:ea typeface="+mn-ea"/>
          <a:cs typeface="+mn-cs"/>
        </a:defRPr>
      </a:lvl8pPr>
      <a:lvl9pPr marL="3691616" algn="l" defTabSz="922904" rtl="0" eaLnBrk="1" latinLnBrk="0" hangingPunct="1">
        <a:defRPr sz="181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84" userDrawn="1">
          <p15:clr>
            <a:srgbClr val="F26B43"/>
          </p15:clr>
        </p15:guide>
        <p15:guide id="2" pos="860" userDrawn="1">
          <p15:clr>
            <a:srgbClr val="F26B43"/>
          </p15:clr>
        </p15:guide>
        <p15:guide id="3" pos="19549" userDrawn="1">
          <p15:clr>
            <a:srgbClr val="F26B43"/>
          </p15:clr>
        </p15:guide>
        <p15:guide id="4" orient="horz" pos="2571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82000"/>
                  </a:schemeClr>
                </a:solidFill>
              </a:defRPr>
            </a:lvl1pPr>
          </a:lstStyle>
          <a:p>
            <a:fld id="{C764DE79-268F-4C1A-8933-263129D2AF90}" type="datetimeFigureOut">
              <a:rPr lang="en-US" dirty="0"/>
              <a:t>11/14/2025</a:t>
            </a:fld>
            <a:endParaRPr lang="en-US" dirty="0"/>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82000"/>
                  </a:schemeClr>
                </a:solidFill>
              </a:defRPr>
            </a:lvl1pPr>
          </a:lstStyle>
          <a:p>
            <a:fld id="{48F63A3B-78C7-47BE-AE5E-E10140E04643}" type="slidenum">
              <a:rPr lang="en-US" dirty="0"/>
              <a:t>‹#›</a:t>
            </a:fld>
            <a:endParaRPr lang="en-US" dirty="0"/>
          </a:p>
        </p:txBody>
      </p:sp>
      <p:sp>
        <p:nvSpPr>
          <p:cNvPr id="7" name="Text Placeholder 6">
            <a:extLst>
              <a:ext uri="{FF2B5EF4-FFF2-40B4-BE49-F238E27FC236}">
                <a16:creationId xmlns:a16="http://schemas.microsoft.com/office/drawing/2014/main" id="{CF1F3A24-E288-57BC-3A6A-CD97DB003680}"/>
              </a:ext>
            </a:extLst>
          </p:cNvPr>
          <p:cNvSpPr txBox="1">
            <a:spLocks/>
          </p:cNvSpPr>
          <p:nvPr userDrawn="1"/>
        </p:nvSpPr>
        <p:spPr>
          <a:xfrm>
            <a:off x="9033180" y="41894660"/>
            <a:ext cx="14332927" cy="905179"/>
          </a:xfrm>
          <a:prstGeom prst="rect">
            <a:avLst/>
          </a:prstGeom>
        </p:spPr>
        <p:txBody>
          <a:bodyPr lIns="0" tIns="0" rIns="0" bIns="0"/>
          <a:lstStyle>
            <a:lvl1pPr marL="0" indent="0" algn="ctr" defTabSz="914400" rtl="0" eaLnBrk="1" latinLnBrk="0" hangingPunct="1">
              <a:lnSpc>
                <a:spcPct val="100000"/>
              </a:lnSpc>
              <a:spcBef>
                <a:spcPts val="0"/>
              </a:spcBef>
              <a:buFont typeface="Arial" panose="020B0604020202020204" pitchFamily="34" charset="0"/>
              <a:buNone/>
              <a:defRPr sz="2100" b="0" i="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b="1" i="0" kern="1200">
                <a:solidFill>
                  <a:schemeClr val="tx1"/>
                </a:solidFill>
                <a:latin typeface="Poppins SemiBold" pitchFamily="2" charset="77"/>
                <a:ea typeface="+mn-ea"/>
                <a:cs typeface="Poppins SemiBold"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b="1" i="0" kern="1200">
                <a:solidFill>
                  <a:schemeClr val="tx1"/>
                </a:solidFill>
                <a:latin typeface="Poppins SemiBold" pitchFamily="2" charset="77"/>
                <a:ea typeface="+mn-ea"/>
                <a:cs typeface="Poppins SemiBold"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b="1" i="0" kern="1200">
                <a:solidFill>
                  <a:schemeClr val="tx1"/>
                </a:solidFill>
                <a:latin typeface="Poppins SemiBold" pitchFamily="2" charset="77"/>
                <a:ea typeface="+mn-ea"/>
                <a:cs typeface="Poppins SemiBold"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b="1" i="0" kern="1200">
                <a:solidFill>
                  <a:schemeClr val="tx1"/>
                </a:solidFill>
                <a:latin typeface="Poppins SemiBold" pitchFamily="2" charset="77"/>
                <a:ea typeface="+mn-ea"/>
                <a:cs typeface="Poppins SemiBold"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120"/>
              <a:t>NXP and the NXP logo are trademarks of NXP B.V.</a:t>
            </a:r>
          </a:p>
          <a:p>
            <a:r>
              <a:rPr lang="en-GB" sz="2120"/>
              <a:t>All other product or service names are the property of their respective owners. © 2025 NXP B.V.</a:t>
            </a:r>
            <a:endParaRPr lang="en-GB" sz="2120" dirty="0"/>
          </a:p>
        </p:txBody>
      </p:sp>
      <p:pic>
        <p:nvPicPr>
          <p:cNvPr id="8" name="Graphic 7">
            <a:extLst>
              <a:ext uri="{FF2B5EF4-FFF2-40B4-BE49-F238E27FC236}">
                <a16:creationId xmlns:a16="http://schemas.microsoft.com/office/drawing/2014/main" id="{E9DA9EBC-5C81-78D7-BE30-813D6E4C08C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7929607" y="-127409"/>
            <a:ext cx="14913088" cy="6063782"/>
          </a:xfrm>
          <a:prstGeom prst="rect">
            <a:avLst/>
          </a:prstGeom>
        </p:spPr>
      </p:pic>
    </p:spTree>
    <p:extLst>
      <p:ext uri="{BB962C8B-B14F-4D97-AF65-F5344CB8AC3E}">
        <p14:creationId xmlns:p14="http://schemas.microsoft.com/office/powerpoint/2010/main" val="395791634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7" r:id="rId13"/>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84" userDrawn="1">
          <p15:clr>
            <a:srgbClr val="F26B43"/>
          </p15:clr>
        </p15:guide>
        <p15:guide id="2" pos="860" userDrawn="1">
          <p15:clr>
            <a:srgbClr val="F26B43"/>
          </p15:clr>
        </p15:guide>
        <p15:guide id="3" pos="19549" userDrawn="1">
          <p15:clr>
            <a:srgbClr val="F26B43"/>
          </p15:clr>
        </p15:guide>
        <p15:guide id="4" orient="horz" pos="2571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077ED2-D32B-DD84-70B7-FD97323896C6}"/>
              </a:ext>
            </a:extLst>
          </p:cNvPr>
          <p:cNvSpPr/>
          <p:nvPr/>
        </p:nvSpPr>
        <p:spPr>
          <a:xfrm>
            <a:off x="921683" y="16381090"/>
            <a:ext cx="12279408" cy="133817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9"/>
          </a:p>
        </p:txBody>
      </p:sp>
      <p:pic>
        <p:nvPicPr>
          <p:cNvPr id="22" name="Graphic 21">
            <a:extLst>
              <a:ext uri="{FF2B5EF4-FFF2-40B4-BE49-F238E27FC236}">
                <a16:creationId xmlns:a16="http://schemas.microsoft.com/office/drawing/2014/main" id="{CBB26F07-B044-2C50-C2F8-838DF55F13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49597" y="4305186"/>
            <a:ext cx="13500094" cy="6866713"/>
          </a:xfrm>
          <a:prstGeom prst="rect">
            <a:avLst/>
          </a:prstGeom>
        </p:spPr>
      </p:pic>
      <p:sp>
        <p:nvSpPr>
          <p:cNvPr id="23" name="Subtitle 2">
            <a:extLst>
              <a:ext uri="{FF2B5EF4-FFF2-40B4-BE49-F238E27FC236}">
                <a16:creationId xmlns:a16="http://schemas.microsoft.com/office/drawing/2014/main" id="{D345E019-DEA9-8C0C-117C-17A0C05F8989}"/>
              </a:ext>
            </a:extLst>
          </p:cNvPr>
          <p:cNvSpPr txBox="1">
            <a:spLocks/>
          </p:cNvSpPr>
          <p:nvPr/>
        </p:nvSpPr>
        <p:spPr>
          <a:xfrm>
            <a:off x="2496349" y="14045808"/>
            <a:ext cx="25386564" cy="14911901"/>
          </a:xfrm>
          <a:prstGeom prst="rect">
            <a:avLst/>
          </a:prstGeom>
        </p:spPr>
        <p:txBody>
          <a:bodyPr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2422"/>
              </a:spcAft>
              <a:buNone/>
            </a:pPr>
            <a:r>
              <a:rPr lang="en-US" sz="6661" dirty="0">
                <a:latin typeface="Poppins SemiBold" panose="00000700000000000000" pitchFamily="2" charset="0"/>
                <a:cs typeface="Poppins SemiBold" panose="00000700000000000000" pitchFamily="2" charset="0"/>
              </a:rPr>
              <a:t>Guidelines for use:</a:t>
            </a:r>
          </a:p>
          <a:p>
            <a:pPr marL="1223598" indent="-1223598">
              <a:spcBef>
                <a:spcPts val="0"/>
              </a:spcBef>
              <a:spcAft>
                <a:spcPts val="2422"/>
              </a:spcAft>
            </a:pPr>
            <a:r>
              <a:rPr lang="en-US" sz="6661" dirty="0">
                <a:latin typeface="Poppins" panose="00000500000000000000" pitchFamily="2" charset="0"/>
                <a:cs typeface="Poppins" panose="00000500000000000000" pitchFamily="2" charset="0"/>
              </a:rPr>
              <a:t>Use only Poppins font or Poppins </a:t>
            </a:r>
            <a:r>
              <a:rPr lang="en-US" sz="6661" dirty="0" err="1">
                <a:latin typeface="Poppins" panose="00000500000000000000" pitchFamily="2" charset="0"/>
                <a:cs typeface="Poppins" panose="00000500000000000000" pitchFamily="2" charset="0"/>
              </a:rPr>
              <a:t>SemiBold</a:t>
            </a:r>
            <a:r>
              <a:rPr lang="en-US" sz="6661" dirty="0">
                <a:latin typeface="Poppins" panose="00000500000000000000" pitchFamily="2" charset="0"/>
                <a:cs typeface="Poppins" panose="00000500000000000000" pitchFamily="2" charset="0"/>
              </a:rPr>
              <a:t> font. </a:t>
            </a:r>
          </a:p>
          <a:p>
            <a:pPr marL="1223598" indent="-1223598">
              <a:spcBef>
                <a:spcPts val="0"/>
              </a:spcBef>
              <a:spcAft>
                <a:spcPts val="2422"/>
              </a:spcAft>
            </a:pPr>
            <a:r>
              <a:rPr lang="en-US" sz="6661" dirty="0">
                <a:latin typeface="Poppins" panose="00000500000000000000" pitchFamily="2" charset="0"/>
                <a:cs typeface="Poppins" panose="00000500000000000000" pitchFamily="2" charset="0"/>
              </a:rPr>
              <a:t>Do not alter the font sizing &amp; placement defined in this template. </a:t>
            </a:r>
          </a:p>
          <a:p>
            <a:pPr marL="1223598" indent="-1223598">
              <a:spcBef>
                <a:spcPts val="0"/>
              </a:spcBef>
              <a:spcAft>
                <a:spcPts val="2422"/>
              </a:spcAft>
            </a:pPr>
            <a:r>
              <a:rPr lang="en-US" sz="6661" dirty="0">
                <a:latin typeface="Poppins" panose="00000500000000000000" pitchFamily="2" charset="0"/>
                <a:cs typeface="Poppins" panose="00000500000000000000" pitchFamily="2" charset="0"/>
              </a:rPr>
              <a:t>Use Poppins Semibold within copy text for paragraph headlines or highlights.</a:t>
            </a:r>
          </a:p>
          <a:p>
            <a:pPr marL="1223598" indent="-1223598">
              <a:spcBef>
                <a:spcPts val="0"/>
              </a:spcBef>
              <a:spcAft>
                <a:spcPts val="2422"/>
              </a:spcAft>
            </a:pPr>
            <a:r>
              <a:rPr lang="en-US" sz="6661" dirty="0">
                <a:latin typeface="Poppins" panose="00000500000000000000" pitchFamily="2" charset="0"/>
                <a:cs typeface="Poppins" panose="00000500000000000000" pitchFamily="2" charset="0"/>
              </a:rPr>
              <a:t>Place your Innovation Board title name in the space allotted at top left side of the poster. </a:t>
            </a:r>
          </a:p>
          <a:p>
            <a:pPr marL="1223598" indent="-1223598">
              <a:spcBef>
                <a:spcPts val="0"/>
              </a:spcBef>
              <a:spcAft>
                <a:spcPts val="2422"/>
              </a:spcAft>
            </a:pPr>
            <a:r>
              <a:rPr lang="en-US" sz="6661" dirty="0">
                <a:latin typeface="Poppins" panose="00000500000000000000" pitchFamily="2" charset="0"/>
                <a:cs typeface="Poppins" panose="00000500000000000000" pitchFamily="2" charset="0"/>
              </a:rPr>
              <a:t>To keep the audience in mind, it is preferred to:</a:t>
            </a:r>
          </a:p>
          <a:p>
            <a:pPr marL="2589258" lvl="1" indent="-1222528">
              <a:spcBef>
                <a:spcPts val="0"/>
              </a:spcBef>
              <a:spcAft>
                <a:spcPts val="2422"/>
              </a:spcAft>
            </a:pPr>
            <a:r>
              <a:rPr lang="en-US" sz="6258" dirty="0">
                <a:latin typeface="Poppins" panose="00000500000000000000" pitchFamily="2" charset="0"/>
                <a:cs typeface="Poppins" panose="00000500000000000000" pitchFamily="2" charset="0"/>
              </a:rPr>
              <a:t>Make sure to highlight the innovation solution</a:t>
            </a:r>
          </a:p>
          <a:p>
            <a:pPr marL="2589258" lvl="1" indent="-1222528">
              <a:spcBef>
                <a:spcPts val="0"/>
              </a:spcBef>
              <a:spcAft>
                <a:spcPts val="2422"/>
              </a:spcAft>
            </a:pPr>
            <a:r>
              <a:rPr lang="en-US" sz="6258" dirty="0">
                <a:latin typeface="Poppins" panose="00000500000000000000" pitchFamily="2" charset="0"/>
                <a:cs typeface="Poppins" panose="00000500000000000000" pitchFamily="2" charset="0"/>
              </a:rPr>
              <a:t>Use more graphics than text on the poster</a:t>
            </a:r>
          </a:p>
        </p:txBody>
      </p:sp>
      <p:sp>
        <p:nvSpPr>
          <p:cNvPr id="24" name="Title 3">
            <a:extLst>
              <a:ext uri="{FF2B5EF4-FFF2-40B4-BE49-F238E27FC236}">
                <a16:creationId xmlns:a16="http://schemas.microsoft.com/office/drawing/2014/main" id="{43ECCC44-76A8-5648-817C-5BF8FBADACB6}"/>
              </a:ext>
            </a:extLst>
          </p:cNvPr>
          <p:cNvSpPr txBox="1">
            <a:spLocks/>
          </p:cNvSpPr>
          <p:nvPr/>
        </p:nvSpPr>
        <p:spPr>
          <a:xfrm>
            <a:off x="2496353" y="5415198"/>
            <a:ext cx="26843339" cy="6018525"/>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2616" b="1" dirty="0">
                <a:latin typeface="Poppins SemiBold" pitchFamily="2" charset="77"/>
                <a:cs typeface="Poppins SemiBold" pitchFamily="2" charset="77"/>
              </a:rPr>
              <a:t>Innovation World Tour 2025 Poster Template</a:t>
            </a:r>
          </a:p>
        </p:txBody>
      </p:sp>
    </p:spTree>
    <p:extLst>
      <p:ext uri="{BB962C8B-B14F-4D97-AF65-F5344CB8AC3E}">
        <p14:creationId xmlns:p14="http://schemas.microsoft.com/office/powerpoint/2010/main" val="820041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1B30-35FE-EB7E-8649-BB13D5E4CDC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821937E-D64F-A975-0387-339EFEBE226A}"/>
              </a:ext>
            </a:extLst>
          </p:cNvPr>
          <p:cNvSpPr>
            <a:spLocks noGrp="1"/>
          </p:cNvSpPr>
          <p:nvPr>
            <p:ph type="body" sz="quarter" idx="10"/>
          </p:nvPr>
        </p:nvSpPr>
        <p:spPr/>
        <p:txBody>
          <a:bodyPr/>
          <a:lstStyle/>
          <a:p>
            <a:r>
              <a:rPr lang="en-US" altLang="zh-CN" dirty="0"/>
              <a:t>MCXA34x-based Inductive Encoder</a:t>
            </a:r>
            <a:br>
              <a:rPr lang="en-US" altLang="zh-CN" dirty="0"/>
            </a:br>
            <a:endParaRPr lang="en-AT" dirty="0"/>
          </a:p>
        </p:txBody>
      </p:sp>
      <p:sp>
        <p:nvSpPr>
          <p:cNvPr id="4" name="Text Placeholder 3">
            <a:extLst>
              <a:ext uri="{FF2B5EF4-FFF2-40B4-BE49-F238E27FC236}">
                <a16:creationId xmlns:a16="http://schemas.microsoft.com/office/drawing/2014/main" id="{730CFA25-7D65-5427-84B4-E18A8EB93B93}"/>
              </a:ext>
            </a:extLst>
          </p:cNvPr>
          <p:cNvSpPr>
            <a:spLocks noGrp="1"/>
          </p:cNvSpPr>
          <p:nvPr>
            <p:ph type="body" sz="quarter" idx="16"/>
          </p:nvPr>
        </p:nvSpPr>
        <p:spPr/>
        <p:txBody>
          <a:bodyPr/>
          <a:lstStyle/>
          <a:p>
            <a:endParaRPr lang="en-AT" dirty="0"/>
          </a:p>
        </p:txBody>
      </p:sp>
      <p:sp>
        <p:nvSpPr>
          <p:cNvPr id="5" name="Text Placeholder 4">
            <a:extLst>
              <a:ext uri="{FF2B5EF4-FFF2-40B4-BE49-F238E27FC236}">
                <a16:creationId xmlns:a16="http://schemas.microsoft.com/office/drawing/2014/main" id="{D5D9B8B0-9D6C-454D-0F64-7F801029C69C}"/>
              </a:ext>
            </a:extLst>
          </p:cNvPr>
          <p:cNvSpPr>
            <a:spLocks noGrp="1"/>
          </p:cNvSpPr>
          <p:nvPr>
            <p:ph type="body" sz="quarter" idx="17"/>
          </p:nvPr>
        </p:nvSpPr>
        <p:spPr/>
        <p:txBody>
          <a:bodyPr/>
          <a:lstStyle/>
          <a:p>
            <a:endParaRPr lang="en-AT" dirty="0"/>
          </a:p>
        </p:txBody>
      </p:sp>
      <p:sp>
        <p:nvSpPr>
          <p:cNvPr id="6" name="Text Placeholder 5">
            <a:extLst>
              <a:ext uri="{FF2B5EF4-FFF2-40B4-BE49-F238E27FC236}">
                <a16:creationId xmlns:a16="http://schemas.microsoft.com/office/drawing/2014/main" id="{BCFEB206-7650-6CDF-9B86-A12FB575E2CE}"/>
              </a:ext>
            </a:extLst>
          </p:cNvPr>
          <p:cNvSpPr>
            <a:spLocks noGrp="1"/>
          </p:cNvSpPr>
          <p:nvPr>
            <p:ph type="body" sz="quarter" idx="18"/>
          </p:nvPr>
        </p:nvSpPr>
        <p:spPr/>
        <p:txBody>
          <a:bodyPr/>
          <a:lstStyle/>
          <a:p>
            <a:r>
              <a:rPr lang="en-US" altLang="zh-CN" dirty="0"/>
              <a:t>Hardware</a:t>
            </a:r>
            <a:endParaRPr lang="en-AT" dirty="0"/>
          </a:p>
        </p:txBody>
      </p:sp>
      <p:sp>
        <p:nvSpPr>
          <p:cNvPr id="7" name="Text Placeholder 6">
            <a:extLst>
              <a:ext uri="{FF2B5EF4-FFF2-40B4-BE49-F238E27FC236}">
                <a16:creationId xmlns:a16="http://schemas.microsoft.com/office/drawing/2014/main" id="{B21F5BC8-E2C4-6EF9-D8D0-7E8E9A517222}"/>
              </a:ext>
            </a:extLst>
          </p:cNvPr>
          <p:cNvSpPr>
            <a:spLocks noGrp="1"/>
          </p:cNvSpPr>
          <p:nvPr>
            <p:ph type="body" sz="quarter" idx="20"/>
          </p:nvPr>
        </p:nvSpPr>
        <p:spPr/>
        <p:txBody>
          <a:bodyPr/>
          <a:lstStyle/>
          <a:p>
            <a:r>
              <a:rPr lang="en-US" dirty="0"/>
              <a:t>Software</a:t>
            </a:r>
            <a:endParaRPr lang="en-AT" dirty="0"/>
          </a:p>
        </p:txBody>
      </p:sp>
      <p:sp>
        <p:nvSpPr>
          <p:cNvPr id="8" name="Text Placeholder 7">
            <a:extLst>
              <a:ext uri="{FF2B5EF4-FFF2-40B4-BE49-F238E27FC236}">
                <a16:creationId xmlns:a16="http://schemas.microsoft.com/office/drawing/2014/main" id="{4F5E1BFD-EDDC-26D5-596E-AED3239847CE}"/>
              </a:ext>
            </a:extLst>
          </p:cNvPr>
          <p:cNvSpPr>
            <a:spLocks noGrp="1"/>
          </p:cNvSpPr>
          <p:nvPr>
            <p:ph type="body" sz="quarter" idx="21"/>
          </p:nvPr>
        </p:nvSpPr>
        <p:spPr/>
        <p:txBody>
          <a:bodyPr/>
          <a:lstStyle/>
          <a:p>
            <a:r>
              <a:rPr lang="en-US" dirty="0"/>
              <a:t>Next steps</a:t>
            </a:r>
            <a:endParaRPr lang="en-AT" dirty="0"/>
          </a:p>
        </p:txBody>
      </p:sp>
      <p:sp>
        <p:nvSpPr>
          <p:cNvPr id="9" name="Text Placeholder 8">
            <a:extLst>
              <a:ext uri="{FF2B5EF4-FFF2-40B4-BE49-F238E27FC236}">
                <a16:creationId xmlns:a16="http://schemas.microsoft.com/office/drawing/2014/main" id="{BA2ED06C-1E17-45B1-537F-142EC7ABECBF}"/>
              </a:ext>
            </a:extLst>
          </p:cNvPr>
          <p:cNvSpPr>
            <a:spLocks noGrp="1"/>
          </p:cNvSpPr>
          <p:nvPr>
            <p:ph type="body" sz="quarter" idx="22"/>
          </p:nvPr>
        </p:nvSpPr>
        <p:spPr>
          <a:xfrm>
            <a:off x="1372740" y="9587361"/>
            <a:ext cx="12073700" cy="7339746"/>
          </a:xfrm>
        </p:spPr>
        <p:txBody>
          <a:bodyPr>
            <a:normAutofit/>
          </a:bodyPr>
          <a:lstStyle/>
          <a:p>
            <a:pPr marL="571500" indent="-571500">
              <a:buFont typeface="Arial" panose="020B0604020202020204" pitchFamily="34" charset="0"/>
              <a:buChar char="•"/>
            </a:pPr>
            <a:r>
              <a:rPr lang="en-US" altLang="zh-CN" sz="4300" dirty="0"/>
              <a:t>MCU: MCXA343VLH/MCXA173VFM 128K Flash, 32K RAM</a:t>
            </a:r>
          </a:p>
          <a:p>
            <a:pPr marL="571500" indent="-571500">
              <a:buFont typeface="Arial" panose="020B0604020202020204" pitchFamily="34" charset="0"/>
              <a:buChar char="•"/>
            </a:pPr>
            <a:r>
              <a:rPr lang="en-US" altLang="zh-CN" sz="4300" dirty="0"/>
              <a:t>Integrated internal dual Op-Amps with internal ADC connection</a:t>
            </a:r>
          </a:p>
          <a:p>
            <a:pPr marL="571500" indent="-571500">
              <a:buFont typeface="Arial" panose="020B0604020202020204" pitchFamily="34" charset="0"/>
              <a:buChar char="•"/>
            </a:pPr>
            <a:r>
              <a:rPr lang="en-US" altLang="zh-CN" sz="4300" dirty="0"/>
              <a:t>Dual 16-bit ADC converters </a:t>
            </a:r>
          </a:p>
          <a:p>
            <a:pPr marL="571500" indent="-571500">
              <a:buFont typeface="Arial" panose="020B0604020202020204" pitchFamily="34" charset="0"/>
              <a:buChar char="•"/>
            </a:pPr>
            <a:r>
              <a:rPr lang="en-US" altLang="zh-CN" sz="4300" dirty="0"/>
              <a:t>1× UART for RS485 communication (supports Tamagawa protocol)</a:t>
            </a:r>
          </a:p>
          <a:p>
            <a:pPr marL="571500" indent="-571500">
              <a:buFont typeface="Arial" panose="020B0604020202020204" pitchFamily="34" charset="0"/>
              <a:buChar char="•"/>
            </a:pPr>
            <a:r>
              <a:rPr lang="en-US" altLang="zh-CN" sz="4300" dirty="0"/>
              <a:t>FRO180M accuracy: ±1.5% over full temperature range</a:t>
            </a:r>
          </a:p>
          <a:p>
            <a:pPr marL="571500" indent="-571500">
              <a:buFont typeface="Arial" panose="020B0604020202020204" pitchFamily="34" charset="0"/>
              <a:buChar char="•"/>
            </a:pPr>
            <a:r>
              <a:rPr lang="en-US" altLang="zh-CN" sz="4300" dirty="0"/>
              <a:t>MAU(Math Accelerator Unit) support fast atan2 calculation</a:t>
            </a:r>
          </a:p>
          <a:p>
            <a:endParaRPr lang="en-AT" sz="3600" dirty="0"/>
          </a:p>
        </p:txBody>
      </p:sp>
      <p:sp>
        <p:nvSpPr>
          <p:cNvPr id="10" name="Text Placeholder 9">
            <a:extLst>
              <a:ext uri="{FF2B5EF4-FFF2-40B4-BE49-F238E27FC236}">
                <a16:creationId xmlns:a16="http://schemas.microsoft.com/office/drawing/2014/main" id="{FB1828A5-48AB-4B99-E54E-86D5190E320A}"/>
              </a:ext>
            </a:extLst>
          </p:cNvPr>
          <p:cNvSpPr>
            <a:spLocks noGrp="1"/>
          </p:cNvSpPr>
          <p:nvPr>
            <p:ph type="body" sz="quarter" idx="24"/>
          </p:nvPr>
        </p:nvSpPr>
        <p:spPr>
          <a:xfrm>
            <a:off x="1372740" y="19791426"/>
            <a:ext cx="12582375" cy="8042910"/>
          </a:xfrm>
        </p:spPr>
        <p:txBody>
          <a:bodyPr>
            <a:normAutofit lnSpcReduction="10000"/>
          </a:bodyPr>
          <a:lstStyle/>
          <a:p>
            <a:pPr marL="571500" indent="-571500">
              <a:buFont typeface="Arial" panose="020B0604020202020204" pitchFamily="34" charset="0"/>
              <a:buChar char="•"/>
            </a:pPr>
            <a:r>
              <a:rPr lang="en-US" altLang="zh-CN" sz="4300" dirty="0"/>
              <a:t>Complete inductive encoder software implementation with Tamagawa T-Format protocol communication support</a:t>
            </a:r>
          </a:p>
          <a:p>
            <a:pPr marL="571500" indent="-571500">
              <a:buFont typeface="Arial" panose="020B0604020202020204" pitchFamily="34" charset="0"/>
              <a:buChar char="•"/>
            </a:pPr>
            <a:r>
              <a:rPr lang="en-US" altLang="zh-CN" sz="4300" dirty="0"/>
              <a:t>Integrated ellipse correction, phase unwrapping, single-turn/multi-turn counting, temperature measurement, etc.</a:t>
            </a:r>
          </a:p>
          <a:p>
            <a:pPr marL="571500" indent="-571500">
              <a:buFont typeface="Arial" panose="020B0604020202020204" pitchFamily="34" charset="0"/>
              <a:buChar char="•"/>
            </a:pPr>
            <a:r>
              <a:rPr lang="en-US" altLang="zh-CN" sz="4300" dirty="0"/>
              <a:t>Outputs — 16-bit angle, angular velocity, status/quality gate; angle output supports filtering, dead zone, and other common features</a:t>
            </a:r>
          </a:p>
          <a:p>
            <a:pPr marL="571500" indent="-571500">
              <a:buFont typeface="Arial" panose="020B0604020202020204" pitchFamily="34" charset="0"/>
              <a:buChar char="•"/>
            </a:pPr>
            <a:r>
              <a:rPr lang="en-US" altLang="zh-CN" sz="4300" dirty="0"/>
              <a:t>Future expansion: Tamagawa A-Format and </a:t>
            </a:r>
            <a:r>
              <a:rPr lang="en-US" altLang="zh-CN" sz="4300" dirty="0" err="1"/>
              <a:t>BiSS</a:t>
            </a:r>
            <a:r>
              <a:rPr lang="en-US" altLang="zh-CN" sz="4300" dirty="0"/>
              <a:t>-C protocol support (implemented via Smart DMA)</a:t>
            </a:r>
          </a:p>
          <a:p>
            <a:endParaRPr lang="en-AT" sz="3600" dirty="0"/>
          </a:p>
        </p:txBody>
      </p:sp>
      <p:sp>
        <p:nvSpPr>
          <p:cNvPr id="11" name="Text Placeholder 10">
            <a:extLst>
              <a:ext uri="{FF2B5EF4-FFF2-40B4-BE49-F238E27FC236}">
                <a16:creationId xmlns:a16="http://schemas.microsoft.com/office/drawing/2014/main" id="{4CAB6C67-39FA-43D0-B9FE-E5E6E38BD398}"/>
              </a:ext>
            </a:extLst>
          </p:cNvPr>
          <p:cNvSpPr>
            <a:spLocks noGrp="1"/>
          </p:cNvSpPr>
          <p:nvPr>
            <p:ph type="body" sz="quarter" idx="25"/>
          </p:nvPr>
        </p:nvSpPr>
        <p:spPr/>
        <p:txBody>
          <a:bodyPr/>
          <a:lstStyle/>
          <a:p>
            <a:pPr marL="571500" indent="-571500">
              <a:buFont typeface="Arial" panose="020B0604020202020204" pitchFamily="34" charset="0"/>
              <a:buChar char="•"/>
            </a:pPr>
            <a:r>
              <a:rPr lang="en-US" altLang="zh-CN" sz="3700" dirty="0"/>
              <a:t>Redesign hardware to better align with customer needs Prepare ACH and AN, and promote through small-scale rollout</a:t>
            </a:r>
            <a:endParaRPr lang="en-AT" sz="3700" dirty="0"/>
          </a:p>
        </p:txBody>
      </p:sp>
      <p:grpSp>
        <p:nvGrpSpPr>
          <p:cNvPr id="79" name="组合 78">
            <a:extLst>
              <a:ext uri="{FF2B5EF4-FFF2-40B4-BE49-F238E27FC236}">
                <a16:creationId xmlns:a16="http://schemas.microsoft.com/office/drawing/2014/main" id="{61B042E0-31B0-904D-C52F-B1ACA958259E}"/>
              </a:ext>
            </a:extLst>
          </p:cNvPr>
          <p:cNvGrpSpPr/>
          <p:nvPr/>
        </p:nvGrpSpPr>
        <p:grpSpPr>
          <a:xfrm>
            <a:off x="14264641" y="9940044"/>
            <a:ext cx="17024784" cy="11660275"/>
            <a:chOff x="16016391" y="11566715"/>
            <a:chExt cx="12419446" cy="6865797"/>
          </a:xfrm>
        </p:grpSpPr>
        <p:sp>
          <p:nvSpPr>
            <p:cNvPr id="48" name="Rectangle 1">
              <a:extLst>
                <a:ext uri="{FF2B5EF4-FFF2-40B4-BE49-F238E27FC236}">
                  <a16:creationId xmlns:a16="http://schemas.microsoft.com/office/drawing/2014/main" id="{3BB86E41-2C01-687D-588B-58A4D6E669FB}"/>
                </a:ext>
              </a:extLst>
            </p:cNvPr>
            <p:cNvSpPr/>
            <p:nvPr/>
          </p:nvSpPr>
          <p:spPr>
            <a:xfrm>
              <a:off x="19368723" y="11566715"/>
              <a:ext cx="5549433" cy="6865797"/>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64008" bIns="64008" rtlCol="0" anchor="t"/>
            <a:lstStyle/>
            <a:p>
              <a:pPr algn="l"/>
              <a:r>
                <a:rPr lang="en-US" altLang="zh-CN" sz="3600" dirty="0">
                  <a:latin typeface="Poppins SemiBold" panose="00000700000000000000" pitchFamily="2" charset="0"/>
                  <a:cs typeface="Poppins SemiBold" panose="00000700000000000000" pitchFamily="2" charset="0"/>
                </a:rPr>
                <a:t>MCXA343VLH</a:t>
              </a:r>
            </a:p>
            <a:p>
              <a:pPr algn="l"/>
              <a:r>
                <a:rPr lang="en-US" altLang="zh-CN" sz="3600" dirty="0">
                  <a:latin typeface="Poppins SemiBold" panose="00000700000000000000" pitchFamily="2" charset="0"/>
                  <a:cs typeface="Poppins SemiBold" panose="00000700000000000000" pitchFamily="2" charset="0"/>
                </a:rPr>
                <a:t>180MHz CM33</a:t>
              </a:r>
            </a:p>
            <a:p>
              <a:pPr algn="l"/>
              <a:endParaRPr lang="en-US" sz="2400" dirty="0">
                <a:latin typeface="Poppins SemiBold" panose="00000700000000000000" pitchFamily="2" charset="0"/>
                <a:cs typeface="Poppins SemiBold" panose="00000700000000000000" pitchFamily="2" charset="0"/>
              </a:endParaRPr>
            </a:p>
          </p:txBody>
        </p:sp>
        <p:sp>
          <p:nvSpPr>
            <p:cNvPr id="49" name="Rectangle 114">
              <a:extLst>
                <a:ext uri="{FF2B5EF4-FFF2-40B4-BE49-F238E27FC236}">
                  <a16:creationId xmlns:a16="http://schemas.microsoft.com/office/drawing/2014/main" id="{2D2CA38E-6013-2911-AD54-B6A48021B39A}"/>
                </a:ext>
              </a:extLst>
            </p:cNvPr>
            <p:cNvSpPr/>
            <p:nvPr/>
          </p:nvSpPr>
          <p:spPr>
            <a:xfrm>
              <a:off x="21352580" y="13158053"/>
              <a:ext cx="1581718" cy="91234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ADC0</a:t>
              </a:r>
              <a:endParaRPr lang="en-US" sz="2000" dirty="0">
                <a:latin typeface="Poppins SemiBold" panose="00000700000000000000" pitchFamily="2" charset="0"/>
                <a:cs typeface="Poppins SemiBold" panose="00000700000000000000" pitchFamily="2" charset="0"/>
              </a:endParaRPr>
            </a:p>
          </p:txBody>
        </p:sp>
        <p:sp>
          <p:nvSpPr>
            <p:cNvPr id="50" name="Rectangle 41">
              <a:extLst>
                <a:ext uri="{FF2B5EF4-FFF2-40B4-BE49-F238E27FC236}">
                  <a16:creationId xmlns:a16="http://schemas.microsoft.com/office/drawing/2014/main" id="{B582EB30-042E-2C24-B278-79BE680367B1}"/>
                </a:ext>
              </a:extLst>
            </p:cNvPr>
            <p:cNvSpPr/>
            <p:nvPr/>
          </p:nvSpPr>
          <p:spPr>
            <a:xfrm>
              <a:off x="21340085" y="16046110"/>
              <a:ext cx="1581718" cy="91234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ADC1</a:t>
              </a:r>
              <a:endParaRPr lang="en-US" sz="2000" dirty="0">
                <a:latin typeface="Poppins SemiBold" panose="00000700000000000000" pitchFamily="2" charset="0"/>
                <a:cs typeface="Poppins SemiBold" panose="00000700000000000000" pitchFamily="2" charset="0"/>
              </a:endParaRPr>
            </a:p>
          </p:txBody>
        </p:sp>
        <p:sp>
          <p:nvSpPr>
            <p:cNvPr id="51" name="Arrow: Left 43">
              <a:extLst>
                <a:ext uri="{FF2B5EF4-FFF2-40B4-BE49-F238E27FC236}">
                  <a16:creationId xmlns:a16="http://schemas.microsoft.com/office/drawing/2014/main" id="{F0839D89-D86D-3D05-38FF-A250FB868AD6}"/>
                </a:ext>
              </a:extLst>
            </p:cNvPr>
            <p:cNvSpPr/>
            <p:nvPr/>
          </p:nvSpPr>
          <p:spPr>
            <a:xfrm>
              <a:off x="24918165" y="13120076"/>
              <a:ext cx="1552810" cy="369712"/>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52" name="Arrow: Left 45">
              <a:extLst>
                <a:ext uri="{FF2B5EF4-FFF2-40B4-BE49-F238E27FC236}">
                  <a16:creationId xmlns:a16="http://schemas.microsoft.com/office/drawing/2014/main" id="{1C508688-F1EF-27CB-2682-1CDECD3DBE21}"/>
                </a:ext>
              </a:extLst>
            </p:cNvPr>
            <p:cNvSpPr/>
            <p:nvPr/>
          </p:nvSpPr>
          <p:spPr>
            <a:xfrm>
              <a:off x="24918168" y="15955915"/>
              <a:ext cx="1552812" cy="381721"/>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53" name="Rectangle 59">
              <a:extLst>
                <a:ext uri="{FF2B5EF4-FFF2-40B4-BE49-F238E27FC236}">
                  <a16:creationId xmlns:a16="http://schemas.microsoft.com/office/drawing/2014/main" id="{69649FC5-6B64-DB65-029A-D0776FFD2F37}"/>
                </a:ext>
              </a:extLst>
            </p:cNvPr>
            <p:cNvSpPr/>
            <p:nvPr/>
          </p:nvSpPr>
          <p:spPr>
            <a:xfrm>
              <a:off x="19387235" y="13884406"/>
              <a:ext cx="1581718" cy="532964"/>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LPUART0</a:t>
              </a:r>
              <a:endParaRPr lang="en-US" sz="2000" dirty="0">
                <a:latin typeface="Poppins SemiBold" panose="00000700000000000000" pitchFamily="2" charset="0"/>
                <a:cs typeface="Poppins SemiBold" panose="00000700000000000000" pitchFamily="2" charset="0"/>
              </a:endParaRPr>
            </a:p>
          </p:txBody>
        </p:sp>
        <p:sp>
          <p:nvSpPr>
            <p:cNvPr id="54" name="Rectangle 60">
              <a:extLst>
                <a:ext uri="{FF2B5EF4-FFF2-40B4-BE49-F238E27FC236}">
                  <a16:creationId xmlns:a16="http://schemas.microsoft.com/office/drawing/2014/main" id="{20EF6F45-3B9C-3D26-7B9A-F682D4EBEBB5}"/>
                </a:ext>
              </a:extLst>
            </p:cNvPr>
            <p:cNvSpPr/>
            <p:nvPr/>
          </p:nvSpPr>
          <p:spPr>
            <a:xfrm>
              <a:off x="19402334" y="14578369"/>
              <a:ext cx="1581718" cy="532964"/>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LPUART1</a:t>
              </a:r>
              <a:endParaRPr lang="en-US" sz="2000" dirty="0">
                <a:latin typeface="Poppins SemiBold" panose="00000700000000000000" pitchFamily="2" charset="0"/>
                <a:cs typeface="Poppins SemiBold" panose="00000700000000000000" pitchFamily="2" charset="0"/>
              </a:endParaRPr>
            </a:p>
          </p:txBody>
        </p:sp>
        <p:sp>
          <p:nvSpPr>
            <p:cNvPr id="55" name="Arrow: Left-Right 61">
              <a:extLst>
                <a:ext uri="{FF2B5EF4-FFF2-40B4-BE49-F238E27FC236}">
                  <a16:creationId xmlns:a16="http://schemas.microsoft.com/office/drawing/2014/main" id="{FA991CF0-6C79-5B4F-29EC-E6792066EC36}"/>
                </a:ext>
              </a:extLst>
            </p:cNvPr>
            <p:cNvSpPr/>
            <p:nvPr/>
          </p:nvSpPr>
          <p:spPr>
            <a:xfrm>
              <a:off x="18648846" y="14083908"/>
              <a:ext cx="714257" cy="257497"/>
            </a:xfrm>
            <a:prstGeom prst="lef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56" name="Arrow: Left-Right 62">
              <a:extLst>
                <a:ext uri="{FF2B5EF4-FFF2-40B4-BE49-F238E27FC236}">
                  <a16:creationId xmlns:a16="http://schemas.microsoft.com/office/drawing/2014/main" id="{FA02BA13-B384-18DD-0ECE-2C0FA263973B}"/>
                </a:ext>
              </a:extLst>
            </p:cNvPr>
            <p:cNvSpPr/>
            <p:nvPr/>
          </p:nvSpPr>
          <p:spPr>
            <a:xfrm>
              <a:off x="18637581" y="14681455"/>
              <a:ext cx="714257" cy="257497"/>
            </a:xfrm>
            <a:prstGeom prst="lef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57" name="Rectangle 63">
              <a:extLst>
                <a:ext uri="{FF2B5EF4-FFF2-40B4-BE49-F238E27FC236}">
                  <a16:creationId xmlns:a16="http://schemas.microsoft.com/office/drawing/2014/main" id="{CA08CC10-2FDA-FB5C-0D71-49F316E59216}"/>
                </a:ext>
              </a:extLst>
            </p:cNvPr>
            <p:cNvSpPr/>
            <p:nvPr/>
          </p:nvSpPr>
          <p:spPr>
            <a:xfrm>
              <a:off x="16016391" y="13926063"/>
              <a:ext cx="2619124" cy="523371"/>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800" dirty="0">
                  <a:latin typeface="Poppins SemiBold" panose="00000700000000000000" pitchFamily="2" charset="0"/>
                  <a:cs typeface="Poppins SemiBold" panose="00000700000000000000" pitchFamily="2" charset="0"/>
                </a:rPr>
                <a:t>Debug</a:t>
              </a:r>
              <a:endParaRPr lang="en-US" sz="1000" dirty="0">
                <a:latin typeface="Poppins SemiBold" panose="00000700000000000000" pitchFamily="2" charset="0"/>
                <a:cs typeface="Poppins SemiBold" panose="00000700000000000000" pitchFamily="2" charset="0"/>
              </a:endParaRPr>
            </a:p>
          </p:txBody>
        </p:sp>
        <p:sp>
          <p:nvSpPr>
            <p:cNvPr id="58" name="Rectangle 64">
              <a:extLst>
                <a:ext uri="{FF2B5EF4-FFF2-40B4-BE49-F238E27FC236}">
                  <a16:creationId xmlns:a16="http://schemas.microsoft.com/office/drawing/2014/main" id="{372AA2EB-6F2F-C6B8-38D7-F8F7C2CA1979}"/>
                </a:ext>
              </a:extLst>
            </p:cNvPr>
            <p:cNvSpPr/>
            <p:nvPr/>
          </p:nvSpPr>
          <p:spPr>
            <a:xfrm>
              <a:off x="16016391" y="14587962"/>
              <a:ext cx="2601749" cy="523371"/>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800" dirty="0">
                  <a:latin typeface="Poppins SemiBold" panose="00000700000000000000" pitchFamily="2" charset="0"/>
                  <a:cs typeface="Poppins SemiBold" panose="00000700000000000000" pitchFamily="2" charset="0"/>
                </a:rPr>
                <a:t>RS485</a:t>
              </a:r>
              <a:endParaRPr lang="en-US" sz="1000" dirty="0">
                <a:latin typeface="Poppins SemiBold" panose="00000700000000000000" pitchFamily="2" charset="0"/>
                <a:cs typeface="Poppins SemiBold" panose="00000700000000000000" pitchFamily="2" charset="0"/>
              </a:endParaRPr>
            </a:p>
          </p:txBody>
        </p:sp>
        <p:sp>
          <p:nvSpPr>
            <p:cNvPr id="59" name="Rectangle 2">
              <a:extLst>
                <a:ext uri="{FF2B5EF4-FFF2-40B4-BE49-F238E27FC236}">
                  <a16:creationId xmlns:a16="http://schemas.microsoft.com/office/drawing/2014/main" id="{B8021C70-41F5-AA32-821F-1696FA72D3DA}"/>
                </a:ext>
              </a:extLst>
            </p:cNvPr>
            <p:cNvSpPr/>
            <p:nvPr/>
          </p:nvSpPr>
          <p:spPr>
            <a:xfrm>
              <a:off x="19417120" y="15543103"/>
              <a:ext cx="1581718" cy="532964"/>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I2C</a:t>
              </a:r>
              <a:endParaRPr lang="en-US" sz="2000" dirty="0">
                <a:latin typeface="Poppins SemiBold" panose="00000700000000000000" pitchFamily="2" charset="0"/>
                <a:cs typeface="Poppins SemiBold" panose="00000700000000000000" pitchFamily="2" charset="0"/>
              </a:endParaRPr>
            </a:p>
          </p:txBody>
        </p:sp>
        <p:sp>
          <p:nvSpPr>
            <p:cNvPr id="60" name="Rectangle 3">
              <a:extLst>
                <a:ext uri="{FF2B5EF4-FFF2-40B4-BE49-F238E27FC236}">
                  <a16:creationId xmlns:a16="http://schemas.microsoft.com/office/drawing/2014/main" id="{807C3F86-D238-8BE2-4E45-C81573B21D72}"/>
                </a:ext>
              </a:extLst>
            </p:cNvPr>
            <p:cNvSpPr/>
            <p:nvPr/>
          </p:nvSpPr>
          <p:spPr>
            <a:xfrm>
              <a:off x="16016391" y="15404537"/>
              <a:ext cx="2601749" cy="838543"/>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800" dirty="0">
                  <a:latin typeface="Poppins SemiBold" panose="00000700000000000000" pitchFamily="2" charset="0"/>
                  <a:cs typeface="Poppins SemiBold" panose="00000700000000000000" pitchFamily="2" charset="0"/>
                </a:rPr>
                <a:t>EEPROM</a:t>
              </a:r>
              <a:endParaRPr lang="en-US" sz="1000" dirty="0">
                <a:latin typeface="Poppins SemiBold" panose="00000700000000000000" pitchFamily="2" charset="0"/>
                <a:cs typeface="Poppins SemiBold" panose="00000700000000000000" pitchFamily="2" charset="0"/>
              </a:endParaRPr>
            </a:p>
          </p:txBody>
        </p:sp>
        <p:sp>
          <p:nvSpPr>
            <p:cNvPr id="61" name="Arrow: Left-Right 6">
              <a:extLst>
                <a:ext uri="{FF2B5EF4-FFF2-40B4-BE49-F238E27FC236}">
                  <a16:creationId xmlns:a16="http://schemas.microsoft.com/office/drawing/2014/main" id="{F04ED251-35E8-D7FA-DE28-58BE72E05CDF}"/>
                </a:ext>
              </a:extLst>
            </p:cNvPr>
            <p:cNvSpPr/>
            <p:nvPr/>
          </p:nvSpPr>
          <p:spPr>
            <a:xfrm>
              <a:off x="18630267" y="15680834"/>
              <a:ext cx="714257" cy="257497"/>
            </a:xfrm>
            <a:prstGeom prst="lef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62" name="Rectangle 7">
              <a:extLst>
                <a:ext uri="{FF2B5EF4-FFF2-40B4-BE49-F238E27FC236}">
                  <a16:creationId xmlns:a16="http://schemas.microsoft.com/office/drawing/2014/main" id="{8E1FD4AC-FCDF-1D53-823B-E6E47F9117DB}"/>
                </a:ext>
              </a:extLst>
            </p:cNvPr>
            <p:cNvSpPr/>
            <p:nvPr/>
          </p:nvSpPr>
          <p:spPr>
            <a:xfrm>
              <a:off x="19363103" y="17120122"/>
              <a:ext cx="1581718" cy="532964"/>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SOSC</a:t>
              </a:r>
              <a:endParaRPr lang="en-US" sz="2000" dirty="0">
                <a:latin typeface="Poppins SemiBold" panose="00000700000000000000" pitchFamily="2" charset="0"/>
                <a:cs typeface="Poppins SemiBold" panose="00000700000000000000" pitchFamily="2" charset="0"/>
              </a:endParaRPr>
            </a:p>
          </p:txBody>
        </p:sp>
        <p:sp>
          <p:nvSpPr>
            <p:cNvPr id="63" name="Rectangle 9">
              <a:extLst>
                <a:ext uri="{FF2B5EF4-FFF2-40B4-BE49-F238E27FC236}">
                  <a16:creationId xmlns:a16="http://schemas.microsoft.com/office/drawing/2014/main" id="{53C5FD50-2467-4B97-29AC-93D21E4DEF26}"/>
                </a:ext>
              </a:extLst>
            </p:cNvPr>
            <p:cNvSpPr/>
            <p:nvPr/>
          </p:nvSpPr>
          <p:spPr>
            <a:xfrm>
              <a:off x="16033766" y="17025071"/>
              <a:ext cx="2601749" cy="838543"/>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800" dirty="0">
                  <a:latin typeface="Poppins SemiBold" panose="00000700000000000000" pitchFamily="2" charset="0"/>
                  <a:cs typeface="Poppins SemiBold" panose="00000700000000000000" pitchFamily="2" charset="0"/>
                </a:rPr>
                <a:t>Crystal</a:t>
              </a:r>
              <a:endParaRPr lang="en-US" sz="1000" dirty="0">
                <a:latin typeface="Poppins SemiBold" panose="00000700000000000000" pitchFamily="2" charset="0"/>
                <a:cs typeface="Poppins SemiBold" panose="00000700000000000000" pitchFamily="2" charset="0"/>
              </a:endParaRPr>
            </a:p>
          </p:txBody>
        </p:sp>
        <p:sp>
          <p:nvSpPr>
            <p:cNvPr id="64" name="Arrow: Left-Right 11">
              <a:extLst>
                <a:ext uri="{FF2B5EF4-FFF2-40B4-BE49-F238E27FC236}">
                  <a16:creationId xmlns:a16="http://schemas.microsoft.com/office/drawing/2014/main" id="{9A176BBB-6C9C-C2AB-519C-2BF22AE129D8}"/>
                </a:ext>
              </a:extLst>
            </p:cNvPr>
            <p:cNvSpPr/>
            <p:nvPr/>
          </p:nvSpPr>
          <p:spPr>
            <a:xfrm>
              <a:off x="18640141" y="17257853"/>
              <a:ext cx="714257" cy="257497"/>
            </a:xfrm>
            <a:prstGeom prst="lef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65" name="Rectangle 12">
              <a:extLst>
                <a:ext uri="{FF2B5EF4-FFF2-40B4-BE49-F238E27FC236}">
                  <a16:creationId xmlns:a16="http://schemas.microsoft.com/office/drawing/2014/main" id="{CA3CD8AF-41BB-C133-452F-190C7691E9FB}"/>
                </a:ext>
              </a:extLst>
            </p:cNvPr>
            <p:cNvSpPr/>
            <p:nvPr/>
          </p:nvSpPr>
          <p:spPr>
            <a:xfrm>
              <a:off x="26470980" y="12486287"/>
              <a:ext cx="1964857" cy="4835997"/>
            </a:xfrm>
            <a:prstGeom prst="rect">
              <a:avLst/>
            </a:prstGeom>
            <a:solidFill>
              <a:schemeClr val="bg1">
                <a:lumMod val="50000"/>
              </a:schemeClr>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800" dirty="0">
                  <a:latin typeface="Poppins SemiBold" panose="00000700000000000000" pitchFamily="2" charset="0"/>
                  <a:cs typeface="Poppins SemiBold" panose="00000700000000000000" pitchFamily="2" charset="0"/>
                </a:rPr>
                <a:t>Magnetic Sensor</a:t>
              </a:r>
              <a:endParaRPr lang="en-US" sz="1000" dirty="0">
                <a:latin typeface="Poppins SemiBold" panose="00000700000000000000" pitchFamily="2" charset="0"/>
                <a:cs typeface="Poppins SemiBold" panose="00000700000000000000" pitchFamily="2" charset="0"/>
              </a:endParaRPr>
            </a:p>
          </p:txBody>
        </p:sp>
        <p:sp>
          <p:nvSpPr>
            <p:cNvPr id="66" name="Arrow: Left 13">
              <a:extLst>
                <a:ext uri="{FF2B5EF4-FFF2-40B4-BE49-F238E27FC236}">
                  <a16:creationId xmlns:a16="http://schemas.microsoft.com/office/drawing/2014/main" id="{1FC07E29-F386-FCEF-7520-56BE3EA142C1}"/>
                </a:ext>
              </a:extLst>
            </p:cNvPr>
            <p:cNvSpPr/>
            <p:nvPr/>
          </p:nvSpPr>
          <p:spPr>
            <a:xfrm>
              <a:off x="24918163" y="13739586"/>
              <a:ext cx="1552812" cy="390620"/>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67" name="Arrow: Left 14">
              <a:extLst>
                <a:ext uri="{FF2B5EF4-FFF2-40B4-BE49-F238E27FC236}">
                  <a16:creationId xmlns:a16="http://schemas.microsoft.com/office/drawing/2014/main" id="{0E95DF0E-469E-F0F3-7B3F-AD930604297A}"/>
                </a:ext>
              </a:extLst>
            </p:cNvPr>
            <p:cNvSpPr/>
            <p:nvPr/>
          </p:nvSpPr>
          <p:spPr>
            <a:xfrm>
              <a:off x="24918160" y="16614830"/>
              <a:ext cx="1552819" cy="430262"/>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68" name="TextBox 15">
              <a:extLst>
                <a:ext uri="{FF2B5EF4-FFF2-40B4-BE49-F238E27FC236}">
                  <a16:creationId xmlns:a16="http://schemas.microsoft.com/office/drawing/2014/main" id="{03A36A56-1724-E21D-3FF7-62731EC2FE06}"/>
                </a:ext>
              </a:extLst>
            </p:cNvPr>
            <p:cNvSpPr txBox="1"/>
            <p:nvPr/>
          </p:nvSpPr>
          <p:spPr>
            <a:xfrm>
              <a:off x="25122999" y="12615340"/>
              <a:ext cx="1091480" cy="615553"/>
            </a:xfrm>
            <a:prstGeom prst="rect">
              <a:avLst/>
            </a:prstGeom>
            <a:noFill/>
          </p:spPr>
          <p:txBody>
            <a:bodyPr wrap="square" lIns="0" tIns="0" rIns="0" bIns="0" rtlCol="0">
              <a:spAutoFit/>
            </a:bodyPr>
            <a:lstStyle/>
            <a:p>
              <a:pPr algn="l"/>
              <a:r>
                <a:rPr lang="en-US" sz="4000" dirty="0"/>
                <a:t>Sin+</a:t>
              </a:r>
            </a:p>
          </p:txBody>
        </p:sp>
        <p:sp>
          <p:nvSpPr>
            <p:cNvPr id="69" name="TextBox 16">
              <a:extLst>
                <a:ext uri="{FF2B5EF4-FFF2-40B4-BE49-F238E27FC236}">
                  <a16:creationId xmlns:a16="http://schemas.microsoft.com/office/drawing/2014/main" id="{DD5AC0F7-9BCA-5DED-BAEE-A25A21BD17EE}"/>
                </a:ext>
              </a:extLst>
            </p:cNvPr>
            <p:cNvSpPr txBox="1"/>
            <p:nvPr/>
          </p:nvSpPr>
          <p:spPr>
            <a:xfrm>
              <a:off x="25247988" y="14130206"/>
              <a:ext cx="1091480" cy="615553"/>
            </a:xfrm>
            <a:prstGeom prst="rect">
              <a:avLst/>
            </a:prstGeom>
            <a:noFill/>
          </p:spPr>
          <p:txBody>
            <a:bodyPr wrap="square" lIns="0" tIns="0" rIns="0" bIns="0" rtlCol="0">
              <a:spAutoFit/>
            </a:bodyPr>
            <a:lstStyle/>
            <a:p>
              <a:pPr algn="l"/>
              <a:r>
                <a:rPr lang="en-US" sz="4000" dirty="0"/>
                <a:t>Sin-</a:t>
              </a:r>
            </a:p>
          </p:txBody>
        </p:sp>
        <p:sp>
          <p:nvSpPr>
            <p:cNvPr id="70" name="TextBox 18">
              <a:extLst>
                <a:ext uri="{FF2B5EF4-FFF2-40B4-BE49-F238E27FC236}">
                  <a16:creationId xmlns:a16="http://schemas.microsoft.com/office/drawing/2014/main" id="{66184D05-945C-3C6E-B5AD-4B09A7F35752}"/>
                </a:ext>
              </a:extLst>
            </p:cNvPr>
            <p:cNvSpPr txBox="1"/>
            <p:nvPr/>
          </p:nvSpPr>
          <p:spPr>
            <a:xfrm>
              <a:off x="25161328" y="15460514"/>
              <a:ext cx="1264799" cy="615553"/>
            </a:xfrm>
            <a:prstGeom prst="rect">
              <a:avLst/>
            </a:prstGeom>
            <a:noFill/>
          </p:spPr>
          <p:txBody>
            <a:bodyPr wrap="square" lIns="0" tIns="0" rIns="0" bIns="0" rtlCol="0">
              <a:spAutoFit/>
            </a:bodyPr>
            <a:lstStyle/>
            <a:p>
              <a:pPr algn="l"/>
              <a:r>
                <a:rPr lang="en-US" sz="4000" dirty="0"/>
                <a:t>Cos+</a:t>
              </a:r>
            </a:p>
          </p:txBody>
        </p:sp>
        <p:sp>
          <p:nvSpPr>
            <p:cNvPr id="71" name="TextBox 19">
              <a:extLst>
                <a:ext uri="{FF2B5EF4-FFF2-40B4-BE49-F238E27FC236}">
                  <a16:creationId xmlns:a16="http://schemas.microsoft.com/office/drawing/2014/main" id="{340A23C9-7E63-6C09-5C2C-A909E5332AC6}"/>
                </a:ext>
              </a:extLst>
            </p:cNvPr>
            <p:cNvSpPr txBox="1"/>
            <p:nvPr/>
          </p:nvSpPr>
          <p:spPr>
            <a:xfrm>
              <a:off x="25231114" y="17098598"/>
              <a:ext cx="1239864" cy="615553"/>
            </a:xfrm>
            <a:prstGeom prst="rect">
              <a:avLst/>
            </a:prstGeom>
            <a:noFill/>
          </p:spPr>
          <p:txBody>
            <a:bodyPr wrap="square" lIns="0" tIns="0" rIns="0" bIns="0" rtlCol="0">
              <a:spAutoFit/>
            </a:bodyPr>
            <a:lstStyle/>
            <a:p>
              <a:pPr algn="l"/>
              <a:r>
                <a:rPr lang="en-US" sz="4000" dirty="0"/>
                <a:t>Cos-</a:t>
              </a:r>
            </a:p>
          </p:txBody>
        </p:sp>
        <p:sp>
          <p:nvSpPr>
            <p:cNvPr id="72" name="Rectangle 20">
              <a:extLst>
                <a:ext uri="{FF2B5EF4-FFF2-40B4-BE49-F238E27FC236}">
                  <a16:creationId xmlns:a16="http://schemas.microsoft.com/office/drawing/2014/main" id="{54FE1EB1-2398-46E3-1428-88718965C1BD}"/>
                </a:ext>
              </a:extLst>
            </p:cNvPr>
            <p:cNvSpPr/>
            <p:nvPr/>
          </p:nvSpPr>
          <p:spPr>
            <a:xfrm>
              <a:off x="23321992" y="13162104"/>
              <a:ext cx="1581718" cy="91234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OP0</a:t>
              </a:r>
              <a:endParaRPr lang="en-US" sz="2000" dirty="0">
                <a:latin typeface="Poppins SemiBold" panose="00000700000000000000" pitchFamily="2" charset="0"/>
                <a:cs typeface="Poppins SemiBold" panose="00000700000000000000" pitchFamily="2" charset="0"/>
              </a:endParaRPr>
            </a:p>
          </p:txBody>
        </p:sp>
        <p:sp>
          <p:nvSpPr>
            <p:cNvPr id="73" name="Rectangle 21">
              <a:extLst>
                <a:ext uri="{FF2B5EF4-FFF2-40B4-BE49-F238E27FC236}">
                  <a16:creationId xmlns:a16="http://schemas.microsoft.com/office/drawing/2014/main" id="{4272EA12-B323-BA17-79BC-7A813B45A18E}"/>
                </a:ext>
              </a:extLst>
            </p:cNvPr>
            <p:cNvSpPr/>
            <p:nvPr/>
          </p:nvSpPr>
          <p:spPr>
            <a:xfrm>
              <a:off x="23321992" y="16046112"/>
              <a:ext cx="1581718" cy="91234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tIns="64008" bIns="64008" rtlCol="0" anchor="ctr"/>
            <a:lstStyle/>
            <a:p>
              <a:pPr algn="ctr"/>
              <a:r>
                <a:rPr lang="en-US" altLang="zh-CN" sz="2000" dirty="0">
                  <a:latin typeface="Poppins SemiBold" panose="00000700000000000000" pitchFamily="2" charset="0"/>
                  <a:cs typeface="Poppins SemiBold" panose="00000700000000000000" pitchFamily="2" charset="0"/>
                </a:rPr>
                <a:t>OP1</a:t>
              </a:r>
              <a:endParaRPr lang="en-US" sz="2000" dirty="0">
                <a:latin typeface="Poppins SemiBold" panose="00000700000000000000" pitchFamily="2" charset="0"/>
                <a:cs typeface="Poppins SemiBold" panose="00000700000000000000" pitchFamily="2" charset="0"/>
              </a:endParaRPr>
            </a:p>
          </p:txBody>
        </p:sp>
        <p:sp>
          <p:nvSpPr>
            <p:cNvPr id="74" name="Arrow: Left 22">
              <a:extLst>
                <a:ext uri="{FF2B5EF4-FFF2-40B4-BE49-F238E27FC236}">
                  <a16:creationId xmlns:a16="http://schemas.microsoft.com/office/drawing/2014/main" id="{04D967B3-684B-9229-49AA-E393E71E817D}"/>
                </a:ext>
              </a:extLst>
            </p:cNvPr>
            <p:cNvSpPr/>
            <p:nvPr/>
          </p:nvSpPr>
          <p:spPr>
            <a:xfrm>
              <a:off x="22899567" y="13547307"/>
              <a:ext cx="457156" cy="202414"/>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sp>
          <p:nvSpPr>
            <p:cNvPr id="75" name="Arrow: Left 23">
              <a:extLst>
                <a:ext uri="{FF2B5EF4-FFF2-40B4-BE49-F238E27FC236}">
                  <a16:creationId xmlns:a16="http://schemas.microsoft.com/office/drawing/2014/main" id="{97E7FABE-143F-D7E1-CCC0-97399991900A}"/>
                </a:ext>
              </a:extLst>
            </p:cNvPr>
            <p:cNvSpPr/>
            <p:nvPr/>
          </p:nvSpPr>
          <p:spPr>
            <a:xfrm>
              <a:off x="22879896" y="16412415"/>
              <a:ext cx="457156" cy="202414"/>
            </a:xfrm>
            <a:prstGeom prst="lef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sz="23900" dirty="0">
                <a:latin typeface="Poppins SemiBold" panose="00000700000000000000" pitchFamily="2" charset="0"/>
                <a:cs typeface="Poppins SemiBold" panose="00000700000000000000" pitchFamily="2" charset="0"/>
              </a:endParaRPr>
            </a:p>
          </p:txBody>
        </p:sp>
      </p:grpSp>
      <p:pic>
        <p:nvPicPr>
          <p:cNvPr id="76" name="图片 75" descr="图片包含 游戏机, 电子, 电路&#10;&#10;AI 生成的内容可能不正确。">
            <a:extLst>
              <a:ext uri="{FF2B5EF4-FFF2-40B4-BE49-F238E27FC236}">
                <a16:creationId xmlns:a16="http://schemas.microsoft.com/office/drawing/2014/main" id="{4368C84C-E263-A458-17AE-549268D5D3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26417" y="22317468"/>
            <a:ext cx="10162172" cy="18066084"/>
          </a:xfrm>
          <a:prstGeom prst="rect">
            <a:avLst/>
          </a:prstGeom>
        </p:spPr>
      </p:pic>
    </p:spTree>
    <p:extLst>
      <p:ext uri="{BB962C8B-B14F-4D97-AF65-F5344CB8AC3E}">
        <p14:creationId xmlns:p14="http://schemas.microsoft.com/office/powerpoint/2010/main" val="1273849482"/>
      </p:ext>
    </p:extLst>
  </p:cSld>
  <p:clrMapOvr>
    <a:masterClrMapping/>
  </p:clrMapOvr>
</p:sld>
</file>

<file path=ppt/theme/theme1.xml><?xml version="1.0" encoding="utf-8"?>
<a:theme xmlns:a="http://schemas.openxmlformats.org/drawingml/2006/main" name="Custom Design">
  <a:themeElements>
    <a:clrScheme name="NXP colors">
      <a:dk1>
        <a:srgbClr val="1A1918"/>
      </a:dk1>
      <a:lt1>
        <a:srgbClr val="FFFFFF"/>
      </a:lt1>
      <a:dk2>
        <a:srgbClr val="404140"/>
      </a:dk2>
      <a:lt2>
        <a:srgbClr val="F3F1E6"/>
      </a:lt2>
      <a:accent1>
        <a:srgbClr val="00A5D5"/>
      </a:accent1>
      <a:accent2>
        <a:srgbClr val="F1AE2A"/>
      </a:accent2>
      <a:accent3>
        <a:srgbClr val="6CB644"/>
      </a:accent3>
      <a:accent4>
        <a:srgbClr val="40BDE1"/>
      </a:accent4>
      <a:accent5>
        <a:srgbClr val="FCD635"/>
      </a:accent5>
      <a:accent6>
        <a:srgbClr val="B2CF3F"/>
      </a:accent6>
      <a:hlink>
        <a:srgbClr val="306AA5"/>
      </a:hlink>
      <a:folHlink>
        <a:srgbClr val="E5723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d3fee04-3926-485b-b69d-eeb620fbb02e">
      <UserInfo>
        <DisplayName>Birgit Ahlborn</DisplayName>
        <AccountId>28</AccountId>
        <AccountType/>
      </UserInfo>
      <UserInfo>
        <DisplayName>Melissa Dailey</DisplayName>
        <AccountId>70</AccountId>
        <AccountType/>
      </UserInfo>
      <UserInfo>
        <DisplayName>Jan Kiker</DisplayName>
        <AccountId>36</AccountId>
        <AccountType/>
      </UserInfo>
      <UserInfo>
        <DisplayName>Lindsey Strobel</DisplayName>
        <AccountId>148</AccountId>
        <AccountType/>
      </UserInfo>
      <UserInfo>
        <DisplayName>Ann-Kathrin Augustin</DisplayName>
        <AccountId>55</AccountId>
        <AccountType/>
      </UserInfo>
      <UserInfo>
        <DisplayName>Shelley McNamara</DisplayName>
        <AccountId>10</AccountId>
        <AccountType/>
      </UserInfo>
    </SharedWithUsers>
    <TaxCatchAll xmlns="fd3fee04-3926-485b-b69d-eeb620fbb02e" xsi:nil="true"/>
    <lcf76f155ced4ddcb4097134ff3c332f xmlns="46205277-d2a6-4c56-981d-472a684003b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20F7034AE6A44FA722FF554EFD29A8" ma:contentTypeVersion="14" ma:contentTypeDescription="Create a new document." ma:contentTypeScope="" ma:versionID="63508d5b77dd08c823c87a4beed2d38e">
  <xsd:schema xmlns:xsd="http://www.w3.org/2001/XMLSchema" xmlns:xs="http://www.w3.org/2001/XMLSchema" xmlns:p="http://schemas.microsoft.com/office/2006/metadata/properties" xmlns:ns2="46205277-d2a6-4c56-981d-472a684003bf" xmlns:ns3="fd3fee04-3926-485b-b69d-eeb620fbb02e" targetNamespace="http://schemas.microsoft.com/office/2006/metadata/properties" ma:root="true" ma:fieldsID="0fd824795c1a63a89aa9de4912a667b1" ns2:_="" ns3:_="">
    <xsd:import namespace="46205277-d2a6-4c56-981d-472a684003bf"/>
    <xsd:import namespace="fd3fee04-3926-485b-b69d-eeb620fbb02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205277-d2a6-4c56-981d-472a684003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ae9cabe-f4d8-44ae-a6f0-8d11cb15c1a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d3fee04-3926-485b-b69d-eeb620fbb02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a239a73-54df-4dcd-ac92-b33a2b53f6b9}" ma:internalName="TaxCatchAll" ma:showField="CatchAllData" ma:web="fd3fee04-3926-485b-b69d-eeb620fbb02e">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8521B7-5C3E-4019-920B-6CEAFC0DCCDB}">
  <ds:schemaRefs>
    <ds:schemaRef ds:uri="46205277-d2a6-4c56-981d-472a684003bf"/>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purl.org/dc/terms/"/>
    <ds:schemaRef ds:uri="http://schemas.microsoft.com/office/infopath/2007/PartnerControls"/>
    <ds:schemaRef ds:uri="fd3fee04-3926-485b-b69d-eeb620fbb02e"/>
    <ds:schemaRef ds:uri="http://www.w3.org/XML/1998/namespace"/>
    <ds:schemaRef ds:uri="http://purl.org/dc/elements/1.1/"/>
  </ds:schemaRefs>
</ds:datastoreItem>
</file>

<file path=customXml/itemProps2.xml><?xml version="1.0" encoding="utf-8"?>
<ds:datastoreItem xmlns:ds="http://schemas.openxmlformats.org/officeDocument/2006/customXml" ds:itemID="{7B78E3B7-C7EB-4D3A-BB65-933A2D23009B}">
  <ds:schemaRefs>
    <ds:schemaRef ds:uri="http://schemas.microsoft.com/sharepoint/v3/contenttype/forms"/>
  </ds:schemaRefs>
</ds:datastoreItem>
</file>

<file path=customXml/itemProps3.xml><?xml version="1.0" encoding="utf-8"?>
<ds:datastoreItem xmlns:ds="http://schemas.openxmlformats.org/officeDocument/2006/customXml" ds:itemID="{1B68D5C1-E85A-496E-A28A-63CFC7EF47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205277-d2a6-4c56-981d-472a684003bf"/>
    <ds:schemaRef ds:uri="fd3fee04-3926-485b-b69d-eeb620fbb0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02_Confidential_NXP_PPTtemp_v2.7</Template>
  <TotalTime>9</TotalTime>
  <Words>259</Words>
  <Application>Microsoft Office PowerPoint</Application>
  <PresentationFormat>自定义</PresentationFormat>
  <Paragraphs>43</Paragraphs>
  <Slides>2</Slides>
  <Notes>0</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vt:i4>
      </vt:variant>
    </vt:vector>
  </HeadingPairs>
  <TitlesOfParts>
    <vt:vector size="9" baseType="lpstr">
      <vt:lpstr>Poppins</vt:lpstr>
      <vt:lpstr>Aptos Display</vt:lpstr>
      <vt:lpstr>Arial</vt:lpstr>
      <vt:lpstr>Aptos</vt:lpstr>
      <vt:lpstr>Poppins SemiBold</vt:lpstr>
      <vt:lpstr>Custom Design</vt:lpstr>
      <vt:lpstr>1_Custom Design</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World Tour 2025</dc:title>
  <dc:creator>Phu Le</dc:creator>
  <dc:description>V2.7, updated 01312024</dc:description>
  <cp:lastModifiedBy>XI YANG</cp:lastModifiedBy>
  <cp:revision>70</cp:revision>
  <dcterms:created xsi:type="dcterms:W3CDTF">2024-09-20T15:50:57Z</dcterms:created>
  <dcterms:modified xsi:type="dcterms:W3CDTF">2025-11-14T04:26:24Z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0x0101002520F7034AE6A44FA722FF554EFD29A8</vt:lpwstr>
  </property>
  <property fmtid="{D5CDD505-2E9C-101B-9397-08002B2CF9AE}" pid="3" name="MediaServiceImageTags">
    <vt:lpwstr/>
  </property>
</Properties>
</file>