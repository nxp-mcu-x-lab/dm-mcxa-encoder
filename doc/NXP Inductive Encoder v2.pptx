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968b0418854d60" /><Relationship Type="http://schemas.openxmlformats.org/officeDocument/2006/relationships/extended-properties" Target="/docProps/app.xml" Id="R64fc410b93014be1" /><Relationship Type="http://schemas.openxmlformats.org/officeDocument/2006/relationships/officeDocument" Target="/ppt/presentation.xml" Id="R7816502f6a7e44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56ab9a2664d0c"/>
    <p:sldMasterId xmlns:r="http://schemas.openxmlformats.org/officeDocument/2006/relationships" id="2147483650" r:id="R731d156c8c644ab5"/>
    <p:sldMasterId xmlns:r="http://schemas.openxmlformats.org/officeDocument/2006/relationships" id="2147483653" r:id="R3e3fdbd2440e4388"/>
    <p:sldMasterId xmlns:r="http://schemas.openxmlformats.org/officeDocument/2006/relationships" id="2147483677" r:id="R907c0f8707a14265"/>
  </p:sldMasterIdLst>
  <p:notesMasterIdLst>
    <p:notesMasterId xmlns:r="http://schemas.openxmlformats.org/officeDocument/2006/relationships" r:id="R4b13c09e68724a2a"/>
  </p:notesMasterIdLst>
  <p:sldIdLst>
    <p:sldId xmlns:r="http://schemas.openxmlformats.org/officeDocument/2006/relationships" id="256" r:id="R9634a3616c224110"/>
    <p:sldId xmlns:r="http://schemas.openxmlformats.org/officeDocument/2006/relationships" id="257" r:id="Rfe670449552b45b7"/>
    <p:sldId xmlns:r="http://schemas.openxmlformats.org/officeDocument/2006/relationships" id="258" r:id="Rfe5886d3766c4d80"/>
  </p:sldIdLst>
  <p:sldSz cx="12858750" cy="72326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3a2a0cb8a4c39" /><Relationship Type="http://schemas.openxmlformats.org/officeDocument/2006/relationships/slideMaster" Target="/ppt/slideMasters/slideMaster1.xml" Id="Rfa956ab9a2664d0c" /><Relationship Type="http://schemas.openxmlformats.org/officeDocument/2006/relationships/slideMaster" Target="/ppt/slideMasters/slideMaster2.xml" Id="R731d156c8c644ab5" /><Relationship Type="http://schemas.openxmlformats.org/officeDocument/2006/relationships/slideMaster" Target="/ppt/slideMasters/slideMaster3.xml" Id="R3e3fdbd2440e4388" /><Relationship Type="http://schemas.openxmlformats.org/officeDocument/2006/relationships/slideMaster" Target="/ppt/slideMasters/slideMaster4.xml" Id="R907c0f8707a14265" /><Relationship Type="http://schemas.openxmlformats.org/officeDocument/2006/relationships/notesMaster" Target="/ppt/notesMasters/notesMaster1.xml" Id="R4b13c09e68724a2a" /><Relationship Type="http://schemas.openxmlformats.org/officeDocument/2006/relationships/presProps" Target="/ppt/presProps.xml" Id="Re1d162d745904649" /><Relationship Type="http://schemas.openxmlformats.org/officeDocument/2006/relationships/viewProps" Target="/ppt/viewProps.xml" Id="R4ec5b748bb0440cf" /><Relationship Type="http://schemas.openxmlformats.org/officeDocument/2006/relationships/tableStyles" Target="/ppt/tableStyles.xml" Id="Rac72835a6b944870" /><Relationship Type="http://schemas.openxmlformats.org/officeDocument/2006/relationships/slide" Target="/ppt/slides/slide1.xml" Id="R9634a3616c224110" /><Relationship Type="http://schemas.openxmlformats.org/officeDocument/2006/relationships/slide" Target="/ppt/slides/slide2.xml" Id="Rfe670449552b45b7" /><Relationship Type="http://schemas.openxmlformats.org/officeDocument/2006/relationships/slide" Target="/ppt/slides/slide3.xml" Id="Rfe5886d3766c4d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50f0551b2ef148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5_第一PPT，www.1ppt.com">
  <a:themeElements>
    <a:clrScheme name="自定义 1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D00"/>
      </a:accent1>
      <a:accent2>
        <a:srgbClr val="18191C"/>
      </a:accent2>
      <a:accent3>
        <a:srgbClr val="FFBD00"/>
      </a:accent3>
      <a:accent4>
        <a:srgbClr val="18191C"/>
      </a:accent4>
      <a:accent5>
        <a:srgbClr val="FFBD00"/>
      </a:accent5>
      <a:accent6>
        <a:srgbClr val="18191C"/>
      </a:accent6>
      <a:hlink>
        <a:srgbClr val="FFBD00"/>
      </a:hlink>
      <a:folHlink>
        <a:srgbClr val="18191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20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9db255b2e3467e" /><Relationship Type="http://schemas.openxmlformats.org/officeDocument/2006/relationships/notesMaster" Target="/ppt/notesMasters/notesMaster1.xml" Id="Ra7d54e9f2eee4e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0ddabc293b4955" /><Relationship Type="http://schemas.openxmlformats.org/officeDocument/2006/relationships/notesMaster" Target="/ppt/notesMasters/notesMaster1.xml" Id="R45bbeb141f53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b200aa08d5409f" /><Relationship Type="http://schemas.openxmlformats.org/officeDocument/2006/relationships/notesMaster" Target="/ppt/notesMasters/notesMaster1.xml" Id="Rde5f508e69824e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61b33ea904e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4a6189e02848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efd45a6d6845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95fe193a6f445de" /><Relationship Type="http://schemas.openxmlformats.org/officeDocument/2006/relationships/image" Target="/ppt/media/image.jpeg" Id="Re45cc72044bb4b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c7768cb93194641" /><Relationship Type="http://schemas.openxmlformats.org/officeDocument/2006/relationships/image" Target="/ppt/media/image2.jpeg" Id="Rd53f87f7033346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105c8507dc3447b" /><Relationship Type="http://schemas.openxmlformats.org/officeDocument/2006/relationships/image" Target="/ppt/media/image3.jpeg" Id="R1a85dc2f64594e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04c479f4f2744f6" /><Relationship Type="http://schemas.openxmlformats.org/officeDocument/2006/relationships/image" Target="/ppt/media/image4.jpeg" Id="R9b216b4e65634b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9c0a8e40aba4bd2" /><Relationship Type="http://schemas.openxmlformats.org/officeDocument/2006/relationships/image" Target="/ppt/media/image5.jpeg" Id="R5ba489184759441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c279590e30940d2" /><Relationship Type="http://schemas.openxmlformats.org/officeDocument/2006/relationships/image" Target="/ppt/media/image6.jpeg" Id="Rcf0930f965fc444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c0f32bf60344c6e" /><Relationship Type="http://schemas.openxmlformats.org/officeDocument/2006/relationships/image" Target="/ppt/media/image7.jpeg" Id="Rcd754082d78147f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0be4007d9c4f02" /><Relationship Type="http://schemas.openxmlformats.org/officeDocument/2006/relationships/image" Target="/ppt/media/image8.jpeg" Id="R371acf7ee42a4f6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ebf9985e2e42a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7bb3cce320e4e4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8496b7fb68448b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57dce1697a04f1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b223e3a44124e8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4e62d0c0fb44f8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39bdee6485485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88970f12024e1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131cb4e096849a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2199ce6382a463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23b45af7dca479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a8e60b0d9c461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e8bd8c4480466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dcc3fd40c444b1d" /><Relationship Type="http://schemas.openxmlformats.org/officeDocument/2006/relationships/image" Target="/ppt/media/image7.jpeg" Id="Rdce83bccc82340e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b46140b7edc440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fb4410915ee450f" /></Relationships>
</file>

<file path=ppt/slideLayouts/slideLayout1.xml><?xml version="1.0" encoding="utf-8"?>
<p:sldLayout xmlns:p="http://schemas.openxmlformats.org/presentationml/2006/main" type="blank">
  <p:cSld name="空白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83350E9A-B0EB-4B63-BD5F-4E399A82810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Master 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Placeholder 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5cc72044bb4b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83646" y="75473"/>
            <a:ext cx="5073080" cy="7157178"/>
          </a:xfrm>
          <a:prstGeom xmlns:a="http://schemas.openxmlformats.org/drawingml/2006/main" prst="rect">
            <a:avLst/>
          </a:prstGeom>
        </p:spPr>
      </p:pic>
      <p:sp>
        <p:nvSpPr>
          <p:cNvPr id="90" name="Text Placeholder 89">
            <a:extLst xmlns:a="http://schemas.openxmlformats.org/drawingml/2006/main">
              <a:ext uri="{FF2B5EF4-FFF2-40B4-BE49-F238E27FC236}">
                <a16:creationId xmlns:a16="http://schemas.microsoft.com/office/drawing/2014/main" id="{4054D75A-CE96-4C45-94BD-0CD34D59DDC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59483" y="4440343"/>
            <a:ext cx="6511975" cy="42084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76" b="1" cap="all" spc="316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246105" indent="0">
              <a:buNone/>
              <a:defRPr/>
            </a:lvl2pPr>
            <a:lvl3pPr marL="423567" indent="0">
              <a:buNone/>
              <a:defRPr/>
            </a:lvl3pPr>
            <a:lvl4pPr marL="601029" indent="0">
              <a:buNone/>
              <a:defRPr/>
            </a:lvl4pPr>
            <a:lvl5pPr marL="786863" indent="0">
              <a:buNone/>
              <a:defRPr/>
            </a:lvl5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month 2020</a:t>
            </a:r>
          </a:p>
        </p:txBody>
      </p:sp>
      <p:sp>
        <p:nvSpPr>
          <p:cNvPr id="27" name="Rectangle 183">
            <a:extLst xmlns:a="http://schemas.openxmlformats.org/drawingml/2006/main">
              <a:ext uri="{FF2B5EF4-FFF2-40B4-BE49-F238E27FC236}">
                <a16:creationId xmlns:a16="http://schemas.microsoft.com/office/drawing/2014/main" id="{5775FE81-F8BD-4349-B4E8-BCE197B31A4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59483" y="3688697"/>
            <a:ext cx="6511975" cy="853788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0" bIns="91440" anchor="b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98" b="0" cap="none" spc="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First name Last name</a:t>
            </a:r>
          </a:p>
          <a:p xmlns:a="http://schemas.openxmlformats.org/drawingml/2006/main">
            <a:pPr>
              <a:buNone/>
            </a:pPr>
            <a:r>
              <a:t>Official title goes here</a:t>
            </a:r>
          </a:p>
        </p:txBody>
      </p:sp>
      <p:sp>
        <p:nvSpPr>
          <p:cNvPr id="28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12644AF3-66A4-4602-84A1-680E23C3219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59483" y="451211"/>
            <a:ext cx="6502282" cy="3122875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b"/>
          <a:lstStyle xmlns:a="http://schemas.openxmlformats.org/drawingml/2006/main">
            <a:lvl1pPr algn="l">
              <a:lnSpc>
                <a:spcPts val="5800"/>
              </a:lnSpc>
              <a:spcBef>
                <a:spcPts val="0"/>
              </a:spcBef>
              <a:buNone/>
              <a:defRPr sz="5168" b="0" cap="all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Goes Here Second Line</a:t>
            </a:r>
            <a:br/>
            <a:r>
              <a:t>Third Line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6C06E3A-77E8-4336-8E69-F834D68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82" y="6313872"/>
            <a:ext cx="69477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+mj-lt"/>
                <a:ea typeface="+mj-lt"/>
                <a:cs typeface="+mj-lt"/>
              </a:rPr>
              <a:t>PUblic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3AA52E7-FC36-4ED4-867F-157B0BCE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ED8626D-4DCA-4D23-8BF4-1806FF2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456C9DC-AC7B-4A0E-8C19-8B43D714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0DA97BB-3B9D-475D-90A5-85DF0ACE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39B465D-2073-45C5-B64A-4C84B0F0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06C25F4-61A1-429C-96A6-EF43EBB0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83" y="6624142"/>
            <a:ext cx="5769893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5" b="0" i="0" cap="all" spc="53">
                <a:solidFill>
                  <a:schemeClr val="tx2">
                    <a:lumMod val="90000"/>
                  </a:schemeClr>
                </a:solidFill>
                <a:latin typeface="+mj-lt"/>
                <a:ea typeface="+mj-lt"/>
                <a:cs typeface="+mj-lt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Automotive large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Placeholder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3f87f70333461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24" y="83212"/>
            <a:ext cx="4809600" cy="7149438"/>
          </a:xfrm>
          <a:prstGeom xmlns:a="http://schemas.openxmlformats.org/drawingml/2006/main" prst="rect">
            <a:avLst/>
          </a:prstGeom>
        </p:spPr>
      </p:pic>
      <p:sp>
        <p:nvSpPr>
          <p:cNvPr id="77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24" y="83212"/>
            <a:ext cx="4809600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  <p:sp>
        <p:nvSpPr>
          <p:cNvPr id="37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64471" y="1341710"/>
            <a:ext cx="6670910" cy="4075610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buNone/>
              <a:defRPr sz="5378" b="0" cap="none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Large headline or statement goes here. Lorem ipsum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823A222D-2665-49C2-A352-41261E92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" y="83858"/>
            <a:ext cx="4809600" cy="596221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4">
                  <a:alpha val="27000"/>
                </a:schemeClr>
              </a:gs>
              <a:gs pos="50000">
                <a:schemeClr val="accent4">
                  <a:alpha val="0"/>
                </a:schemeClr>
              </a:gs>
              <a:gs pos="100000">
                <a:schemeClr val="accent4">
                  <a:lumMod val="20000"/>
                  <a:lumOff val="80000"/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B60511C-2A65-4F06-8213-A9767539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92A4D78-1073-4D7F-BFFB-2D61206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2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9C456B0-4A5D-4885-994C-95243A7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E162F602-55E8-4B3D-A11C-2027D56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51D5D649-9376-48D5-8D91-4D2DDEB0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5C1F632B-6197-496B-9EEA-C4840363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006E74E-CDF9-4696-8BB6-B1B2F10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Quality Large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Placeholder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5dc2f64594e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24" y="83212"/>
            <a:ext cx="4809600" cy="7149438"/>
          </a:xfrm>
          <a:prstGeom xmlns:a="http://schemas.openxmlformats.org/drawingml/2006/main" prst="rect">
            <a:avLst/>
          </a:prstGeom>
        </p:spPr>
      </p:pic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14D81D1-28E2-4B5A-90AC-0665128E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83858"/>
            <a:ext cx="4425861" cy="7148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77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24" y="83212"/>
            <a:ext cx="4809600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  <p:sp>
        <p:nvSpPr>
          <p:cNvPr id="37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64471" y="1341710"/>
            <a:ext cx="6670910" cy="4075610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buNone/>
              <a:defRPr sz="5378" b="0" cap="none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Large headline or statement goes here. Lorem ipsum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1259CC84-9D61-4B7E-B269-B364145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F57D660-4AAE-4D5D-82B7-7B0FFD2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6B56D1BA-1D0B-48D6-8A9B-D6701B6E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6F33A3D7-2E0B-4E81-A491-81B9B454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CE9950E5-3A53-4262-9FF9-392F9697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53084A67-7628-476E-9F80-8CED241E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EBEFBC6-A920-4150-8CB5-2F07F5A5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Mobile Large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Placeholder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216b4e65634b2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24" y="83212"/>
            <a:ext cx="4809600" cy="7149438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F9387C9-D1B7-403A-B764-A76CCEA6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" y="83858"/>
            <a:ext cx="4811623" cy="7148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77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24" y="83212"/>
            <a:ext cx="4809600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  <p:sp>
        <p:nvSpPr>
          <p:cNvPr id="37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64471" y="1341710"/>
            <a:ext cx="6670910" cy="4075610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buNone/>
              <a:defRPr sz="5378" b="0" cap="none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Large headline or statement goes here. Lorem ipsum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2DDE7A5-E2F2-4CF2-B186-F3795441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47F1F9F-4C3C-4D70-9F0E-5759721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EB0E3C50-5D0D-4B3D-AB5E-FB14C506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27BAD98C-D2A0-4D70-8EE5-0EF8CD53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691DC690-D4FD-4831-96EA-3B2665E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C76CB046-A760-4B56-AE94-1EB3F5F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E180CB8-C23E-474B-B32A-6F5128D6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showMasterSp="0" preserve="1" userDrawn="1">
  <p:cSld name="Industrial Large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Placeholder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a489184759441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24" y="83212"/>
            <a:ext cx="4809600" cy="7149438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0C6F7F7-17BF-482B-BA80-F24629A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83858"/>
            <a:ext cx="4425861" cy="7148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77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24" y="83212"/>
            <a:ext cx="4809600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  <p:sp>
        <p:nvSpPr>
          <p:cNvPr id="37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64471" y="1341710"/>
            <a:ext cx="6670910" cy="4075610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buNone/>
              <a:defRPr sz="5378" b="0" cap="none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Large headline or statement goes here. Lorem ipsum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183140B-A247-4A2B-9D4E-348839DE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D784AD3-2BA5-4E85-98B2-D09F1825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E7C1EB4B-5A45-4466-8072-0645AC92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FE6AE65A-B4E9-4A34-9C1D-11C90F15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C9E3FC99-0BDE-4CA4-8495-6D512122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4576331F-C76A-4EB4-91BB-E020D9D8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AC83E4E-604E-456C-8274-6BBEB5FB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Networking Large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Placeholder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930f965fc44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24" y="83212"/>
            <a:ext cx="4809600" cy="7149438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AAAD775-814D-4D87-B23C-FB937F7D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4" y="83858"/>
            <a:ext cx="4736499" cy="7148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3">
                  <a:alpha val="26000"/>
                </a:schemeClr>
              </a:gs>
              <a:gs pos="70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77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24" y="83212"/>
            <a:ext cx="4809600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  <p:sp>
        <p:nvSpPr>
          <p:cNvPr id="37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64471" y="1341710"/>
            <a:ext cx="6670910" cy="4075610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buNone/>
              <a:defRPr sz="5378" b="0" cap="none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Large headline or statement goes here. Lorem ipsum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2FA28723-837F-4B23-8CE8-02BE47F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D25E3D-662E-44DF-8C74-92C87184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BC086BCB-54AC-46CF-A349-82F2CB7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F622D00E-770D-4828-BB83-AF27DABC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43E01C42-EE25-40F8-84CF-C03046F9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7FE27F-A44B-48E4-910C-3CA9640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9D3E226-DE3E-4BD8-98C8-FE8CA53A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Smart City Large Head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64471" y="1341710"/>
            <a:ext cx="6670910" cy="4075610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buNone/>
              <a:defRPr sz="5378" b="0" cap="none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Large headline or statement goes here. Lorem ipsum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83A94EBF-98FE-4812-9A14-44279029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3D1922-F66C-4A65-BADA-585E8365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ACAB0B10-E424-4C5F-81CD-AE869D72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0F5701D1-A391-456C-8948-07FBBDD3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2A0F9761-7943-4EDD-AD61-B82DDD42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5C1A76E3-E547-459A-AA20-2A41DD1D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68C635A-20C5-45ED-A75C-99F8C46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50" name="Picture 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754082d78147f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80" y="83211"/>
            <a:ext cx="4807644" cy="7149439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63BE673-EBB9-4511-BBA9-928E31D9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7204" y="83213"/>
            <a:ext cx="4807644" cy="231211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1">
                  <a:alpha val="41000"/>
                </a:schemeClr>
              </a:gs>
              <a:gs pos="70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994508B0-A33C-4CE0-B505-0D816FBBCF7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9228" y="83212"/>
            <a:ext cx="4811624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Smart Home Large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Placeholder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1acf7ee42a4f6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24" y="83212"/>
            <a:ext cx="4809600" cy="7149438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0A81B96-5386-44A4-B378-BF3D5A5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85763" y="83858"/>
            <a:ext cx="4425861" cy="7148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77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24" y="83212"/>
            <a:ext cx="4809600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  <p:sp>
        <p:nvSpPr>
          <p:cNvPr id="37" name="Rectangle 182">
            <a:extLst xmlns:a="http://schemas.openxmlformats.org/drawingml/2006/main"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64471" y="1341710"/>
            <a:ext cx="6670910" cy="4075610"/>
          </a:xfrm>
          <a:prstGeom xmlns:a="http://schemas.openxmlformats.org/drawingml/2006/main" prst="rect">
            <a:avLst/>
          </a:prstGeom>
          <a:ln xmlns:a="http://schemas.openxmlformats.org/drawingml/2006/main" w="25400"/>
        </p:spPr>
        <p:txBody>
          <a:bodyPr xmlns:a="http://schemas.openxmlformats.org/drawingml/2006/main" tIns="91440" bIns="9144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buNone/>
              <a:defRPr sz="5378" b="0" cap="none" spc="-53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Large headline or statement goes here. Lorem ipsum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45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D12FB66-22AA-4777-8CC2-F076131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A1736F53-0FCF-4DF2-B88E-1DE0E43A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48" name="Freeform 6">
            <a:extLst xmlns:a="http://schemas.openxmlformats.org/drawingml/2006/main">
              <a:ext uri="{FF2B5EF4-FFF2-40B4-BE49-F238E27FC236}">
                <a16:creationId xmlns:a16="http://schemas.microsoft.com/office/drawing/2014/main" id="{3247CA1E-AF86-49CC-A305-8195944F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9" name="Freeform 7">
            <a:extLst xmlns:a="http://schemas.openxmlformats.org/drawingml/2006/main">
              <a:ext uri="{FF2B5EF4-FFF2-40B4-BE49-F238E27FC236}">
                <a16:creationId xmlns:a16="http://schemas.microsoft.com/office/drawing/2014/main" id="{7CBFD072-C24E-4AF0-803E-E83E902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50" name="Freeform 8">
            <a:extLst xmlns:a="http://schemas.openxmlformats.org/drawingml/2006/main">
              <a:ext uri="{FF2B5EF4-FFF2-40B4-BE49-F238E27FC236}">
                <a16:creationId xmlns:a16="http://schemas.microsoft.com/office/drawing/2014/main" id="{27821654-D521-4D2E-9557-16961696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51" name="Freeform 9">
            <a:extLst xmlns:a="http://schemas.openxmlformats.org/drawingml/2006/main">
              <a:ext uri="{FF2B5EF4-FFF2-40B4-BE49-F238E27FC236}">
                <a16:creationId xmlns:a16="http://schemas.microsoft.com/office/drawing/2014/main" id="{766EDC3E-69CE-4032-9FB6-85216A19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52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86022DB-6135-4077-A9E3-D3090DA2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Title and Content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54BE5163-9505-492A-9C1C-97735B8B94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6364" y="436685"/>
            <a:ext cx="12050598" cy="68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Click to add title here</a:t>
            </a:r>
            <a:br/>
            <a:r>
              <a:t>second line title</a:t>
            </a:r>
          </a:p>
        </p:txBody>
      </p:sp>
      <p:sp>
        <p:nvSpPr>
          <p:cNvPr id="4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B5FA949-F7E8-46EE-8796-49F3220D384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16363" y="1216269"/>
            <a:ext cx="12050598" cy="49222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  <a:lvl2pPr>
              <a:buNone/>
              <a:defRPr>
                <a:latin typeface="Arial"/>
                <a:ea typeface="Arial"/>
                <a:cs typeface="Arial"/>
              </a:defRPr>
            </a:lvl2pPr>
            <a:lvl3pPr>
              <a:buNone/>
              <a:defRPr>
                <a:latin typeface="Arial"/>
                <a:ea typeface="Arial"/>
                <a:cs typeface="Arial"/>
              </a:defRPr>
            </a:lvl3pPr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4A3BACD4-D9C4-4818-B024-0FFB28193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6365" y="436685"/>
            <a:ext cx="12080733" cy="68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EED98443-24BE-485E-A11D-4A6708CAD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6365" y="436685"/>
            <a:ext cx="12300842" cy="68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9261028-65AF-4D93-B83E-1A20546E498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16365" y="1216269"/>
            <a:ext cx="6167050" cy="4922219"/>
          </a:xfrm>
        </p:spPr>
        <p:txBody>
          <a:bodyPr xmlns:a="http://schemas.openxmlformats.org/drawingml/2006/main"/>
          <a:lstStyle xmlns:a="http://schemas.openxmlformats.org/drawingml/2006/main">
            <a:lvl2pPr>
              <a:buNone/>
              <a:defRPr>
                <a:latin typeface="+mj-lt"/>
                <a:ea typeface="+mj-lt"/>
                <a:cs typeface="+mj-lt"/>
              </a:defRPr>
            </a:lvl2pPr>
            <a:lvl3pPr>
              <a:buNone/>
              <a:defRPr>
                <a:latin typeface="+mj-lt"/>
                <a:ea typeface="+mj-lt"/>
                <a:cs typeface="+mj-lt"/>
              </a:defRPr>
            </a:lvl3pPr>
            <a:lvl4pPr>
              <a:buNone/>
              <a:defRPr>
                <a:latin typeface="+mj-lt"/>
                <a:ea typeface="+mj-lt"/>
                <a:cs typeface="+mj-lt"/>
              </a:defRPr>
            </a:lvl4pPr>
            <a:lvl5pPr>
              <a:buNone/>
              <a:defRPr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685C0AD-D4B2-4988-9CD4-288D749A2D73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583415" y="1216269"/>
            <a:ext cx="6167050" cy="4922219"/>
          </a:xfrm>
        </p:spPr>
        <p:txBody>
          <a:bodyPr xmlns:a="http://schemas.openxmlformats.org/drawingml/2006/main"/>
          <a:lstStyle xmlns:a="http://schemas.openxmlformats.org/drawingml/2006/main">
            <a:lvl2pPr>
              <a:buNone/>
              <a:defRPr>
                <a:latin typeface="+mj-lt"/>
                <a:ea typeface="+mj-lt"/>
                <a:cs typeface="+mj-lt"/>
              </a:defRPr>
            </a:lvl2pPr>
            <a:lvl3pPr>
              <a:buNone/>
              <a:defRPr>
                <a:latin typeface="+mj-lt"/>
                <a:ea typeface="+mj-lt"/>
                <a:cs typeface="+mj-lt"/>
              </a:defRPr>
            </a:lvl3pPr>
            <a:lvl4pPr>
              <a:buNone/>
              <a:defRPr>
                <a:latin typeface="+mj-lt"/>
                <a:ea typeface="+mj-lt"/>
                <a:cs typeface="+mj-lt"/>
              </a:defRPr>
            </a:lvl4pPr>
            <a:lvl5pPr>
              <a:buNone/>
              <a:defRPr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ransition Slide Blu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1A16C9-C041-49C5-AC50-D0FF3E5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1"/>
            <a:ext cx="12858750" cy="10794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453E47-1254-4AED-A541-BB7CE36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858750" cy="2302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573F72FB-E4CA-470A-9386-AC51D05ABB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87272" y="1723559"/>
            <a:ext cx="7392656" cy="258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 algn="l">
              <a:lnSpc>
                <a:spcPts val="6328"/>
              </a:lnSpc>
              <a:spcBef>
                <a:spcPts val="0"/>
              </a:spcBef>
              <a:spcAft>
                <a:spcPts val="0"/>
              </a:spcAft>
              <a:buNone/>
              <a:defRPr sz="5800" b="0" cap="none" spc="-53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Title Goes Here</a:t>
            </a:r>
            <a:br/>
            <a:r>
              <a:t>Second Line Title</a:t>
            </a:r>
            <a:br/>
            <a:r>
              <a:t>Third Line Title</a:t>
            </a:r>
          </a:p>
        </p:txBody>
      </p:sp>
      <p:sp>
        <p:nvSpPr>
          <p:cNvPr id="16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AF788F4C-F3F1-4D1E-9E78-69BDCFE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179" y="6781127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A6489-F2EE-48AA-AF66-CF911B0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99" y="6449354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4B1F641-A39F-419C-B874-36E8B4C7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4571973"/>
            <a:ext cx="2503441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443CEE6-1108-4EA9-99ED-44930E6E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43" y="4571973"/>
            <a:ext cx="634059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A6895F3-7204-48FF-A4F3-F08AE082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503" y="4571973"/>
            <a:ext cx="1929506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99838EC-325A-4D0A-BA69-5EBCA1E4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010" y="4571973"/>
            <a:ext cx="1158798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4AB4C98-DF4F-4361-A999-30FBA05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344" y="4571973"/>
            <a:ext cx="2159583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E5D1333-9BCA-4D99-8B74-A5FD0A4B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973" y="0"/>
            <a:ext cx="2139777" cy="723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ABE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2FB6ECD-AD16-4595-BDE1-ED612F04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055" y="0"/>
            <a:ext cx="210965" cy="723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0D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9D6C17E-6427-4E15-BF87-030DEB8E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99" y="6711882"/>
            <a:ext cx="6136279" cy="362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38" b="0" i="0" cap="all" spc="53">
                <a:solidFill>
                  <a:schemeClr val="bg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Transition Slide G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1A16C9-C041-49C5-AC50-D0FF3E5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1"/>
            <a:ext cx="12858750" cy="10794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453E47-1254-4AED-A541-BB7CE36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858750" cy="2302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8C66DA4-3842-41AB-A413-DA2CAB20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99" y="6711882"/>
            <a:ext cx="6136279" cy="362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38" b="0" i="0" cap="all" spc="53">
                <a:solidFill>
                  <a:schemeClr val="bg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  <p:sp>
        <p:nvSpPr>
          <p:cNvPr id="16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AF788F4C-F3F1-4D1E-9E78-69BDCFE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179" y="6781127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A6489-F2EE-48AA-AF66-CF911B0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99" y="6449354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45DCA3A-3479-4CA4-B85C-C27090A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973" y="1"/>
            <a:ext cx="2139777" cy="7232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8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ADADDD7-27DF-4F1B-AF83-2336CE55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055" y="0"/>
            <a:ext cx="210965" cy="723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1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B20325F3-D3B7-4667-B443-7A5E875CEFF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87272" y="1723559"/>
            <a:ext cx="7392656" cy="258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 algn="l">
              <a:lnSpc>
                <a:spcPts val="6328"/>
              </a:lnSpc>
              <a:spcBef>
                <a:spcPts val="0"/>
              </a:spcBef>
              <a:spcAft>
                <a:spcPts val="0"/>
              </a:spcAft>
              <a:buNone/>
              <a:defRPr sz="5800" b="0" cap="none" spc="-53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Title Goes Here</a:t>
            </a:r>
            <a:br/>
            <a:r>
              <a:t>Second Line Title</a:t>
            </a:r>
            <a:br/>
            <a:r>
              <a:t>Third Line Title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079EEBE-0AA2-4B9F-8CA5-4EF66EBB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4571973"/>
            <a:ext cx="2503441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652E4ED-5154-481E-9CD9-E54F58D8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43" y="4571973"/>
            <a:ext cx="634059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7FA421C-F569-4674-A016-EEEC0F3E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503" y="4571973"/>
            <a:ext cx="1929506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098BED1-31EA-40EC-979E-CC6D4330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010" y="4571973"/>
            <a:ext cx="1158798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A82CE24-80C3-4E10-AE08-C8E299AD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344" y="4571973"/>
            <a:ext cx="2159583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Transition Slide Yell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1A16C9-C041-49C5-AC50-D0FF3E5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1"/>
            <a:ext cx="12858750" cy="10794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453E47-1254-4AED-A541-BB7CE36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858750" cy="2302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AF788F4C-F3F1-4D1E-9E78-69BDCFE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179" y="6781127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A6489-F2EE-48AA-AF66-CF911B0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99" y="6449354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9639A3C-5B99-4F0B-8C96-2711DE2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973" y="1"/>
            <a:ext cx="2139777" cy="7232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0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EA282F3-18EF-46C0-BE23-00B6F460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055" y="0"/>
            <a:ext cx="210965" cy="723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9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AE8EA48-8A72-4DFF-8F74-E81BDBAE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99" y="6711882"/>
            <a:ext cx="6136279" cy="362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38" b="0" i="0" cap="all" spc="53">
                <a:solidFill>
                  <a:schemeClr val="bg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  <p:sp>
        <p:nvSpPr>
          <p:cNvPr id="21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9DDFC051-4C35-4AC2-A3C2-87EF3BE5AC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87272" y="1723559"/>
            <a:ext cx="7392656" cy="258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 algn="l">
              <a:lnSpc>
                <a:spcPts val="6328"/>
              </a:lnSpc>
              <a:spcBef>
                <a:spcPts val="0"/>
              </a:spcBef>
              <a:spcAft>
                <a:spcPts val="0"/>
              </a:spcAft>
              <a:buNone/>
              <a:defRPr sz="5800" b="0" cap="none" spc="-53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Title Goes Here</a:t>
            </a:r>
            <a:br/>
            <a:r>
              <a:t>Second Line Title</a:t>
            </a:r>
            <a:br/>
            <a:r>
              <a:t>Third Line Title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7E3FE20-D5A7-49D4-9FC3-1C51497B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4571973"/>
            <a:ext cx="2503441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4BBDC35-DA26-42D8-B8AD-9BA7AB4C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43" y="4571973"/>
            <a:ext cx="634059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C061553-8252-4DB2-8E43-E8D8704C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503" y="4571973"/>
            <a:ext cx="1929506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1ECAB66-D623-4D2F-8EF9-FF10CEF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010" y="4571973"/>
            <a:ext cx="1158798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3960A1F-C2ED-40E3-8DD3-DC97CF1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344" y="4571973"/>
            <a:ext cx="2159583" cy="6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Cloud, Image,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A8B25C0-2523-4258-988A-6EC0BA6FE404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27385" y="455390"/>
            <a:ext cx="5151810" cy="61583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 cap="all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Insert Picture</a:t>
            </a:r>
          </a:p>
        </p:txBody>
      </p:sp>
      <p:sp>
        <p:nvSpPr>
          <p:cNvPr id="5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6D349D80-209D-4869-B663-DDBD96A271B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46408" y="455390"/>
            <a:ext cx="6527042" cy="145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>
              <a:buNone/>
              <a:defRPr sz="2426" b="1" cap="all" spc="22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266"/>
              </a:spcBef>
              <a:spcAft>
                <a:spcPts val="79"/>
              </a:spcAft>
              <a:buNone/>
            </a:pPr>
            <a:r>
              <a:t>Title Goes Here</a:t>
            </a:r>
            <a:br/>
            <a:r>
              <a:t>Second Line Title Here</a:t>
            </a:r>
          </a:p>
        </p:txBody>
      </p:sp>
      <p:sp>
        <p:nvSpPr>
          <p:cNvPr id="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467A178-3F40-46AE-B142-7537AEFA635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6046406" y="2065320"/>
            <a:ext cx="6527042" cy="4548417"/>
          </a:xfr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1pPr>
            <a:lvl2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2pPr>
            <a:lvl3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3pPr>
            <a:lvl4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4pPr>
            <a:lvl5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D3316-8C03-4E14-A26A-B573F61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43277"/>
            <a:ext cx="6898186" cy="4893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364344-708D-4D14-AB79-EFD89DB6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60566" cy="725943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6435" tIns="48218" rIns="96435" bIns="4821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11CAFD9-C949-4672-8099-280A9D3A4A5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83858"/>
            <a:ext cx="5960566" cy="714879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582" cap="all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Insert Picture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43F77FA-B6E2-422A-A9CA-B7D9CD06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A4F3DD-51AF-4E21-AF3F-235370EF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DD84D32-7C7C-420C-88C2-251264F5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32946DA-2B91-4542-A1A4-EEA4390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EA99CD9-05CA-4AC9-8CB5-B8AAB07C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7F1B957F-4AD2-4311-BB34-8768EC6BB7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09410" y="455390"/>
            <a:ext cx="6164040" cy="145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>
              <a:buNone/>
              <a:defRPr sz="2426" b="1" cap="all" spc="22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266"/>
              </a:spcBef>
              <a:spcAft>
                <a:spcPts val="79"/>
              </a:spcAft>
              <a:buNone/>
            </a:pPr>
            <a:r>
              <a:t>Title Goes Here</a:t>
            </a:r>
            <a:br/>
            <a:r>
              <a:t>Second Line Title Here</a:t>
            </a:r>
          </a:p>
        </p:txBody>
      </p:sp>
      <p:sp>
        <p:nvSpPr>
          <p:cNvPr id="2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39A5A7E-A866-43B0-9F76-EA26A619B0A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6409408" y="2065320"/>
            <a:ext cx="6164040" cy="4548417"/>
          </a:xfr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1pPr>
            <a:lvl2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2pPr>
            <a:lvl3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3pPr>
            <a:lvl4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4pPr>
            <a:lvl5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D3316-8C03-4E14-A26A-B573F61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43277"/>
            <a:ext cx="6898186" cy="4893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D44E389-667F-4DD9-9B1A-3AC059E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5960566" cy="72326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6435" tIns="48218" rIns="96435" bIns="4821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0D1E114-F039-494B-B807-E849E1D315F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96598" y="1016726"/>
            <a:ext cx="5009155" cy="469343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spcBef>
                <a:spcPts val="1266"/>
              </a:spcBef>
              <a:buNone/>
              <a:defRPr sz="369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179138" indent="0">
              <a:spcBef>
                <a:spcPts val="1266"/>
              </a:spcBef>
              <a:buNone/>
              <a:defRPr/>
            </a:lvl2pPr>
            <a:lvl3pPr marL="359948" indent="0">
              <a:spcBef>
                <a:spcPts val="1266"/>
              </a:spcBef>
              <a:buNone/>
              <a:defRPr/>
            </a:lvl3pPr>
            <a:lvl4pPr marL="539085" indent="0">
              <a:spcBef>
                <a:spcPts val="1266"/>
              </a:spcBef>
              <a:buNone/>
              <a:defRPr/>
            </a:lvl4pPr>
            <a:lvl5pPr marL="726593" indent="0">
              <a:spcBef>
                <a:spcPts val="1266"/>
              </a:spcBef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EEF9623-B990-4FC5-B3AF-ABCC21E7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E6F548F-1A42-4C2C-94CE-E08BCCAF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1DD7377-0B81-4391-AF3B-45468D1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372F4AB-7E8B-4283-9E7D-D13FB39E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82FAF1A-055B-442A-B4D3-7551731C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D3316-8C03-4E14-A26A-B573F61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43277"/>
            <a:ext cx="6898186" cy="4893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D88440-4F6F-4244-BF33-04570FA9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5960566" cy="72326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6435" tIns="48218" rIns="96435" bIns="4821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1D92BB-6197-48EF-BA05-DDD2BA2B9E4C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2" y="83858"/>
            <a:ext cx="5960566" cy="714879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582" cap="all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E0768F92-5D88-4A33-B505-E01CE6D83DF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6855652" y="1016726"/>
            <a:ext cx="5009155" cy="469343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spcBef>
                <a:spcPts val="1266"/>
              </a:spcBef>
              <a:buNone/>
              <a:defRPr sz="3691" spc="-53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179138" indent="0">
              <a:spcBef>
                <a:spcPts val="1266"/>
              </a:spcBef>
              <a:buNone/>
              <a:defRPr/>
            </a:lvl2pPr>
            <a:lvl3pPr marL="359948" indent="0">
              <a:spcBef>
                <a:spcPts val="1266"/>
              </a:spcBef>
              <a:buNone/>
              <a:defRPr/>
            </a:lvl3pPr>
            <a:lvl4pPr marL="539085" indent="0">
              <a:spcBef>
                <a:spcPts val="1266"/>
              </a:spcBef>
              <a:buNone/>
              <a:defRPr/>
            </a:lvl4pPr>
            <a:lvl5pPr marL="726593" indent="0">
              <a:spcBef>
                <a:spcPts val="1266"/>
              </a:spcBef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BF04E46-E2BA-4BD2-84A0-F679AAF5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7B0136C-860D-47DF-962F-5249914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6A236E7-78E4-4C63-BF5E-44FD09C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F09FD2CF-0A88-4CC0-9792-A1832D08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5AB9414-4DBB-4193-85F6-FF73EE3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961E87-250D-4A5F-8392-302837D4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58750" cy="66480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6435" tIns="48218" rIns="96435" bIns="4821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0E88B52-B05E-4181-90AE-94CBE9145384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0"/>
            <a:ext cx="12858750" cy="66178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582" cap="all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Insert Picture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Full Image w tagline 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70025F-4623-46C7-9C90-09B9E53E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5471"/>
            <a:ext cx="12858750" cy="73081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6435" tIns="48218" rIns="96435" bIns="4821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380A34-1228-45A1-8412-D1ECD70070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" y="-75471"/>
            <a:ext cx="12858749" cy="73081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582" cap="all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Insert Picture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 userDrawn="1">
  <p:cSld name="Overvie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66998BE-D4A8-4E8F-9220-64B75E6A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AEA3FA-932F-42AD-ABBD-14E9BA8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991BE7-E792-4F0F-B8A2-3D9FCF1C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3D0491D-8066-428E-9435-FA3684E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9A8192-CD11-4ECE-A1A1-EF3ACC0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83A94EBF-98FE-4812-9A14-44279029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3D1922-F66C-4A65-BADA-585E8365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ACAB0B10-E424-4C5F-81CD-AE869D72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0F5701D1-A391-456C-8948-07FBBDD3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2A0F9761-7943-4EDD-AD61-B82DDD42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5C1A76E3-E547-459A-AA20-2A41DD1D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68C635A-20C5-45ED-A75C-99F8C46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pic>
        <p:nvPicPr>
          <p:cNvPr id="45" name="Picture 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e83bccc82340e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80" y="83211"/>
            <a:ext cx="4807644" cy="7149439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63BE673-EBB9-4511-BBA9-928E31D9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7204" y="83213"/>
            <a:ext cx="4807644" cy="231211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chemeClr val="accent1">
                  <a:alpha val="41000"/>
                </a:schemeClr>
              </a:gs>
              <a:gs pos="70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92871" tIns="192871" rIns="192871" bIns="192871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Picture Placeholder 76">
            <a:extLst xmlns:a="http://schemas.openxmlformats.org/drawingml/2006/main">
              <a:ext uri="{FF2B5EF4-FFF2-40B4-BE49-F238E27FC236}">
                <a16:creationId xmlns:a16="http://schemas.microsoft.com/office/drawing/2014/main" id="{994508B0-A33C-4CE0-B505-0D816FBBCF7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9228" y="83212"/>
            <a:ext cx="4811624" cy="714943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582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Place Picture</a:t>
            </a:r>
          </a:p>
        </p:txBody>
      </p:sp>
      <p:sp>
        <p:nvSpPr>
          <p:cNvPr id="21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7543CAAA-6F25-49A2-B44A-0CDA9741E0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698194" y="455390"/>
            <a:ext cx="6534878" cy="93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>
            <a:lvl1pPr>
              <a:buNone/>
              <a:defRPr sz="2426" b="1" cap="all" spc="22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266"/>
              </a:spcBef>
              <a:spcAft>
                <a:spcPts val="79"/>
              </a:spcAft>
              <a:buNone/>
            </a:pPr>
            <a:r>
              <a:t>OVERVIEW</a:t>
            </a:r>
          </a:p>
        </p:txBody>
      </p:sp>
      <p:sp>
        <p:nvSpPr>
          <p:cNvPr id="2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4593C39-015D-4277-AF05-46464E652DD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698192" y="1550530"/>
            <a:ext cx="6534878" cy="506320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1pPr>
            <a:lvl2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2pPr>
            <a:lvl3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3pPr>
            <a:lvl4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4pPr>
            <a:lvl5pPr>
              <a:spcBef>
                <a:spcPts val="1266"/>
              </a:spcBef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Line item one</a:t>
            </a:r>
          </a:p>
          <a:p xmlns:a="http://schemas.openxmlformats.org/drawingml/2006/main">
            <a:pPr>
              <a:buNone/>
            </a:pPr>
            <a:r>
              <a:t>Line item two</a:t>
            </a:r>
          </a:p>
          <a:p xmlns:a="http://schemas.openxmlformats.org/drawingml/2006/main">
            <a:pPr>
              <a:buNone/>
            </a:pPr>
            <a:r>
              <a:t>Line item three</a:t>
            </a:r>
          </a:p>
          <a:p xmlns:a="http://schemas.openxmlformats.org/drawingml/2006/main">
            <a:pPr>
              <a:buNone/>
            </a:pPr>
            <a:r>
              <a:t>Line item four</a:t>
            </a:r>
          </a:p>
          <a:p xmlns:a="http://schemas.openxmlformats.org/drawingml/2006/main">
            <a:pPr>
              <a:buNone/>
            </a:pPr>
            <a:r>
              <a:t>Line item five</a:t>
            </a:r>
          </a:p>
          <a:p xmlns:a="http://schemas.openxmlformats.org/drawingml/2006/main">
            <a:pPr>
              <a:buNone/>
            </a:pPr>
            <a:r>
              <a:t>Line item six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51F461B-D10F-4ED4-9CD0-095D9FE84A6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07344" y="1183677"/>
            <a:ext cx="9644063" cy="2518034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328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65408A5-04A4-4B3D-AB82-7D74FB41C7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7344" y="3798816"/>
            <a:ext cx="9644063" cy="17462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531"/>
            </a:lvl1pPr>
            <a:lvl2pPr marL="482163" indent="0" algn="ctr">
              <a:buNone/>
              <a:defRPr sz="2109"/>
            </a:lvl2pPr>
            <a:lvl3pPr marL="964326" indent="0" algn="ctr">
              <a:buNone/>
              <a:defRPr sz="1898"/>
            </a:lvl3pPr>
            <a:lvl4pPr marL="1446489" indent="0" algn="ctr">
              <a:buNone/>
              <a:defRPr sz="1687"/>
            </a:lvl4pPr>
            <a:lvl5pPr marL="1928652" indent="0" algn="ctr">
              <a:buNone/>
              <a:defRPr sz="1687"/>
            </a:lvl5pPr>
            <a:lvl6pPr marL="2410816" indent="0" algn="ctr">
              <a:buNone/>
              <a:defRPr sz="1687"/>
            </a:lvl6pPr>
            <a:lvl7pPr marL="2892979" indent="0" algn="ctr">
              <a:buNone/>
              <a:defRPr sz="1687"/>
            </a:lvl7pPr>
            <a:lvl8pPr marL="3375142" indent="0" algn="ctr">
              <a:buNone/>
              <a:defRPr sz="1687"/>
            </a:lvl8pPr>
            <a:lvl9pPr marL="3857305" indent="0" algn="ctr">
              <a:buNone/>
              <a:defRPr sz="1687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C5BEE89-9454-4500-AB40-B8EAB7FD68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02E40A-EEF0-41F9-A585-3E5AE712F644}" type="datetimeFigureOut">
              <a:t>2026/6/11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480476D-AFF9-4486-9565-06CA27BF60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71A530F-0071-457E-BEF4-6A9F6B6C75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192C13-A47D-4BD4-A59D-929D965BA342}" type="slidenum">
              <a:t>‹#›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Logo Slide Ve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F1EFAB0-BF7B-486F-9F35-82AD1ED0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58750" cy="644020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80DC613D-8F28-4356-9AE2-4B01CAD6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548" y="1448570"/>
            <a:ext cx="944868" cy="1781375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25389CD5-8A7A-4E07-8890-BA095124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95" y="1448570"/>
            <a:ext cx="546252" cy="1781375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57CD6AE5-1C17-4916-ABDE-B2D11320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495" y="1448570"/>
            <a:ext cx="548713" cy="1781375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3" name="Freeform 9">
            <a:extLst xmlns:a="http://schemas.openxmlformats.org/drawingml/2006/main">
              <a:ext uri="{FF2B5EF4-FFF2-40B4-BE49-F238E27FC236}">
                <a16:creationId xmlns:a16="http://schemas.microsoft.com/office/drawing/2014/main" id="{985F11E2-F842-41CA-9AF1-5287558B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417" y="1448570"/>
            <a:ext cx="1975859" cy="1781375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0E5ECB3-F85C-46BC-B46B-3B8A9FE9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476" y="1448570"/>
            <a:ext cx="2025071" cy="1781375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0CC96BC-4DA8-479D-87E6-C4E04952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15" y="4118958"/>
            <a:ext cx="23383" cy="1091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D87A060-163D-464D-9776-AB1C8145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654" y="4118958"/>
            <a:ext cx="23383" cy="1091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78870DD-1F10-460E-BF01-C0295B13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741" y="4294322"/>
            <a:ext cx="205251" cy="324746"/>
          </a:xfrm>
          <a:custGeom xmlns:a="http://schemas.openxmlformats.org/drawingml/2006/main">
            <a:rect l="0" t="0" r="r" b="b"/>
            <a:pathLst>
              <a:path w="158" h="250">
                <a:moveTo>
                  <a:pt x="88" y="0"/>
                </a:moveTo>
                <a:lnTo>
                  <a:pt x="114" y="3"/>
                </a:lnTo>
                <a:lnTo>
                  <a:pt x="137" y="10"/>
                </a:lnTo>
                <a:lnTo>
                  <a:pt x="156" y="26"/>
                </a:lnTo>
                <a:lnTo>
                  <a:pt x="130" y="52"/>
                </a:lnTo>
                <a:lnTo>
                  <a:pt x="114" y="35"/>
                </a:lnTo>
                <a:lnTo>
                  <a:pt x="88" y="31"/>
                </a:lnTo>
                <a:lnTo>
                  <a:pt x="65" y="33"/>
                </a:lnTo>
                <a:lnTo>
                  <a:pt x="51" y="42"/>
                </a:lnTo>
                <a:lnTo>
                  <a:pt x="44" y="54"/>
                </a:lnTo>
                <a:lnTo>
                  <a:pt x="41" y="66"/>
                </a:lnTo>
                <a:lnTo>
                  <a:pt x="46" y="84"/>
                </a:lnTo>
                <a:lnTo>
                  <a:pt x="55" y="94"/>
                </a:lnTo>
                <a:lnTo>
                  <a:pt x="72" y="103"/>
                </a:lnTo>
                <a:lnTo>
                  <a:pt x="90" y="110"/>
                </a:lnTo>
                <a:lnTo>
                  <a:pt x="109" y="115"/>
                </a:lnTo>
                <a:lnTo>
                  <a:pt x="128" y="124"/>
                </a:lnTo>
                <a:lnTo>
                  <a:pt x="144" y="136"/>
                </a:lnTo>
                <a:lnTo>
                  <a:pt x="156" y="152"/>
                </a:lnTo>
                <a:lnTo>
                  <a:pt x="158" y="178"/>
                </a:lnTo>
                <a:lnTo>
                  <a:pt x="156" y="203"/>
                </a:lnTo>
                <a:lnTo>
                  <a:pt x="144" y="222"/>
                </a:lnTo>
                <a:lnTo>
                  <a:pt x="125" y="238"/>
                </a:lnTo>
                <a:lnTo>
                  <a:pt x="102" y="248"/>
                </a:lnTo>
                <a:lnTo>
                  <a:pt x="76" y="250"/>
                </a:lnTo>
                <a:lnTo>
                  <a:pt x="46" y="248"/>
                </a:lnTo>
                <a:lnTo>
                  <a:pt x="21" y="236"/>
                </a:lnTo>
                <a:lnTo>
                  <a:pt x="0" y="217"/>
                </a:lnTo>
                <a:lnTo>
                  <a:pt x="28" y="194"/>
                </a:lnTo>
                <a:lnTo>
                  <a:pt x="41" y="210"/>
                </a:lnTo>
                <a:lnTo>
                  <a:pt x="58" y="217"/>
                </a:lnTo>
                <a:lnTo>
                  <a:pt x="76" y="220"/>
                </a:lnTo>
                <a:lnTo>
                  <a:pt x="93" y="217"/>
                </a:lnTo>
                <a:lnTo>
                  <a:pt x="109" y="210"/>
                </a:lnTo>
                <a:lnTo>
                  <a:pt x="121" y="199"/>
                </a:lnTo>
                <a:lnTo>
                  <a:pt x="125" y="180"/>
                </a:lnTo>
                <a:lnTo>
                  <a:pt x="121" y="166"/>
                </a:lnTo>
                <a:lnTo>
                  <a:pt x="109" y="154"/>
                </a:lnTo>
                <a:lnTo>
                  <a:pt x="95" y="147"/>
                </a:lnTo>
                <a:lnTo>
                  <a:pt x="76" y="140"/>
                </a:lnTo>
                <a:lnTo>
                  <a:pt x="55" y="133"/>
                </a:lnTo>
                <a:lnTo>
                  <a:pt x="37" y="126"/>
                </a:lnTo>
                <a:lnTo>
                  <a:pt x="23" y="112"/>
                </a:lnTo>
                <a:lnTo>
                  <a:pt x="11" y="94"/>
                </a:lnTo>
                <a:lnTo>
                  <a:pt x="7" y="66"/>
                </a:lnTo>
                <a:lnTo>
                  <a:pt x="9" y="49"/>
                </a:lnTo>
                <a:lnTo>
                  <a:pt x="18" y="31"/>
                </a:lnTo>
                <a:lnTo>
                  <a:pt x="35" y="14"/>
                </a:lnTo>
                <a:lnTo>
                  <a:pt x="58" y="3"/>
                </a:lnTo>
                <a:lnTo>
                  <a:pt x="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79E3EF8-75A2-4972-91E3-048106FE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646" y="4300817"/>
            <a:ext cx="207849" cy="311756"/>
          </a:xfrm>
          <a:custGeom xmlns:a="http://schemas.openxmlformats.org/drawingml/2006/main">
            <a:rect l="0" t="0" r="r" b="b"/>
            <a:pathLst>
              <a:path w="160" h="240">
                <a:moveTo>
                  <a:pt x="0" y="0"/>
                </a:moveTo>
                <a:lnTo>
                  <a:pt x="153" y="0"/>
                </a:lnTo>
                <a:lnTo>
                  <a:pt x="153" y="30"/>
                </a:lnTo>
                <a:lnTo>
                  <a:pt x="32" y="30"/>
                </a:lnTo>
                <a:lnTo>
                  <a:pt x="32" y="103"/>
                </a:lnTo>
                <a:lnTo>
                  <a:pt x="146" y="103"/>
                </a:lnTo>
                <a:lnTo>
                  <a:pt x="146" y="133"/>
                </a:lnTo>
                <a:lnTo>
                  <a:pt x="32" y="133"/>
                </a:lnTo>
                <a:lnTo>
                  <a:pt x="32" y="210"/>
                </a:lnTo>
                <a:lnTo>
                  <a:pt x="160" y="210"/>
                </a:lnTo>
                <a:lnTo>
                  <a:pt x="160" y="240"/>
                </a:lnTo>
                <a:lnTo>
                  <a:pt x="0" y="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7DD1A5C-D1B9-46AF-924C-131E9060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673" y="4294322"/>
            <a:ext cx="277998" cy="324746"/>
          </a:xfrm>
          <a:custGeom xmlns:a="http://schemas.openxmlformats.org/drawingml/2006/main">
            <a:rect l="0" t="0" r="r" b="b"/>
            <a:pathLst>
              <a:path w="214" h="250">
                <a:moveTo>
                  <a:pt x="125" y="0"/>
                </a:moveTo>
                <a:lnTo>
                  <a:pt x="156" y="3"/>
                </a:lnTo>
                <a:lnTo>
                  <a:pt x="186" y="17"/>
                </a:lnTo>
                <a:lnTo>
                  <a:pt x="209" y="38"/>
                </a:lnTo>
                <a:lnTo>
                  <a:pt x="181" y="56"/>
                </a:lnTo>
                <a:lnTo>
                  <a:pt x="165" y="42"/>
                </a:lnTo>
                <a:lnTo>
                  <a:pt x="146" y="33"/>
                </a:lnTo>
                <a:lnTo>
                  <a:pt x="123" y="31"/>
                </a:lnTo>
                <a:lnTo>
                  <a:pt x="95" y="35"/>
                </a:lnTo>
                <a:lnTo>
                  <a:pt x="69" y="49"/>
                </a:lnTo>
                <a:lnTo>
                  <a:pt x="51" y="70"/>
                </a:lnTo>
                <a:lnTo>
                  <a:pt x="39" y="96"/>
                </a:lnTo>
                <a:lnTo>
                  <a:pt x="34" y="126"/>
                </a:lnTo>
                <a:lnTo>
                  <a:pt x="39" y="157"/>
                </a:lnTo>
                <a:lnTo>
                  <a:pt x="51" y="182"/>
                </a:lnTo>
                <a:lnTo>
                  <a:pt x="69" y="201"/>
                </a:lnTo>
                <a:lnTo>
                  <a:pt x="93" y="215"/>
                </a:lnTo>
                <a:lnTo>
                  <a:pt x="123" y="220"/>
                </a:lnTo>
                <a:lnTo>
                  <a:pt x="149" y="217"/>
                </a:lnTo>
                <a:lnTo>
                  <a:pt x="169" y="206"/>
                </a:lnTo>
                <a:lnTo>
                  <a:pt x="186" y="189"/>
                </a:lnTo>
                <a:lnTo>
                  <a:pt x="214" y="208"/>
                </a:lnTo>
                <a:lnTo>
                  <a:pt x="207" y="217"/>
                </a:lnTo>
                <a:lnTo>
                  <a:pt x="195" y="229"/>
                </a:lnTo>
                <a:lnTo>
                  <a:pt x="176" y="238"/>
                </a:lnTo>
                <a:lnTo>
                  <a:pt x="153" y="248"/>
                </a:lnTo>
                <a:lnTo>
                  <a:pt x="123" y="250"/>
                </a:lnTo>
                <a:lnTo>
                  <a:pt x="88" y="245"/>
                </a:lnTo>
                <a:lnTo>
                  <a:pt x="58" y="231"/>
                </a:lnTo>
                <a:lnTo>
                  <a:pt x="32" y="213"/>
                </a:lnTo>
                <a:lnTo>
                  <a:pt x="16" y="187"/>
                </a:lnTo>
                <a:lnTo>
                  <a:pt x="4" y="157"/>
                </a:lnTo>
                <a:lnTo>
                  <a:pt x="0" y="126"/>
                </a:lnTo>
                <a:lnTo>
                  <a:pt x="7" y="84"/>
                </a:lnTo>
                <a:lnTo>
                  <a:pt x="23" y="49"/>
                </a:lnTo>
                <a:lnTo>
                  <a:pt x="48" y="24"/>
                </a:lnTo>
                <a:lnTo>
                  <a:pt x="83" y="5"/>
                </a:lnTo>
                <a:lnTo>
                  <a:pt x="1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DD091C3-AD23-4B73-B114-AAB4BAB7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045" y="4300817"/>
            <a:ext cx="237728" cy="318252"/>
          </a:xfrm>
          <a:custGeom xmlns:a="http://schemas.openxmlformats.org/drawingml/2006/main">
            <a:rect l="0" t="0" r="r" b="b"/>
            <a:pathLst>
              <a:path w="183" h="245">
                <a:moveTo>
                  <a:pt x="0" y="0"/>
                </a:moveTo>
                <a:lnTo>
                  <a:pt x="32" y="0"/>
                </a:lnTo>
                <a:lnTo>
                  <a:pt x="32" y="147"/>
                </a:lnTo>
                <a:lnTo>
                  <a:pt x="35" y="166"/>
                </a:lnTo>
                <a:lnTo>
                  <a:pt x="39" y="184"/>
                </a:lnTo>
                <a:lnTo>
                  <a:pt x="51" y="201"/>
                </a:lnTo>
                <a:lnTo>
                  <a:pt x="67" y="212"/>
                </a:lnTo>
                <a:lnTo>
                  <a:pt x="93" y="215"/>
                </a:lnTo>
                <a:lnTo>
                  <a:pt x="116" y="212"/>
                </a:lnTo>
                <a:lnTo>
                  <a:pt x="132" y="201"/>
                </a:lnTo>
                <a:lnTo>
                  <a:pt x="144" y="184"/>
                </a:lnTo>
                <a:lnTo>
                  <a:pt x="151" y="166"/>
                </a:lnTo>
                <a:lnTo>
                  <a:pt x="151" y="147"/>
                </a:lnTo>
                <a:lnTo>
                  <a:pt x="151" y="0"/>
                </a:lnTo>
                <a:lnTo>
                  <a:pt x="183" y="0"/>
                </a:lnTo>
                <a:lnTo>
                  <a:pt x="183" y="152"/>
                </a:lnTo>
                <a:lnTo>
                  <a:pt x="179" y="184"/>
                </a:lnTo>
                <a:lnTo>
                  <a:pt x="167" y="210"/>
                </a:lnTo>
                <a:lnTo>
                  <a:pt x="146" y="229"/>
                </a:lnTo>
                <a:lnTo>
                  <a:pt x="121" y="240"/>
                </a:lnTo>
                <a:lnTo>
                  <a:pt x="93" y="245"/>
                </a:lnTo>
                <a:lnTo>
                  <a:pt x="62" y="240"/>
                </a:lnTo>
                <a:lnTo>
                  <a:pt x="37" y="229"/>
                </a:lnTo>
                <a:lnTo>
                  <a:pt x="16" y="210"/>
                </a:lnTo>
                <a:lnTo>
                  <a:pt x="4" y="184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0EEE44F-F515-49DE-81E8-EF93A35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17" y="4300817"/>
            <a:ext cx="220839" cy="311756"/>
          </a:xfrm>
          <a:custGeom xmlns:a="http://schemas.openxmlformats.org/drawingml/2006/main">
            <a:rect l="0" t="0" r="r" b="b"/>
            <a:pathLst>
              <a:path w="170" h="240">
                <a:moveTo>
                  <a:pt x="32" y="28"/>
                </a:moveTo>
                <a:lnTo>
                  <a:pt x="32" y="105"/>
                </a:lnTo>
                <a:lnTo>
                  <a:pt x="74" y="105"/>
                </a:lnTo>
                <a:lnTo>
                  <a:pt x="88" y="105"/>
                </a:lnTo>
                <a:lnTo>
                  <a:pt x="102" y="103"/>
                </a:lnTo>
                <a:lnTo>
                  <a:pt x="114" y="96"/>
                </a:lnTo>
                <a:lnTo>
                  <a:pt x="123" y="84"/>
                </a:lnTo>
                <a:lnTo>
                  <a:pt x="125" y="68"/>
                </a:lnTo>
                <a:lnTo>
                  <a:pt x="123" y="51"/>
                </a:lnTo>
                <a:lnTo>
                  <a:pt x="114" y="40"/>
                </a:lnTo>
                <a:lnTo>
                  <a:pt x="102" y="33"/>
                </a:lnTo>
                <a:lnTo>
                  <a:pt x="88" y="30"/>
                </a:lnTo>
                <a:lnTo>
                  <a:pt x="74" y="28"/>
                </a:lnTo>
                <a:lnTo>
                  <a:pt x="32" y="28"/>
                </a:lnTo>
                <a:close/>
                <a:moveTo>
                  <a:pt x="0" y="0"/>
                </a:moveTo>
                <a:lnTo>
                  <a:pt x="83" y="0"/>
                </a:lnTo>
                <a:lnTo>
                  <a:pt x="109" y="2"/>
                </a:lnTo>
                <a:lnTo>
                  <a:pt x="130" y="12"/>
                </a:lnTo>
                <a:lnTo>
                  <a:pt x="144" y="23"/>
                </a:lnTo>
                <a:lnTo>
                  <a:pt x="153" y="37"/>
                </a:lnTo>
                <a:lnTo>
                  <a:pt x="158" y="51"/>
                </a:lnTo>
                <a:lnTo>
                  <a:pt x="160" y="68"/>
                </a:lnTo>
                <a:lnTo>
                  <a:pt x="156" y="89"/>
                </a:lnTo>
                <a:lnTo>
                  <a:pt x="144" y="110"/>
                </a:lnTo>
                <a:lnTo>
                  <a:pt x="125" y="124"/>
                </a:lnTo>
                <a:lnTo>
                  <a:pt x="102" y="131"/>
                </a:lnTo>
                <a:lnTo>
                  <a:pt x="170" y="240"/>
                </a:lnTo>
                <a:lnTo>
                  <a:pt x="128" y="240"/>
                </a:lnTo>
                <a:lnTo>
                  <a:pt x="67" y="135"/>
                </a:lnTo>
                <a:lnTo>
                  <a:pt x="32" y="135"/>
                </a:lnTo>
                <a:lnTo>
                  <a:pt x="32" y="240"/>
                </a:lnTo>
                <a:lnTo>
                  <a:pt x="0" y="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348254D-B6B2-402C-86F4-3FEFA3F1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425" y="4300817"/>
            <a:ext cx="209148" cy="311756"/>
          </a:xfrm>
          <a:custGeom xmlns:a="http://schemas.openxmlformats.org/drawingml/2006/main">
            <a:rect l="0" t="0" r="r" b="b"/>
            <a:pathLst>
              <a:path w="161" h="240">
                <a:moveTo>
                  <a:pt x="0" y="0"/>
                </a:moveTo>
                <a:lnTo>
                  <a:pt x="156" y="0"/>
                </a:lnTo>
                <a:lnTo>
                  <a:pt x="156" y="30"/>
                </a:lnTo>
                <a:lnTo>
                  <a:pt x="33" y="30"/>
                </a:lnTo>
                <a:lnTo>
                  <a:pt x="33" y="103"/>
                </a:lnTo>
                <a:lnTo>
                  <a:pt x="147" y="103"/>
                </a:lnTo>
                <a:lnTo>
                  <a:pt x="147" y="133"/>
                </a:lnTo>
                <a:lnTo>
                  <a:pt x="33" y="133"/>
                </a:lnTo>
                <a:lnTo>
                  <a:pt x="33" y="210"/>
                </a:lnTo>
                <a:lnTo>
                  <a:pt x="161" y="210"/>
                </a:lnTo>
                <a:lnTo>
                  <a:pt x="161" y="240"/>
                </a:lnTo>
                <a:lnTo>
                  <a:pt x="0" y="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8DE6A05-C7BC-441B-ACBB-A718E14E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254" y="4294322"/>
            <a:ext cx="274101" cy="324746"/>
          </a:xfrm>
          <a:custGeom xmlns:a="http://schemas.openxmlformats.org/drawingml/2006/main">
            <a:rect l="0" t="0" r="r" b="b"/>
            <a:pathLst>
              <a:path w="211" h="250">
                <a:moveTo>
                  <a:pt x="123" y="0"/>
                </a:moveTo>
                <a:lnTo>
                  <a:pt x="156" y="3"/>
                </a:lnTo>
                <a:lnTo>
                  <a:pt x="184" y="17"/>
                </a:lnTo>
                <a:lnTo>
                  <a:pt x="207" y="38"/>
                </a:lnTo>
                <a:lnTo>
                  <a:pt x="181" y="56"/>
                </a:lnTo>
                <a:lnTo>
                  <a:pt x="165" y="42"/>
                </a:lnTo>
                <a:lnTo>
                  <a:pt x="144" y="33"/>
                </a:lnTo>
                <a:lnTo>
                  <a:pt x="123" y="31"/>
                </a:lnTo>
                <a:lnTo>
                  <a:pt x="93" y="35"/>
                </a:lnTo>
                <a:lnTo>
                  <a:pt x="67" y="49"/>
                </a:lnTo>
                <a:lnTo>
                  <a:pt x="49" y="70"/>
                </a:lnTo>
                <a:lnTo>
                  <a:pt x="37" y="96"/>
                </a:lnTo>
                <a:lnTo>
                  <a:pt x="35" y="126"/>
                </a:lnTo>
                <a:lnTo>
                  <a:pt x="37" y="157"/>
                </a:lnTo>
                <a:lnTo>
                  <a:pt x="49" y="182"/>
                </a:lnTo>
                <a:lnTo>
                  <a:pt x="67" y="201"/>
                </a:lnTo>
                <a:lnTo>
                  <a:pt x="93" y="215"/>
                </a:lnTo>
                <a:lnTo>
                  <a:pt x="123" y="220"/>
                </a:lnTo>
                <a:lnTo>
                  <a:pt x="149" y="217"/>
                </a:lnTo>
                <a:lnTo>
                  <a:pt x="170" y="206"/>
                </a:lnTo>
                <a:lnTo>
                  <a:pt x="186" y="189"/>
                </a:lnTo>
                <a:lnTo>
                  <a:pt x="211" y="208"/>
                </a:lnTo>
                <a:lnTo>
                  <a:pt x="205" y="217"/>
                </a:lnTo>
                <a:lnTo>
                  <a:pt x="193" y="229"/>
                </a:lnTo>
                <a:lnTo>
                  <a:pt x="174" y="238"/>
                </a:lnTo>
                <a:lnTo>
                  <a:pt x="151" y="248"/>
                </a:lnTo>
                <a:lnTo>
                  <a:pt x="121" y="250"/>
                </a:lnTo>
                <a:lnTo>
                  <a:pt x="86" y="245"/>
                </a:lnTo>
                <a:lnTo>
                  <a:pt x="56" y="231"/>
                </a:lnTo>
                <a:lnTo>
                  <a:pt x="32" y="213"/>
                </a:lnTo>
                <a:lnTo>
                  <a:pt x="14" y="187"/>
                </a:lnTo>
                <a:lnTo>
                  <a:pt x="2" y="157"/>
                </a:lnTo>
                <a:lnTo>
                  <a:pt x="0" y="126"/>
                </a:lnTo>
                <a:lnTo>
                  <a:pt x="4" y="84"/>
                </a:lnTo>
                <a:lnTo>
                  <a:pt x="21" y="49"/>
                </a:lnTo>
                <a:lnTo>
                  <a:pt x="49" y="24"/>
                </a:lnTo>
                <a:lnTo>
                  <a:pt x="83" y="5"/>
                </a:lnTo>
                <a:lnTo>
                  <a:pt x="1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263EE2E-385D-4439-9F23-2DD8CC7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38" y="4294322"/>
            <a:ext cx="323465" cy="324746"/>
          </a:xfrm>
          <a:custGeom xmlns:a="http://schemas.openxmlformats.org/drawingml/2006/main">
            <a:rect l="0" t="0" r="r" b="b"/>
            <a:pathLst>
              <a:path w="249" h="250">
                <a:moveTo>
                  <a:pt x="123" y="31"/>
                </a:moveTo>
                <a:lnTo>
                  <a:pt x="93" y="35"/>
                </a:lnTo>
                <a:lnTo>
                  <a:pt x="70" y="49"/>
                </a:lnTo>
                <a:lnTo>
                  <a:pt x="49" y="68"/>
                </a:lnTo>
                <a:lnTo>
                  <a:pt x="37" y="96"/>
                </a:lnTo>
                <a:lnTo>
                  <a:pt x="35" y="124"/>
                </a:lnTo>
                <a:lnTo>
                  <a:pt x="37" y="154"/>
                </a:lnTo>
                <a:lnTo>
                  <a:pt x="49" y="182"/>
                </a:lnTo>
                <a:lnTo>
                  <a:pt x="70" y="201"/>
                </a:lnTo>
                <a:lnTo>
                  <a:pt x="93" y="215"/>
                </a:lnTo>
                <a:lnTo>
                  <a:pt x="123" y="220"/>
                </a:lnTo>
                <a:lnTo>
                  <a:pt x="154" y="215"/>
                </a:lnTo>
                <a:lnTo>
                  <a:pt x="179" y="201"/>
                </a:lnTo>
                <a:lnTo>
                  <a:pt x="198" y="182"/>
                </a:lnTo>
                <a:lnTo>
                  <a:pt x="210" y="154"/>
                </a:lnTo>
                <a:lnTo>
                  <a:pt x="214" y="124"/>
                </a:lnTo>
                <a:lnTo>
                  <a:pt x="210" y="96"/>
                </a:lnTo>
                <a:lnTo>
                  <a:pt x="198" y="68"/>
                </a:lnTo>
                <a:lnTo>
                  <a:pt x="179" y="49"/>
                </a:lnTo>
                <a:lnTo>
                  <a:pt x="154" y="35"/>
                </a:lnTo>
                <a:lnTo>
                  <a:pt x="123" y="31"/>
                </a:lnTo>
                <a:close/>
                <a:moveTo>
                  <a:pt x="123" y="0"/>
                </a:moveTo>
                <a:lnTo>
                  <a:pt x="165" y="5"/>
                </a:lnTo>
                <a:lnTo>
                  <a:pt x="200" y="24"/>
                </a:lnTo>
                <a:lnTo>
                  <a:pt x="226" y="49"/>
                </a:lnTo>
                <a:lnTo>
                  <a:pt x="242" y="84"/>
                </a:lnTo>
                <a:lnTo>
                  <a:pt x="249" y="124"/>
                </a:lnTo>
                <a:lnTo>
                  <a:pt x="242" y="166"/>
                </a:lnTo>
                <a:lnTo>
                  <a:pt x="226" y="201"/>
                </a:lnTo>
                <a:lnTo>
                  <a:pt x="200" y="227"/>
                </a:lnTo>
                <a:lnTo>
                  <a:pt x="165" y="245"/>
                </a:lnTo>
                <a:lnTo>
                  <a:pt x="123" y="250"/>
                </a:lnTo>
                <a:lnTo>
                  <a:pt x="84" y="245"/>
                </a:lnTo>
                <a:lnTo>
                  <a:pt x="49" y="227"/>
                </a:lnTo>
                <a:lnTo>
                  <a:pt x="23" y="201"/>
                </a:lnTo>
                <a:lnTo>
                  <a:pt x="5" y="166"/>
                </a:lnTo>
                <a:lnTo>
                  <a:pt x="0" y="124"/>
                </a:lnTo>
                <a:lnTo>
                  <a:pt x="5" y="84"/>
                </a:lnTo>
                <a:lnTo>
                  <a:pt x="23" y="49"/>
                </a:lnTo>
                <a:lnTo>
                  <a:pt x="49" y="24"/>
                </a:lnTo>
                <a:lnTo>
                  <a:pt x="84" y="5"/>
                </a:lnTo>
                <a:lnTo>
                  <a:pt x="1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C444F54-FE98-4D3F-B2BF-9E943561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559" y="4300817"/>
            <a:ext cx="268905" cy="311756"/>
          </a:xfrm>
          <a:custGeom xmlns:a="http://schemas.openxmlformats.org/drawingml/2006/main">
            <a:rect l="0" t="0" r="r" b="b"/>
            <a:pathLst>
              <a:path w="207" h="240">
                <a:moveTo>
                  <a:pt x="0" y="0"/>
                </a:moveTo>
                <a:lnTo>
                  <a:pt x="42" y="0"/>
                </a:lnTo>
                <a:lnTo>
                  <a:pt x="172" y="198"/>
                </a:lnTo>
                <a:lnTo>
                  <a:pt x="174" y="198"/>
                </a:lnTo>
                <a:lnTo>
                  <a:pt x="174" y="0"/>
                </a:lnTo>
                <a:lnTo>
                  <a:pt x="207" y="0"/>
                </a:lnTo>
                <a:lnTo>
                  <a:pt x="207" y="240"/>
                </a:lnTo>
                <a:lnTo>
                  <a:pt x="165" y="240"/>
                </a:lnTo>
                <a:lnTo>
                  <a:pt x="32" y="42"/>
                </a:lnTo>
                <a:lnTo>
                  <a:pt x="32" y="42"/>
                </a:lnTo>
                <a:lnTo>
                  <a:pt x="32" y="240"/>
                </a:lnTo>
                <a:lnTo>
                  <a:pt x="0" y="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0DE95AC-6559-4209-B4BF-3F7A0F99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314" y="4300817"/>
            <a:ext cx="268905" cy="311756"/>
          </a:xfrm>
          <a:custGeom xmlns:a="http://schemas.openxmlformats.org/drawingml/2006/main">
            <a:rect l="0" t="0" r="r" b="b"/>
            <a:pathLst>
              <a:path w="207" h="240">
                <a:moveTo>
                  <a:pt x="0" y="0"/>
                </a:moveTo>
                <a:lnTo>
                  <a:pt x="42" y="0"/>
                </a:lnTo>
                <a:lnTo>
                  <a:pt x="175" y="198"/>
                </a:lnTo>
                <a:lnTo>
                  <a:pt x="175" y="198"/>
                </a:lnTo>
                <a:lnTo>
                  <a:pt x="175" y="0"/>
                </a:lnTo>
                <a:lnTo>
                  <a:pt x="207" y="0"/>
                </a:lnTo>
                <a:lnTo>
                  <a:pt x="207" y="240"/>
                </a:lnTo>
                <a:lnTo>
                  <a:pt x="166" y="240"/>
                </a:lnTo>
                <a:lnTo>
                  <a:pt x="33" y="42"/>
                </a:lnTo>
                <a:lnTo>
                  <a:pt x="33" y="42"/>
                </a:lnTo>
                <a:lnTo>
                  <a:pt x="33" y="240"/>
                </a:lnTo>
                <a:lnTo>
                  <a:pt x="0" y="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7" name="Freeform 24">
            <a:extLst xmlns:a="http://schemas.openxmlformats.org/drawingml/2006/main">
              <a:ext uri="{FF2B5EF4-FFF2-40B4-BE49-F238E27FC236}">
                <a16:creationId xmlns:a16="http://schemas.microsoft.com/office/drawing/2014/main" id="{0B3D8A17-9A89-406F-BDDA-692E691C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059" y="4300817"/>
            <a:ext cx="206550" cy="311756"/>
          </a:xfrm>
          <a:custGeom xmlns:a="http://schemas.openxmlformats.org/drawingml/2006/main">
            <a:rect l="0" t="0" r="r" b="b"/>
            <a:pathLst>
              <a:path w="159" h="240">
                <a:moveTo>
                  <a:pt x="0" y="0"/>
                </a:moveTo>
                <a:lnTo>
                  <a:pt x="154" y="0"/>
                </a:lnTo>
                <a:lnTo>
                  <a:pt x="154" y="30"/>
                </a:lnTo>
                <a:lnTo>
                  <a:pt x="31" y="30"/>
                </a:lnTo>
                <a:lnTo>
                  <a:pt x="31" y="103"/>
                </a:lnTo>
                <a:lnTo>
                  <a:pt x="145" y="103"/>
                </a:lnTo>
                <a:lnTo>
                  <a:pt x="145" y="133"/>
                </a:lnTo>
                <a:lnTo>
                  <a:pt x="31" y="133"/>
                </a:lnTo>
                <a:lnTo>
                  <a:pt x="31" y="210"/>
                </a:lnTo>
                <a:lnTo>
                  <a:pt x="159" y="210"/>
                </a:lnTo>
                <a:lnTo>
                  <a:pt x="159" y="240"/>
                </a:lnTo>
                <a:lnTo>
                  <a:pt x="0" y="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8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D59C8B4-43F1-48C7-90E9-E42FCC62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180" y="4294322"/>
            <a:ext cx="275400" cy="324746"/>
          </a:xfrm>
          <a:custGeom xmlns:a="http://schemas.openxmlformats.org/drawingml/2006/main">
            <a:rect l="0" t="0" r="r" b="b"/>
            <a:pathLst>
              <a:path w="212" h="250">
                <a:moveTo>
                  <a:pt x="123" y="0"/>
                </a:moveTo>
                <a:lnTo>
                  <a:pt x="156" y="3"/>
                </a:lnTo>
                <a:lnTo>
                  <a:pt x="184" y="17"/>
                </a:lnTo>
                <a:lnTo>
                  <a:pt x="207" y="38"/>
                </a:lnTo>
                <a:lnTo>
                  <a:pt x="179" y="56"/>
                </a:lnTo>
                <a:lnTo>
                  <a:pt x="165" y="42"/>
                </a:lnTo>
                <a:lnTo>
                  <a:pt x="144" y="33"/>
                </a:lnTo>
                <a:lnTo>
                  <a:pt x="123" y="31"/>
                </a:lnTo>
                <a:lnTo>
                  <a:pt x="93" y="35"/>
                </a:lnTo>
                <a:lnTo>
                  <a:pt x="68" y="49"/>
                </a:lnTo>
                <a:lnTo>
                  <a:pt x="49" y="70"/>
                </a:lnTo>
                <a:lnTo>
                  <a:pt x="37" y="96"/>
                </a:lnTo>
                <a:lnTo>
                  <a:pt x="33" y="126"/>
                </a:lnTo>
                <a:lnTo>
                  <a:pt x="37" y="157"/>
                </a:lnTo>
                <a:lnTo>
                  <a:pt x="49" y="182"/>
                </a:lnTo>
                <a:lnTo>
                  <a:pt x="68" y="201"/>
                </a:lnTo>
                <a:lnTo>
                  <a:pt x="93" y="215"/>
                </a:lnTo>
                <a:lnTo>
                  <a:pt x="123" y="220"/>
                </a:lnTo>
                <a:lnTo>
                  <a:pt x="147" y="217"/>
                </a:lnTo>
                <a:lnTo>
                  <a:pt x="168" y="206"/>
                </a:lnTo>
                <a:lnTo>
                  <a:pt x="184" y="189"/>
                </a:lnTo>
                <a:lnTo>
                  <a:pt x="212" y="208"/>
                </a:lnTo>
                <a:lnTo>
                  <a:pt x="205" y="217"/>
                </a:lnTo>
                <a:lnTo>
                  <a:pt x="193" y="229"/>
                </a:lnTo>
                <a:lnTo>
                  <a:pt x="175" y="238"/>
                </a:lnTo>
                <a:lnTo>
                  <a:pt x="151" y="248"/>
                </a:lnTo>
                <a:lnTo>
                  <a:pt x="121" y="250"/>
                </a:lnTo>
                <a:lnTo>
                  <a:pt x="86" y="245"/>
                </a:lnTo>
                <a:lnTo>
                  <a:pt x="56" y="231"/>
                </a:lnTo>
                <a:lnTo>
                  <a:pt x="33" y="213"/>
                </a:lnTo>
                <a:lnTo>
                  <a:pt x="14" y="187"/>
                </a:lnTo>
                <a:lnTo>
                  <a:pt x="2" y="157"/>
                </a:lnTo>
                <a:lnTo>
                  <a:pt x="0" y="126"/>
                </a:lnTo>
                <a:lnTo>
                  <a:pt x="5" y="84"/>
                </a:lnTo>
                <a:lnTo>
                  <a:pt x="21" y="49"/>
                </a:lnTo>
                <a:lnTo>
                  <a:pt x="49" y="24"/>
                </a:lnTo>
                <a:lnTo>
                  <a:pt x="82" y="5"/>
                </a:lnTo>
                <a:lnTo>
                  <a:pt x="1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9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FE9DE02-D405-481D-AA4A-5BF5156F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169" y="4300817"/>
            <a:ext cx="241624" cy="311756"/>
          </a:xfrm>
          <a:custGeom xmlns:a="http://schemas.openxmlformats.org/drawingml/2006/main">
            <a:rect l="0" t="0" r="r" b="b"/>
            <a:pathLst>
              <a:path w="186" h="240">
                <a:moveTo>
                  <a:pt x="0" y="0"/>
                </a:moveTo>
                <a:lnTo>
                  <a:pt x="186" y="0"/>
                </a:lnTo>
                <a:lnTo>
                  <a:pt x="186" y="30"/>
                </a:lnTo>
                <a:lnTo>
                  <a:pt x="109" y="30"/>
                </a:lnTo>
                <a:lnTo>
                  <a:pt x="109" y="240"/>
                </a:lnTo>
                <a:lnTo>
                  <a:pt x="76" y="240"/>
                </a:lnTo>
                <a:lnTo>
                  <a:pt x="76" y="30"/>
                </a:lnTo>
                <a:lnTo>
                  <a:pt x="0" y="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0A1FC23-1C8C-446C-AFEF-919D1134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260" y="4300817"/>
            <a:ext cx="41569" cy="311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1" name="Freeform 28">
            <a:extLst xmlns:a="http://schemas.openxmlformats.org/drawingml/2006/main">
              <a:ext uri="{FF2B5EF4-FFF2-40B4-BE49-F238E27FC236}">
                <a16:creationId xmlns:a16="http://schemas.microsoft.com/office/drawing/2014/main" id="{BFE1875A-2710-49EB-9C82-3A8C2D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793" y="4294322"/>
            <a:ext cx="323465" cy="324746"/>
          </a:xfrm>
          <a:custGeom xmlns:a="http://schemas.openxmlformats.org/drawingml/2006/main">
            <a:rect l="0" t="0" r="r" b="b"/>
            <a:pathLst>
              <a:path w="249" h="250">
                <a:moveTo>
                  <a:pt x="125" y="31"/>
                </a:moveTo>
                <a:lnTo>
                  <a:pt x="95" y="35"/>
                </a:lnTo>
                <a:lnTo>
                  <a:pt x="70" y="49"/>
                </a:lnTo>
                <a:lnTo>
                  <a:pt x="51" y="68"/>
                </a:lnTo>
                <a:lnTo>
                  <a:pt x="39" y="96"/>
                </a:lnTo>
                <a:lnTo>
                  <a:pt x="35" y="124"/>
                </a:lnTo>
                <a:lnTo>
                  <a:pt x="39" y="154"/>
                </a:lnTo>
                <a:lnTo>
                  <a:pt x="51" y="182"/>
                </a:lnTo>
                <a:lnTo>
                  <a:pt x="70" y="201"/>
                </a:lnTo>
                <a:lnTo>
                  <a:pt x="95" y="215"/>
                </a:lnTo>
                <a:lnTo>
                  <a:pt x="125" y="220"/>
                </a:lnTo>
                <a:lnTo>
                  <a:pt x="156" y="215"/>
                </a:lnTo>
                <a:lnTo>
                  <a:pt x="179" y="201"/>
                </a:lnTo>
                <a:lnTo>
                  <a:pt x="198" y="182"/>
                </a:lnTo>
                <a:lnTo>
                  <a:pt x="212" y="154"/>
                </a:lnTo>
                <a:lnTo>
                  <a:pt x="214" y="124"/>
                </a:lnTo>
                <a:lnTo>
                  <a:pt x="212" y="96"/>
                </a:lnTo>
                <a:lnTo>
                  <a:pt x="198" y="68"/>
                </a:lnTo>
                <a:lnTo>
                  <a:pt x="179" y="49"/>
                </a:lnTo>
                <a:lnTo>
                  <a:pt x="156" y="35"/>
                </a:lnTo>
                <a:lnTo>
                  <a:pt x="125" y="31"/>
                </a:lnTo>
                <a:close/>
                <a:moveTo>
                  <a:pt x="125" y="0"/>
                </a:moveTo>
                <a:lnTo>
                  <a:pt x="165" y="5"/>
                </a:lnTo>
                <a:lnTo>
                  <a:pt x="200" y="24"/>
                </a:lnTo>
                <a:lnTo>
                  <a:pt x="226" y="49"/>
                </a:lnTo>
                <a:lnTo>
                  <a:pt x="244" y="84"/>
                </a:lnTo>
                <a:lnTo>
                  <a:pt x="249" y="124"/>
                </a:lnTo>
                <a:lnTo>
                  <a:pt x="244" y="166"/>
                </a:lnTo>
                <a:lnTo>
                  <a:pt x="226" y="201"/>
                </a:lnTo>
                <a:lnTo>
                  <a:pt x="200" y="227"/>
                </a:lnTo>
                <a:lnTo>
                  <a:pt x="165" y="245"/>
                </a:lnTo>
                <a:lnTo>
                  <a:pt x="125" y="250"/>
                </a:lnTo>
                <a:lnTo>
                  <a:pt x="84" y="245"/>
                </a:lnTo>
                <a:lnTo>
                  <a:pt x="49" y="227"/>
                </a:lnTo>
                <a:lnTo>
                  <a:pt x="23" y="201"/>
                </a:lnTo>
                <a:lnTo>
                  <a:pt x="7" y="166"/>
                </a:lnTo>
                <a:lnTo>
                  <a:pt x="0" y="124"/>
                </a:lnTo>
                <a:lnTo>
                  <a:pt x="7" y="84"/>
                </a:lnTo>
                <a:lnTo>
                  <a:pt x="23" y="49"/>
                </a:lnTo>
                <a:lnTo>
                  <a:pt x="49" y="24"/>
                </a:lnTo>
                <a:lnTo>
                  <a:pt x="84" y="5"/>
                </a:lnTo>
                <a:lnTo>
                  <a:pt x="1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2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D9A8FB5-2923-47CF-A7A5-7F30C41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015" y="4300817"/>
            <a:ext cx="268905" cy="311756"/>
          </a:xfrm>
          <a:custGeom xmlns:a="http://schemas.openxmlformats.org/drawingml/2006/main">
            <a:rect l="0" t="0" r="r" b="b"/>
            <a:pathLst>
              <a:path w="207" h="240">
                <a:moveTo>
                  <a:pt x="0" y="0"/>
                </a:moveTo>
                <a:lnTo>
                  <a:pt x="42" y="0"/>
                </a:lnTo>
                <a:lnTo>
                  <a:pt x="175" y="198"/>
                </a:lnTo>
                <a:lnTo>
                  <a:pt x="175" y="198"/>
                </a:lnTo>
                <a:lnTo>
                  <a:pt x="175" y="0"/>
                </a:lnTo>
                <a:lnTo>
                  <a:pt x="207" y="0"/>
                </a:lnTo>
                <a:lnTo>
                  <a:pt x="207" y="240"/>
                </a:lnTo>
                <a:lnTo>
                  <a:pt x="166" y="240"/>
                </a:lnTo>
                <a:lnTo>
                  <a:pt x="33" y="42"/>
                </a:lnTo>
                <a:lnTo>
                  <a:pt x="33" y="42"/>
                </a:lnTo>
                <a:lnTo>
                  <a:pt x="33" y="240"/>
                </a:lnTo>
                <a:lnTo>
                  <a:pt x="0" y="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006FE11-4B75-4368-8A6D-A2465F9F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80" y="4294322"/>
            <a:ext cx="206550" cy="324746"/>
          </a:xfrm>
          <a:custGeom xmlns:a="http://schemas.openxmlformats.org/drawingml/2006/main">
            <a:rect l="0" t="0" r="r" b="b"/>
            <a:pathLst>
              <a:path w="159" h="250">
                <a:moveTo>
                  <a:pt x="89" y="0"/>
                </a:moveTo>
                <a:lnTo>
                  <a:pt x="114" y="3"/>
                </a:lnTo>
                <a:lnTo>
                  <a:pt x="138" y="10"/>
                </a:lnTo>
                <a:lnTo>
                  <a:pt x="156" y="26"/>
                </a:lnTo>
                <a:lnTo>
                  <a:pt x="131" y="52"/>
                </a:lnTo>
                <a:lnTo>
                  <a:pt x="114" y="35"/>
                </a:lnTo>
                <a:lnTo>
                  <a:pt x="89" y="31"/>
                </a:lnTo>
                <a:lnTo>
                  <a:pt x="66" y="33"/>
                </a:lnTo>
                <a:lnTo>
                  <a:pt x="52" y="42"/>
                </a:lnTo>
                <a:lnTo>
                  <a:pt x="45" y="54"/>
                </a:lnTo>
                <a:lnTo>
                  <a:pt x="42" y="66"/>
                </a:lnTo>
                <a:lnTo>
                  <a:pt x="47" y="84"/>
                </a:lnTo>
                <a:lnTo>
                  <a:pt x="56" y="94"/>
                </a:lnTo>
                <a:lnTo>
                  <a:pt x="73" y="103"/>
                </a:lnTo>
                <a:lnTo>
                  <a:pt x="91" y="110"/>
                </a:lnTo>
                <a:lnTo>
                  <a:pt x="110" y="115"/>
                </a:lnTo>
                <a:lnTo>
                  <a:pt x="128" y="124"/>
                </a:lnTo>
                <a:lnTo>
                  <a:pt x="145" y="136"/>
                </a:lnTo>
                <a:lnTo>
                  <a:pt x="156" y="152"/>
                </a:lnTo>
                <a:lnTo>
                  <a:pt x="159" y="178"/>
                </a:lnTo>
                <a:lnTo>
                  <a:pt x="156" y="203"/>
                </a:lnTo>
                <a:lnTo>
                  <a:pt x="145" y="222"/>
                </a:lnTo>
                <a:lnTo>
                  <a:pt x="126" y="238"/>
                </a:lnTo>
                <a:lnTo>
                  <a:pt x="103" y="248"/>
                </a:lnTo>
                <a:lnTo>
                  <a:pt x="77" y="250"/>
                </a:lnTo>
                <a:lnTo>
                  <a:pt x="47" y="248"/>
                </a:lnTo>
                <a:lnTo>
                  <a:pt x="21" y="236"/>
                </a:lnTo>
                <a:lnTo>
                  <a:pt x="0" y="217"/>
                </a:lnTo>
                <a:lnTo>
                  <a:pt x="26" y="194"/>
                </a:lnTo>
                <a:lnTo>
                  <a:pt x="40" y="210"/>
                </a:lnTo>
                <a:lnTo>
                  <a:pt x="59" y="217"/>
                </a:lnTo>
                <a:lnTo>
                  <a:pt x="77" y="220"/>
                </a:lnTo>
                <a:lnTo>
                  <a:pt x="93" y="217"/>
                </a:lnTo>
                <a:lnTo>
                  <a:pt x="110" y="210"/>
                </a:lnTo>
                <a:lnTo>
                  <a:pt x="121" y="199"/>
                </a:lnTo>
                <a:lnTo>
                  <a:pt x="126" y="180"/>
                </a:lnTo>
                <a:lnTo>
                  <a:pt x="121" y="166"/>
                </a:lnTo>
                <a:lnTo>
                  <a:pt x="110" y="154"/>
                </a:lnTo>
                <a:lnTo>
                  <a:pt x="96" y="147"/>
                </a:lnTo>
                <a:lnTo>
                  <a:pt x="77" y="140"/>
                </a:lnTo>
                <a:lnTo>
                  <a:pt x="56" y="133"/>
                </a:lnTo>
                <a:lnTo>
                  <a:pt x="38" y="126"/>
                </a:lnTo>
                <a:lnTo>
                  <a:pt x="21" y="112"/>
                </a:lnTo>
                <a:lnTo>
                  <a:pt x="12" y="94"/>
                </a:lnTo>
                <a:lnTo>
                  <a:pt x="7" y="66"/>
                </a:lnTo>
                <a:lnTo>
                  <a:pt x="10" y="49"/>
                </a:lnTo>
                <a:lnTo>
                  <a:pt x="19" y="31"/>
                </a:lnTo>
                <a:lnTo>
                  <a:pt x="35" y="14"/>
                </a:lnTo>
                <a:lnTo>
                  <a:pt x="59" y="3"/>
                </a:lnTo>
                <a:lnTo>
                  <a:pt x="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4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5C9CAA0-65C0-41DF-87AB-70783616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124" y="4715194"/>
            <a:ext cx="196158" cy="313056"/>
          </a:xfrm>
          <a:custGeom xmlns:a="http://schemas.openxmlformats.org/drawingml/2006/main">
            <a:rect l="0" t="0" r="r" b="b"/>
            <a:pathLst>
              <a:path w="151" h="241">
                <a:moveTo>
                  <a:pt x="0" y="0"/>
                </a:moveTo>
                <a:lnTo>
                  <a:pt x="151" y="0"/>
                </a:lnTo>
                <a:lnTo>
                  <a:pt x="151" y="31"/>
                </a:lnTo>
                <a:lnTo>
                  <a:pt x="33" y="31"/>
                </a:lnTo>
                <a:lnTo>
                  <a:pt x="33" y="105"/>
                </a:lnTo>
                <a:lnTo>
                  <a:pt x="142" y="105"/>
                </a:lnTo>
                <a:lnTo>
                  <a:pt x="142" y="136"/>
                </a:lnTo>
                <a:lnTo>
                  <a:pt x="33" y="136"/>
                </a:lnTo>
                <a:lnTo>
                  <a:pt x="33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5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60FBEDB-2491-45C7-B661-CAAAD5C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459" y="4706100"/>
            <a:ext cx="323465" cy="327344"/>
          </a:xfrm>
          <a:custGeom xmlns:a="http://schemas.openxmlformats.org/drawingml/2006/main">
            <a:rect l="0" t="0" r="r" b="b"/>
            <a:pathLst>
              <a:path w="249" h="252">
                <a:moveTo>
                  <a:pt x="125" y="33"/>
                </a:moveTo>
                <a:lnTo>
                  <a:pt x="95" y="38"/>
                </a:lnTo>
                <a:lnTo>
                  <a:pt x="70" y="49"/>
                </a:lnTo>
                <a:lnTo>
                  <a:pt x="51" y="70"/>
                </a:lnTo>
                <a:lnTo>
                  <a:pt x="39" y="98"/>
                </a:lnTo>
                <a:lnTo>
                  <a:pt x="35" y="126"/>
                </a:lnTo>
                <a:lnTo>
                  <a:pt x="39" y="157"/>
                </a:lnTo>
                <a:lnTo>
                  <a:pt x="51" y="182"/>
                </a:lnTo>
                <a:lnTo>
                  <a:pt x="70" y="203"/>
                </a:lnTo>
                <a:lnTo>
                  <a:pt x="95" y="217"/>
                </a:lnTo>
                <a:lnTo>
                  <a:pt x="125" y="222"/>
                </a:lnTo>
                <a:lnTo>
                  <a:pt x="156" y="217"/>
                </a:lnTo>
                <a:lnTo>
                  <a:pt x="179" y="203"/>
                </a:lnTo>
                <a:lnTo>
                  <a:pt x="200" y="182"/>
                </a:lnTo>
                <a:lnTo>
                  <a:pt x="212" y="157"/>
                </a:lnTo>
                <a:lnTo>
                  <a:pt x="214" y="126"/>
                </a:lnTo>
                <a:lnTo>
                  <a:pt x="212" y="98"/>
                </a:lnTo>
                <a:lnTo>
                  <a:pt x="200" y="70"/>
                </a:lnTo>
                <a:lnTo>
                  <a:pt x="179" y="49"/>
                </a:lnTo>
                <a:lnTo>
                  <a:pt x="156" y="38"/>
                </a:lnTo>
                <a:lnTo>
                  <a:pt x="125" y="33"/>
                </a:lnTo>
                <a:close/>
                <a:moveTo>
                  <a:pt x="125" y="0"/>
                </a:moveTo>
                <a:lnTo>
                  <a:pt x="165" y="7"/>
                </a:lnTo>
                <a:lnTo>
                  <a:pt x="200" y="26"/>
                </a:lnTo>
                <a:lnTo>
                  <a:pt x="226" y="52"/>
                </a:lnTo>
                <a:lnTo>
                  <a:pt x="244" y="87"/>
                </a:lnTo>
                <a:lnTo>
                  <a:pt x="249" y="126"/>
                </a:lnTo>
                <a:lnTo>
                  <a:pt x="244" y="168"/>
                </a:lnTo>
                <a:lnTo>
                  <a:pt x="226" y="203"/>
                </a:lnTo>
                <a:lnTo>
                  <a:pt x="200" y="229"/>
                </a:lnTo>
                <a:lnTo>
                  <a:pt x="165" y="248"/>
                </a:lnTo>
                <a:lnTo>
                  <a:pt x="125" y="252"/>
                </a:lnTo>
                <a:lnTo>
                  <a:pt x="84" y="248"/>
                </a:lnTo>
                <a:lnTo>
                  <a:pt x="49" y="229"/>
                </a:lnTo>
                <a:lnTo>
                  <a:pt x="23" y="203"/>
                </a:lnTo>
                <a:lnTo>
                  <a:pt x="7" y="168"/>
                </a:lnTo>
                <a:lnTo>
                  <a:pt x="0" y="126"/>
                </a:lnTo>
                <a:lnTo>
                  <a:pt x="7" y="87"/>
                </a:lnTo>
                <a:lnTo>
                  <a:pt x="23" y="52"/>
                </a:lnTo>
                <a:lnTo>
                  <a:pt x="49" y="26"/>
                </a:lnTo>
                <a:lnTo>
                  <a:pt x="84" y="7"/>
                </a:lnTo>
                <a:lnTo>
                  <a:pt x="1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7394692-1D5B-4A3A-BE52-4CB6852F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485" y="4715194"/>
            <a:ext cx="220839" cy="313056"/>
          </a:xfrm>
          <a:custGeom xmlns:a="http://schemas.openxmlformats.org/drawingml/2006/main">
            <a:rect l="0" t="0" r="r" b="b"/>
            <a:pathLst>
              <a:path w="170" h="241">
                <a:moveTo>
                  <a:pt x="32" y="28"/>
                </a:moveTo>
                <a:lnTo>
                  <a:pt x="32" y="105"/>
                </a:lnTo>
                <a:lnTo>
                  <a:pt x="74" y="105"/>
                </a:lnTo>
                <a:lnTo>
                  <a:pt x="90" y="105"/>
                </a:lnTo>
                <a:lnTo>
                  <a:pt x="104" y="101"/>
                </a:lnTo>
                <a:lnTo>
                  <a:pt x="116" y="96"/>
                </a:lnTo>
                <a:lnTo>
                  <a:pt x="123" y="84"/>
                </a:lnTo>
                <a:lnTo>
                  <a:pt x="125" y="68"/>
                </a:lnTo>
                <a:lnTo>
                  <a:pt x="123" y="52"/>
                </a:lnTo>
                <a:lnTo>
                  <a:pt x="116" y="40"/>
                </a:lnTo>
                <a:lnTo>
                  <a:pt x="104" y="33"/>
                </a:lnTo>
                <a:lnTo>
                  <a:pt x="90" y="31"/>
                </a:lnTo>
                <a:lnTo>
                  <a:pt x="74" y="28"/>
                </a:lnTo>
                <a:lnTo>
                  <a:pt x="32" y="28"/>
                </a:lnTo>
                <a:close/>
                <a:moveTo>
                  <a:pt x="0" y="0"/>
                </a:moveTo>
                <a:lnTo>
                  <a:pt x="83" y="0"/>
                </a:lnTo>
                <a:lnTo>
                  <a:pt x="111" y="3"/>
                </a:lnTo>
                <a:lnTo>
                  <a:pt x="130" y="12"/>
                </a:lnTo>
                <a:lnTo>
                  <a:pt x="144" y="24"/>
                </a:lnTo>
                <a:lnTo>
                  <a:pt x="153" y="38"/>
                </a:lnTo>
                <a:lnTo>
                  <a:pt x="158" y="52"/>
                </a:lnTo>
                <a:lnTo>
                  <a:pt x="160" y="68"/>
                </a:lnTo>
                <a:lnTo>
                  <a:pt x="156" y="89"/>
                </a:lnTo>
                <a:lnTo>
                  <a:pt x="144" y="110"/>
                </a:lnTo>
                <a:lnTo>
                  <a:pt x="125" y="124"/>
                </a:lnTo>
                <a:lnTo>
                  <a:pt x="102" y="131"/>
                </a:lnTo>
                <a:lnTo>
                  <a:pt x="170" y="241"/>
                </a:lnTo>
                <a:lnTo>
                  <a:pt x="130" y="241"/>
                </a:lnTo>
                <a:lnTo>
                  <a:pt x="69" y="133"/>
                </a:lnTo>
                <a:lnTo>
                  <a:pt x="32" y="133"/>
                </a:lnTo>
                <a:lnTo>
                  <a:pt x="32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7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F1940BD-EDC4-43F8-A4E2-6D056A9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240" y="4715194"/>
            <a:ext cx="305279" cy="313056"/>
          </a:xfrm>
          <a:custGeom xmlns:a="http://schemas.openxmlformats.org/drawingml/2006/main">
            <a:rect l="0" t="0" r="r" b="b"/>
            <a:pathLst>
              <a:path w="235" h="241">
                <a:moveTo>
                  <a:pt x="117" y="42"/>
                </a:moveTo>
                <a:lnTo>
                  <a:pt x="72" y="152"/>
                </a:lnTo>
                <a:lnTo>
                  <a:pt x="163" y="152"/>
                </a:lnTo>
                <a:lnTo>
                  <a:pt x="119" y="42"/>
                </a:lnTo>
                <a:lnTo>
                  <a:pt x="117" y="42"/>
                </a:lnTo>
                <a:close/>
                <a:moveTo>
                  <a:pt x="105" y="0"/>
                </a:moveTo>
                <a:lnTo>
                  <a:pt x="135" y="0"/>
                </a:lnTo>
                <a:lnTo>
                  <a:pt x="235" y="241"/>
                </a:lnTo>
                <a:lnTo>
                  <a:pt x="198" y="241"/>
                </a:lnTo>
                <a:lnTo>
                  <a:pt x="175" y="180"/>
                </a:lnTo>
                <a:lnTo>
                  <a:pt x="61" y="180"/>
                </a:lnTo>
                <a:lnTo>
                  <a:pt x="38" y="241"/>
                </a:lnTo>
                <a:lnTo>
                  <a:pt x="0" y="241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8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F46F961-D81B-4055-B6D7-E6EE6601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229" y="4706100"/>
            <a:ext cx="207849" cy="327344"/>
          </a:xfrm>
          <a:custGeom xmlns:a="http://schemas.openxmlformats.org/drawingml/2006/main">
            <a:rect l="0" t="0" r="r" b="b"/>
            <a:pathLst>
              <a:path w="160" h="252">
                <a:moveTo>
                  <a:pt x="88" y="0"/>
                </a:moveTo>
                <a:lnTo>
                  <a:pt x="114" y="3"/>
                </a:lnTo>
                <a:lnTo>
                  <a:pt x="137" y="12"/>
                </a:lnTo>
                <a:lnTo>
                  <a:pt x="158" y="28"/>
                </a:lnTo>
                <a:lnTo>
                  <a:pt x="130" y="54"/>
                </a:lnTo>
                <a:lnTo>
                  <a:pt x="114" y="38"/>
                </a:lnTo>
                <a:lnTo>
                  <a:pt x="88" y="33"/>
                </a:lnTo>
                <a:lnTo>
                  <a:pt x="65" y="35"/>
                </a:lnTo>
                <a:lnTo>
                  <a:pt x="51" y="45"/>
                </a:lnTo>
                <a:lnTo>
                  <a:pt x="44" y="56"/>
                </a:lnTo>
                <a:lnTo>
                  <a:pt x="42" y="68"/>
                </a:lnTo>
                <a:lnTo>
                  <a:pt x="46" y="84"/>
                </a:lnTo>
                <a:lnTo>
                  <a:pt x="56" y="96"/>
                </a:lnTo>
                <a:lnTo>
                  <a:pt x="72" y="105"/>
                </a:lnTo>
                <a:lnTo>
                  <a:pt x="91" y="110"/>
                </a:lnTo>
                <a:lnTo>
                  <a:pt x="112" y="117"/>
                </a:lnTo>
                <a:lnTo>
                  <a:pt x="130" y="126"/>
                </a:lnTo>
                <a:lnTo>
                  <a:pt x="144" y="138"/>
                </a:lnTo>
                <a:lnTo>
                  <a:pt x="156" y="154"/>
                </a:lnTo>
                <a:lnTo>
                  <a:pt x="160" y="180"/>
                </a:lnTo>
                <a:lnTo>
                  <a:pt x="156" y="203"/>
                </a:lnTo>
                <a:lnTo>
                  <a:pt x="144" y="224"/>
                </a:lnTo>
                <a:lnTo>
                  <a:pt x="125" y="241"/>
                </a:lnTo>
                <a:lnTo>
                  <a:pt x="102" y="250"/>
                </a:lnTo>
                <a:lnTo>
                  <a:pt x="77" y="252"/>
                </a:lnTo>
                <a:lnTo>
                  <a:pt x="46" y="250"/>
                </a:lnTo>
                <a:lnTo>
                  <a:pt x="21" y="238"/>
                </a:lnTo>
                <a:lnTo>
                  <a:pt x="0" y="220"/>
                </a:lnTo>
                <a:lnTo>
                  <a:pt x="28" y="196"/>
                </a:lnTo>
                <a:lnTo>
                  <a:pt x="42" y="210"/>
                </a:lnTo>
                <a:lnTo>
                  <a:pt x="58" y="220"/>
                </a:lnTo>
                <a:lnTo>
                  <a:pt x="77" y="222"/>
                </a:lnTo>
                <a:lnTo>
                  <a:pt x="93" y="220"/>
                </a:lnTo>
                <a:lnTo>
                  <a:pt x="109" y="213"/>
                </a:lnTo>
                <a:lnTo>
                  <a:pt x="121" y="201"/>
                </a:lnTo>
                <a:lnTo>
                  <a:pt x="125" y="182"/>
                </a:lnTo>
                <a:lnTo>
                  <a:pt x="121" y="168"/>
                </a:lnTo>
                <a:lnTo>
                  <a:pt x="109" y="157"/>
                </a:lnTo>
                <a:lnTo>
                  <a:pt x="95" y="150"/>
                </a:lnTo>
                <a:lnTo>
                  <a:pt x="77" y="143"/>
                </a:lnTo>
                <a:lnTo>
                  <a:pt x="56" y="136"/>
                </a:lnTo>
                <a:lnTo>
                  <a:pt x="37" y="126"/>
                </a:lnTo>
                <a:lnTo>
                  <a:pt x="23" y="115"/>
                </a:lnTo>
                <a:lnTo>
                  <a:pt x="11" y="96"/>
                </a:lnTo>
                <a:lnTo>
                  <a:pt x="7" y="68"/>
                </a:lnTo>
                <a:lnTo>
                  <a:pt x="11" y="52"/>
                </a:lnTo>
                <a:lnTo>
                  <a:pt x="18" y="33"/>
                </a:lnTo>
                <a:lnTo>
                  <a:pt x="35" y="17"/>
                </a:lnTo>
                <a:lnTo>
                  <a:pt x="58" y="5"/>
                </a:lnTo>
                <a:lnTo>
                  <a:pt x="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3FC9197-304A-4963-9AF0-BDBBA59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040" y="4715194"/>
            <a:ext cx="323465" cy="313056"/>
          </a:xfrm>
          <a:custGeom xmlns:a="http://schemas.openxmlformats.org/drawingml/2006/main">
            <a:rect l="0" t="0" r="r" b="b"/>
            <a:pathLst>
              <a:path w="249" h="241">
                <a:moveTo>
                  <a:pt x="0" y="0"/>
                </a:moveTo>
                <a:lnTo>
                  <a:pt x="49" y="0"/>
                </a:lnTo>
                <a:lnTo>
                  <a:pt x="123" y="182"/>
                </a:lnTo>
                <a:lnTo>
                  <a:pt x="126" y="182"/>
                </a:lnTo>
                <a:lnTo>
                  <a:pt x="200" y="0"/>
                </a:lnTo>
                <a:lnTo>
                  <a:pt x="249" y="0"/>
                </a:lnTo>
                <a:lnTo>
                  <a:pt x="249" y="241"/>
                </a:lnTo>
                <a:lnTo>
                  <a:pt x="216" y="241"/>
                </a:lnTo>
                <a:lnTo>
                  <a:pt x="216" y="42"/>
                </a:lnTo>
                <a:lnTo>
                  <a:pt x="216" y="42"/>
                </a:lnTo>
                <a:lnTo>
                  <a:pt x="135" y="241"/>
                </a:lnTo>
                <a:lnTo>
                  <a:pt x="114" y="241"/>
                </a:lnTo>
                <a:lnTo>
                  <a:pt x="33" y="42"/>
                </a:lnTo>
                <a:lnTo>
                  <a:pt x="33" y="42"/>
                </a:lnTo>
                <a:lnTo>
                  <a:pt x="33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0" name="Freeform 37">
            <a:extLst xmlns:a="http://schemas.openxmlformats.org/drawingml/2006/main">
              <a:ext uri="{FF2B5EF4-FFF2-40B4-BE49-F238E27FC236}">
                <a16:creationId xmlns:a16="http://schemas.microsoft.com/office/drawing/2014/main" id="{B9971C12-812F-4F4A-AB6E-542EBA9C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384" y="4715194"/>
            <a:ext cx="309175" cy="313056"/>
          </a:xfrm>
          <a:custGeom xmlns:a="http://schemas.openxmlformats.org/drawingml/2006/main">
            <a:rect l="0" t="0" r="r" b="b"/>
            <a:pathLst>
              <a:path w="238" h="241">
                <a:moveTo>
                  <a:pt x="119" y="42"/>
                </a:moveTo>
                <a:lnTo>
                  <a:pt x="72" y="152"/>
                </a:lnTo>
                <a:lnTo>
                  <a:pt x="163" y="152"/>
                </a:lnTo>
                <a:lnTo>
                  <a:pt x="119" y="42"/>
                </a:lnTo>
                <a:lnTo>
                  <a:pt x="119" y="42"/>
                </a:lnTo>
                <a:close/>
                <a:moveTo>
                  <a:pt x="105" y="0"/>
                </a:moveTo>
                <a:lnTo>
                  <a:pt x="135" y="0"/>
                </a:lnTo>
                <a:lnTo>
                  <a:pt x="238" y="241"/>
                </a:lnTo>
                <a:lnTo>
                  <a:pt x="200" y="241"/>
                </a:lnTo>
                <a:lnTo>
                  <a:pt x="175" y="180"/>
                </a:lnTo>
                <a:lnTo>
                  <a:pt x="61" y="180"/>
                </a:lnTo>
                <a:lnTo>
                  <a:pt x="37" y="241"/>
                </a:lnTo>
                <a:lnTo>
                  <a:pt x="0" y="241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1" name="Freeform 38">
            <a:extLst xmlns:a="http://schemas.openxmlformats.org/drawingml/2006/main">
              <a:ext uri="{FF2B5EF4-FFF2-40B4-BE49-F238E27FC236}">
                <a16:creationId xmlns:a16="http://schemas.microsoft.com/office/drawing/2014/main" id="{5E8976EB-26F3-46F3-B521-3B821CE2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036" y="4715194"/>
            <a:ext cx="220839" cy="313056"/>
          </a:xfrm>
          <a:custGeom xmlns:a="http://schemas.openxmlformats.org/drawingml/2006/main">
            <a:rect l="0" t="0" r="r" b="b"/>
            <a:pathLst>
              <a:path w="170" h="241">
                <a:moveTo>
                  <a:pt x="33" y="28"/>
                </a:moveTo>
                <a:lnTo>
                  <a:pt x="33" y="105"/>
                </a:lnTo>
                <a:lnTo>
                  <a:pt x="75" y="105"/>
                </a:lnTo>
                <a:lnTo>
                  <a:pt x="91" y="105"/>
                </a:lnTo>
                <a:lnTo>
                  <a:pt x="105" y="101"/>
                </a:lnTo>
                <a:lnTo>
                  <a:pt x="117" y="96"/>
                </a:lnTo>
                <a:lnTo>
                  <a:pt x="124" y="84"/>
                </a:lnTo>
                <a:lnTo>
                  <a:pt x="126" y="68"/>
                </a:lnTo>
                <a:lnTo>
                  <a:pt x="124" y="52"/>
                </a:lnTo>
                <a:lnTo>
                  <a:pt x="117" y="40"/>
                </a:lnTo>
                <a:lnTo>
                  <a:pt x="105" y="33"/>
                </a:lnTo>
                <a:lnTo>
                  <a:pt x="91" y="31"/>
                </a:lnTo>
                <a:lnTo>
                  <a:pt x="75" y="28"/>
                </a:lnTo>
                <a:lnTo>
                  <a:pt x="33" y="28"/>
                </a:lnTo>
                <a:close/>
                <a:moveTo>
                  <a:pt x="0" y="0"/>
                </a:moveTo>
                <a:lnTo>
                  <a:pt x="84" y="0"/>
                </a:lnTo>
                <a:lnTo>
                  <a:pt x="112" y="3"/>
                </a:lnTo>
                <a:lnTo>
                  <a:pt x="131" y="12"/>
                </a:lnTo>
                <a:lnTo>
                  <a:pt x="145" y="24"/>
                </a:lnTo>
                <a:lnTo>
                  <a:pt x="154" y="38"/>
                </a:lnTo>
                <a:lnTo>
                  <a:pt x="158" y="52"/>
                </a:lnTo>
                <a:lnTo>
                  <a:pt x="161" y="68"/>
                </a:lnTo>
                <a:lnTo>
                  <a:pt x="156" y="89"/>
                </a:lnTo>
                <a:lnTo>
                  <a:pt x="145" y="110"/>
                </a:lnTo>
                <a:lnTo>
                  <a:pt x="126" y="124"/>
                </a:lnTo>
                <a:lnTo>
                  <a:pt x="103" y="131"/>
                </a:lnTo>
                <a:lnTo>
                  <a:pt x="170" y="241"/>
                </a:lnTo>
                <a:lnTo>
                  <a:pt x="128" y="241"/>
                </a:lnTo>
                <a:lnTo>
                  <a:pt x="68" y="133"/>
                </a:lnTo>
                <a:lnTo>
                  <a:pt x="33" y="133"/>
                </a:lnTo>
                <a:lnTo>
                  <a:pt x="33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2" name="Freeform 39">
            <a:extLst xmlns:a="http://schemas.openxmlformats.org/drawingml/2006/main">
              <a:ext uri="{FF2B5EF4-FFF2-40B4-BE49-F238E27FC236}">
                <a16:creationId xmlns:a16="http://schemas.microsoft.com/office/drawing/2014/main" id="{67ECA2D0-2E7D-4616-8EF0-D7325EC2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371" y="4715194"/>
            <a:ext cx="241624" cy="313056"/>
          </a:xfrm>
          <a:custGeom xmlns:a="http://schemas.openxmlformats.org/drawingml/2006/main">
            <a:rect l="0" t="0" r="r" b="b"/>
            <a:pathLst>
              <a:path w="186" h="241">
                <a:moveTo>
                  <a:pt x="0" y="0"/>
                </a:moveTo>
                <a:lnTo>
                  <a:pt x="186" y="0"/>
                </a:lnTo>
                <a:lnTo>
                  <a:pt x="186" y="31"/>
                </a:lnTo>
                <a:lnTo>
                  <a:pt x="109" y="31"/>
                </a:lnTo>
                <a:lnTo>
                  <a:pt x="109" y="241"/>
                </a:lnTo>
                <a:lnTo>
                  <a:pt x="77" y="241"/>
                </a:lnTo>
                <a:lnTo>
                  <a:pt x="77" y="31"/>
                </a:lnTo>
                <a:lnTo>
                  <a:pt x="0" y="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3" name="Freeform 40">
            <a:extLst xmlns:a="http://schemas.openxmlformats.org/drawingml/2006/main">
              <a:ext uri="{FF2B5EF4-FFF2-40B4-BE49-F238E27FC236}">
                <a16:creationId xmlns:a16="http://schemas.microsoft.com/office/drawing/2014/main" id="{1FF5B2F2-E920-434E-A3C7-3DF02673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70" y="4715194"/>
            <a:ext cx="207849" cy="313056"/>
          </a:xfrm>
          <a:custGeom xmlns:a="http://schemas.openxmlformats.org/drawingml/2006/main">
            <a:rect l="0" t="0" r="r" b="b"/>
            <a:pathLst>
              <a:path w="160" h="241">
                <a:moveTo>
                  <a:pt x="0" y="0"/>
                </a:moveTo>
                <a:lnTo>
                  <a:pt x="156" y="0"/>
                </a:lnTo>
                <a:lnTo>
                  <a:pt x="156" y="31"/>
                </a:lnTo>
                <a:lnTo>
                  <a:pt x="32" y="31"/>
                </a:lnTo>
                <a:lnTo>
                  <a:pt x="32" y="103"/>
                </a:lnTo>
                <a:lnTo>
                  <a:pt x="146" y="103"/>
                </a:lnTo>
                <a:lnTo>
                  <a:pt x="146" y="133"/>
                </a:lnTo>
                <a:lnTo>
                  <a:pt x="32" y="133"/>
                </a:lnTo>
                <a:lnTo>
                  <a:pt x="32" y="210"/>
                </a:lnTo>
                <a:lnTo>
                  <a:pt x="160" y="210"/>
                </a:lnTo>
                <a:lnTo>
                  <a:pt x="160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4" name="Freeform 41">
            <a:extLst xmlns:a="http://schemas.openxmlformats.org/drawingml/2006/main">
              <a:ext uri="{FF2B5EF4-FFF2-40B4-BE49-F238E27FC236}">
                <a16:creationId xmlns:a16="http://schemas.microsoft.com/office/drawing/2014/main" id="{A02D6F3D-F77C-43BD-836A-F1FF029D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780" y="4715194"/>
            <a:ext cx="220839" cy="313056"/>
          </a:xfrm>
          <a:custGeom xmlns:a="http://schemas.openxmlformats.org/drawingml/2006/main">
            <a:rect l="0" t="0" r="r" b="b"/>
            <a:pathLst>
              <a:path w="170" h="241">
                <a:moveTo>
                  <a:pt x="33" y="28"/>
                </a:moveTo>
                <a:lnTo>
                  <a:pt x="33" y="105"/>
                </a:lnTo>
                <a:lnTo>
                  <a:pt x="75" y="105"/>
                </a:lnTo>
                <a:lnTo>
                  <a:pt x="89" y="105"/>
                </a:lnTo>
                <a:lnTo>
                  <a:pt x="103" y="101"/>
                </a:lnTo>
                <a:lnTo>
                  <a:pt x="114" y="96"/>
                </a:lnTo>
                <a:lnTo>
                  <a:pt x="124" y="84"/>
                </a:lnTo>
                <a:lnTo>
                  <a:pt x="126" y="68"/>
                </a:lnTo>
                <a:lnTo>
                  <a:pt x="124" y="52"/>
                </a:lnTo>
                <a:lnTo>
                  <a:pt x="114" y="40"/>
                </a:lnTo>
                <a:lnTo>
                  <a:pt x="103" y="33"/>
                </a:lnTo>
                <a:lnTo>
                  <a:pt x="89" y="31"/>
                </a:lnTo>
                <a:lnTo>
                  <a:pt x="75" y="28"/>
                </a:lnTo>
                <a:lnTo>
                  <a:pt x="33" y="28"/>
                </a:lnTo>
                <a:close/>
                <a:moveTo>
                  <a:pt x="0" y="0"/>
                </a:moveTo>
                <a:lnTo>
                  <a:pt x="84" y="0"/>
                </a:lnTo>
                <a:lnTo>
                  <a:pt x="110" y="3"/>
                </a:lnTo>
                <a:lnTo>
                  <a:pt x="131" y="12"/>
                </a:lnTo>
                <a:lnTo>
                  <a:pt x="145" y="24"/>
                </a:lnTo>
                <a:lnTo>
                  <a:pt x="154" y="38"/>
                </a:lnTo>
                <a:lnTo>
                  <a:pt x="159" y="52"/>
                </a:lnTo>
                <a:lnTo>
                  <a:pt x="161" y="68"/>
                </a:lnTo>
                <a:lnTo>
                  <a:pt x="156" y="89"/>
                </a:lnTo>
                <a:lnTo>
                  <a:pt x="145" y="110"/>
                </a:lnTo>
                <a:lnTo>
                  <a:pt x="126" y="124"/>
                </a:lnTo>
                <a:lnTo>
                  <a:pt x="100" y="131"/>
                </a:lnTo>
                <a:lnTo>
                  <a:pt x="170" y="241"/>
                </a:lnTo>
                <a:lnTo>
                  <a:pt x="128" y="241"/>
                </a:lnTo>
                <a:lnTo>
                  <a:pt x="68" y="133"/>
                </a:lnTo>
                <a:lnTo>
                  <a:pt x="33" y="133"/>
                </a:lnTo>
                <a:lnTo>
                  <a:pt x="33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5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F3BAB0E-E73F-46CF-9F44-568EB69B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235" y="4715194"/>
            <a:ext cx="419596" cy="313056"/>
          </a:xfrm>
          <a:custGeom xmlns:a="http://schemas.openxmlformats.org/drawingml/2006/main">
            <a:rect l="0" t="0" r="r" b="b"/>
            <a:pathLst>
              <a:path w="323" h="241">
                <a:moveTo>
                  <a:pt x="0" y="0"/>
                </a:moveTo>
                <a:lnTo>
                  <a:pt x="35" y="0"/>
                </a:lnTo>
                <a:lnTo>
                  <a:pt x="86" y="192"/>
                </a:lnTo>
                <a:lnTo>
                  <a:pt x="86" y="192"/>
                </a:lnTo>
                <a:lnTo>
                  <a:pt x="144" y="0"/>
                </a:lnTo>
                <a:lnTo>
                  <a:pt x="181" y="0"/>
                </a:lnTo>
                <a:lnTo>
                  <a:pt x="237" y="192"/>
                </a:lnTo>
                <a:lnTo>
                  <a:pt x="237" y="192"/>
                </a:lnTo>
                <a:lnTo>
                  <a:pt x="291" y="0"/>
                </a:lnTo>
                <a:lnTo>
                  <a:pt x="323" y="0"/>
                </a:lnTo>
                <a:lnTo>
                  <a:pt x="253" y="241"/>
                </a:lnTo>
                <a:lnTo>
                  <a:pt x="221" y="241"/>
                </a:lnTo>
                <a:lnTo>
                  <a:pt x="163" y="45"/>
                </a:lnTo>
                <a:lnTo>
                  <a:pt x="160" y="45"/>
                </a:lnTo>
                <a:lnTo>
                  <a:pt x="104" y="241"/>
                </a:lnTo>
                <a:lnTo>
                  <a:pt x="69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6" name="Freeform 43">
            <a:extLst xmlns:a="http://schemas.openxmlformats.org/drawingml/2006/main">
              <a:ext uri="{FF2B5EF4-FFF2-40B4-BE49-F238E27FC236}">
                <a16:creationId xmlns:a16="http://schemas.microsoft.com/office/drawing/2014/main" id="{6FB5EE82-C79A-4D56-BC59-536224BC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420" y="4706100"/>
            <a:ext cx="323465" cy="327344"/>
          </a:xfrm>
          <a:custGeom xmlns:a="http://schemas.openxmlformats.org/drawingml/2006/main">
            <a:rect l="0" t="0" r="r" b="b"/>
            <a:pathLst>
              <a:path w="249" h="252">
                <a:moveTo>
                  <a:pt x="123" y="33"/>
                </a:moveTo>
                <a:lnTo>
                  <a:pt x="93" y="38"/>
                </a:lnTo>
                <a:lnTo>
                  <a:pt x="70" y="49"/>
                </a:lnTo>
                <a:lnTo>
                  <a:pt x="51" y="70"/>
                </a:lnTo>
                <a:lnTo>
                  <a:pt x="37" y="98"/>
                </a:lnTo>
                <a:lnTo>
                  <a:pt x="35" y="126"/>
                </a:lnTo>
                <a:lnTo>
                  <a:pt x="37" y="157"/>
                </a:lnTo>
                <a:lnTo>
                  <a:pt x="51" y="182"/>
                </a:lnTo>
                <a:lnTo>
                  <a:pt x="70" y="203"/>
                </a:lnTo>
                <a:lnTo>
                  <a:pt x="93" y="217"/>
                </a:lnTo>
                <a:lnTo>
                  <a:pt x="123" y="222"/>
                </a:lnTo>
                <a:lnTo>
                  <a:pt x="153" y="217"/>
                </a:lnTo>
                <a:lnTo>
                  <a:pt x="179" y="203"/>
                </a:lnTo>
                <a:lnTo>
                  <a:pt x="198" y="182"/>
                </a:lnTo>
                <a:lnTo>
                  <a:pt x="209" y="157"/>
                </a:lnTo>
                <a:lnTo>
                  <a:pt x="214" y="126"/>
                </a:lnTo>
                <a:lnTo>
                  <a:pt x="209" y="98"/>
                </a:lnTo>
                <a:lnTo>
                  <a:pt x="198" y="70"/>
                </a:lnTo>
                <a:lnTo>
                  <a:pt x="179" y="49"/>
                </a:lnTo>
                <a:lnTo>
                  <a:pt x="153" y="38"/>
                </a:lnTo>
                <a:lnTo>
                  <a:pt x="123" y="33"/>
                </a:lnTo>
                <a:close/>
                <a:moveTo>
                  <a:pt x="123" y="0"/>
                </a:moveTo>
                <a:lnTo>
                  <a:pt x="165" y="7"/>
                </a:lnTo>
                <a:lnTo>
                  <a:pt x="200" y="26"/>
                </a:lnTo>
                <a:lnTo>
                  <a:pt x="226" y="52"/>
                </a:lnTo>
                <a:lnTo>
                  <a:pt x="242" y="87"/>
                </a:lnTo>
                <a:lnTo>
                  <a:pt x="249" y="126"/>
                </a:lnTo>
                <a:lnTo>
                  <a:pt x="242" y="168"/>
                </a:lnTo>
                <a:lnTo>
                  <a:pt x="226" y="203"/>
                </a:lnTo>
                <a:lnTo>
                  <a:pt x="200" y="229"/>
                </a:lnTo>
                <a:lnTo>
                  <a:pt x="165" y="248"/>
                </a:lnTo>
                <a:lnTo>
                  <a:pt x="123" y="252"/>
                </a:lnTo>
                <a:lnTo>
                  <a:pt x="84" y="248"/>
                </a:lnTo>
                <a:lnTo>
                  <a:pt x="49" y="229"/>
                </a:lnTo>
                <a:lnTo>
                  <a:pt x="23" y="203"/>
                </a:lnTo>
                <a:lnTo>
                  <a:pt x="4" y="168"/>
                </a:lnTo>
                <a:lnTo>
                  <a:pt x="0" y="126"/>
                </a:lnTo>
                <a:lnTo>
                  <a:pt x="4" y="87"/>
                </a:lnTo>
                <a:lnTo>
                  <a:pt x="23" y="52"/>
                </a:lnTo>
                <a:lnTo>
                  <a:pt x="49" y="26"/>
                </a:lnTo>
                <a:lnTo>
                  <a:pt x="84" y="7"/>
                </a:lnTo>
                <a:lnTo>
                  <a:pt x="1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7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46EBC34-5FEE-42FD-B83B-88003CAA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446" y="4715194"/>
            <a:ext cx="220839" cy="313056"/>
          </a:xfrm>
          <a:custGeom xmlns:a="http://schemas.openxmlformats.org/drawingml/2006/main">
            <a:rect l="0" t="0" r="r" b="b"/>
            <a:pathLst>
              <a:path w="170" h="241">
                <a:moveTo>
                  <a:pt x="32" y="28"/>
                </a:moveTo>
                <a:lnTo>
                  <a:pt x="32" y="105"/>
                </a:lnTo>
                <a:lnTo>
                  <a:pt x="74" y="105"/>
                </a:lnTo>
                <a:lnTo>
                  <a:pt x="88" y="105"/>
                </a:lnTo>
                <a:lnTo>
                  <a:pt x="102" y="101"/>
                </a:lnTo>
                <a:lnTo>
                  <a:pt x="114" y="96"/>
                </a:lnTo>
                <a:lnTo>
                  <a:pt x="123" y="84"/>
                </a:lnTo>
                <a:lnTo>
                  <a:pt x="125" y="68"/>
                </a:lnTo>
                <a:lnTo>
                  <a:pt x="123" y="52"/>
                </a:lnTo>
                <a:lnTo>
                  <a:pt x="114" y="40"/>
                </a:lnTo>
                <a:lnTo>
                  <a:pt x="102" y="33"/>
                </a:lnTo>
                <a:lnTo>
                  <a:pt x="88" y="31"/>
                </a:lnTo>
                <a:lnTo>
                  <a:pt x="74" y="28"/>
                </a:lnTo>
                <a:lnTo>
                  <a:pt x="32" y="28"/>
                </a:lnTo>
                <a:close/>
                <a:moveTo>
                  <a:pt x="0" y="0"/>
                </a:moveTo>
                <a:lnTo>
                  <a:pt x="83" y="0"/>
                </a:lnTo>
                <a:lnTo>
                  <a:pt x="109" y="3"/>
                </a:lnTo>
                <a:lnTo>
                  <a:pt x="130" y="12"/>
                </a:lnTo>
                <a:lnTo>
                  <a:pt x="144" y="24"/>
                </a:lnTo>
                <a:lnTo>
                  <a:pt x="153" y="38"/>
                </a:lnTo>
                <a:lnTo>
                  <a:pt x="158" y="52"/>
                </a:lnTo>
                <a:lnTo>
                  <a:pt x="160" y="68"/>
                </a:lnTo>
                <a:lnTo>
                  <a:pt x="156" y="89"/>
                </a:lnTo>
                <a:lnTo>
                  <a:pt x="144" y="110"/>
                </a:lnTo>
                <a:lnTo>
                  <a:pt x="125" y="124"/>
                </a:lnTo>
                <a:lnTo>
                  <a:pt x="100" y="131"/>
                </a:lnTo>
                <a:lnTo>
                  <a:pt x="170" y="241"/>
                </a:lnTo>
                <a:lnTo>
                  <a:pt x="128" y="241"/>
                </a:lnTo>
                <a:lnTo>
                  <a:pt x="67" y="133"/>
                </a:lnTo>
                <a:lnTo>
                  <a:pt x="32" y="133"/>
                </a:lnTo>
                <a:lnTo>
                  <a:pt x="32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8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F7B554D-512C-432D-9204-37DE0AFD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257" y="4715194"/>
            <a:ext cx="184466" cy="313056"/>
          </a:xfrm>
          <a:custGeom xmlns:a="http://schemas.openxmlformats.org/drawingml/2006/main">
            <a:rect l="0" t="0" r="r" b="b"/>
            <a:pathLst>
              <a:path w="142" h="241">
                <a:moveTo>
                  <a:pt x="0" y="0"/>
                </a:moveTo>
                <a:lnTo>
                  <a:pt x="32" y="0"/>
                </a:lnTo>
                <a:lnTo>
                  <a:pt x="32" y="210"/>
                </a:lnTo>
                <a:lnTo>
                  <a:pt x="142" y="210"/>
                </a:lnTo>
                <a:lnTo>
                  <a:pt x="142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39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2FDA819-396F-4418-90D4-2165F47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602" y="4715194"/>
            <a:ext cx="268905" cy="313056"/>
          </a:xfrm>
          <a:custGeom xmlns:a="http://schemas.openxmlformats.org/drawingml/2006/main">
            <a:rect l="0" t="0" r="r" b="b"/>
            <a:pathLst>
              <a:path w="207" h="241">
                <a:moveTo>
                  <a:pt x="33" y="31"/>
                </a:moveTo>
                <a:lnTo>
                  <a:pt x="33" y="210"/>
                </a:lnTo>
                <a:lnTo>
                  <a:pt x="72" y="210"/>
                </a:lnTo>
                <a:lnTo>
                  <a:pt x="105" y="206"/>
                </a:lnTo>
                <a:lnTo>
                  <a:pt x="133" y="194"/>
                </a:lnTo>
                <a:lnTo>
                  <a:pt x="154" y="178"/>
                </a:lnTo>
                <a:lnTo>
                  <a:pt x="168" y="152"/>
                </a:lnTo>
                <a:lnTo>
                  <a:pt x="175" y="119"/>
                </a:lnTo>
                <a:lnTo>
                  <a:pt x="172" y="105"/>
                </a:lnTo>
                <a:lnTo>
                  <a:pt x="170" y="89"/>
                </a:lnTo>
                <a:lnTo>
                  <a:pt x="161" y="73"/>
                </a:lnTo>
                <a:lnTo>
                  <a:pt x="149" y="56"/>
                </a:lnTo>
                <a:lnTo>
                  <a:pt x="133" y="42"/>
                </a:lnTo>
                <a:lnTo>
                  <a:pt x="109" y="35"/>
                </a:lnTo>
                <a:lnTo>
                  <a:pt x="82" y="31"/>
                </a:lnTo>
                <a:lnTo>
                  <a:pt x="33" y="31"/>
                </a:lnTo>
                <a:close/>
                <a:moveTo>
                  <a:pt x="0" y="0"/>
                </a:moveTo>
                <a:lnTo>
                  <a:pt x="84" y="0"/>
                </a:lnTo>
                <a:lnTo>
                  <a:pt x="121" y="5"/>
                </a:lnTo>
                <a:lnTo>
                  <a:pt x="151" y="17"/>
                </a:lnTo>
                <a:lnTo>
                  <a:pt x="175" y="33"/>
                </a:lnTo>
                <a:lnTo>
                  <a:pt x="191" y="54"/>
                </a:lnTo>
                <a:lnTo>
                  <a:pt x="200" y="77"/>
                </a:lnTo>
                <a:lnTo>
                  <a:pt x="207" y="101"/>
                </a:lnTo>
                <a:lnTo>
                  <a:pt x="207" y="119"/>
                </a:lnTo>
                <a:lnTo>
                  <a:pt x="205" y="150"/>
                </a:lnTo>
                <a:lnTo>
                  <a:pt x="193" y="178"/>
                </a:lnTo>
                <a:lnTo>
                  <a:pt x="175" y="203"/>
                </a:lnTo>
                <a:lnTo>
                  <a:pt x="149" y="222"/>
                </a:lnTo>
                <a:lnTo>
                  <a:pt x="116" y="236"/>
                </a:lnTo>
                <a:lnTo>
                  <a:pt x="77" y="241"/>
                </a:lnTo>
                <a:lnTo>
                  <a:pt x="0" y="2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a3723c8ba4681" /><Relationship Type="http://schemas.openxmlformats.org/officeDocument/2006/relationships/slideLayout" Target="/ppt/slideLayouts/slideLayout1.xml" Id="R143d3e38f92b457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4d223a6eb794f04" /><Relationship Type="http://schemas.openxmlformats.org/officeDocument/2006/relationships/slideLayout" Target="/ppt/slideLayouts/slideLayout2.xml" Id="R522e59610a664748" /><Relationship Type="http://schemas.openxmlformats.org/officeDocument/2006/relationships/slideLayout" Target="/ppt/slideLayouts/slideLayout3.xml" Id="R9ae7041f674d4cd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b5bf84c9b9b46c6" /><Relationship Type="http://schemas.openxmlformats.org/officeDocument/2006/relationships/slideLayout" Target="/ppt/slideLayouts/slideLayout4.xml" Id="Rbae99782dfa949e3" /><Relationship Type="http://schemas.openxmlformats.org/officeDocument/2006/relationships/slideLayout" Target="/ppt/slideLayouts/slideLayout5.xml" Id="Rd816e54ca8684378" /><Relationship Type="http://schemas.openxmlformats.org/officeDocument/2006/relationships/slideLayout" Target="/ppt/slideLayouts/slideLayout6.xml" Id="R7d86c053f60447e3" /><Relationship Type="http://schemas.openxmlformats.org/officeDocument/2006/relationships/slideLayout" Target="/ppt/slideLayouts/slideLayout7.xml" Id="R518792ecac3444cb" /><Relationship Type="http://schemas.openxmlformats.org/officeDocument/2006/relationships/slideLayout" Target="/ppt/slideLayouts/slideLayout8.xml" Id="R3f46270835944e75" /><Relationship Type="http://schemas.openxmlformats.org/officeDocument/2006/relationships/slideLayout" Target="/ppt/slideLayouts/slideLayout9.xml" Id="R79f79061045a41dd" /><Relationship Type="http://schemas.openxmlformats.org/officeDocument/2006/relationships/slideLayout" Target="/ppt/slideLayouts/slideLayout10.xml" Id="Rd0aae10542244ae4" /><Relationship Type="http://schemas.openxmlformats.org/officeDocument/2006/relationships/slideLayout" Target="/ppt/slideLayouts/slideLayout11.xml" Id="R49d8d09a79ca4bec" /><Relationship Type="http://schemas.openxmlformats.org/officeDocument/2006/relationships/slideLayout" Target="/ppt/slideLayouts/slideLayout12.xml" Id="Re6c6b985bf4c4910" /><Relationship Type="http://schemas.openxmlformats.org/officeDocument/2006/relationships/slideLayout" Target="/ppt/slideLayouts/slideLayout13.xml" Id="R0e88a91a679d4be2" /><Relationship Type="http://schemas.openxmlformats.org/officeDocument/2006/relationships/slideLayout" Target="/ppt/slideLayouts/slideLayout14.xml" Id="Rf100036cadc54c2e" /><Relationship Type="http://schemas.openxmlformats.org/officeDocument/2006/relationships/slideLayout" Target="/ppt/slideLayouts/slideLayout15.xml" Id="R3609dba1440044ca" /><Relationship Type="http://schemas.openxmlformats.org/officeDocument/2006/relationships/slideLayout" Target="/ppt/slideLayouts/slideLayout16.xml" Id="R16725b6bb8584a2c" /><Relationship Type="http://schemas.openxmlformats.org/officeDocument/2006/relationships/slideLayout" Target="/ppt/slideLayouts/slideLayout17.xml" Id="Rb45a23fc30734786" /><Relationship Type="http://schemas.openxmlformats.org/officeDocument/2006/relationships/slideLayout" Target="/ppt/slideLayouts/slideLayout18.xml" Id="Rd8c77658a9bc4e5a" /><Relationship Type="http://schemas.openxmlformats.org/officeDocument/2006/relationships/slideLayout" Target="/ppt/slideLayouts/slideLayout19.xml" Id="R58a2b6f0a2b74f2f" /><Relationship Type="http://schemas.openxmlformats.org/officeDocument/2006/relationships/slideLayout" Target="/ppt/slideLayouts/slideLayout20.xml" Id="R2c2378fa4b7f4b52" /><Relationship Type="http://schemas.openxmlformats.org/officeDocument/2006/relationships/slideLayout" Target="/ppt/slideLayouts/slideLayout21.xml" Id="Rae1b68ed76294760" /><Relationship Type="http://schemas.openxmlformats.org/officeDocument/2006/relationships/slideLayout" Target="/ppt/slideLayouts/slideLayout22.xml" Id="R1ac6fa2a7870432d" /><Relationship Type="http://schemas.openxmlformats.org/officeDocument/2006/relationships/slideLayout" Target="/ppt/slideLayouts/slideLayout23.xml" Id="R67cdf341533b453f" /><Relationship Type="http://schemas.openxmlformats.org/officeDocument/2006/relationships/slideLayout" Target="/ppt/slideLayouts/slideLayout24.xml" Id="R9f479839648f46eb" /><Relationship Type="http://schemas.openxmlformats.org/officeDocument/2006/relationships/slideLayout" Target="/ppt/slideLayouts/slideLayout25.xml" Id="R80158f86f4c74016" /><Relationship Type="http://schemas.openxmlformats.org/officeDocument/2006/relationships/slideLayout" Target="/ppt/slideLayouts/slideLayout26.xml" Id="Red73092cf6584b5b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11c733347b15439f" /><Relationship Type="http://schemas.openxmlformats.org/officeDocument/2006/relationships/slideLayout" Target="/ppt/slideLayouts/slideLayout27.xml" Id="Rdf2d800ce27447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3d3e38f92b45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88" indent="-228588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64" indent="-228588" algn="l">
        <a:lnSpc>
          <a:spcPct val="90000"/>
        </a:lnSpc>
        <a:spcBef>
          <a:spcPts val="501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41" indent="-228588" algn="l">
        <a:lnSpc>
          <a:spcPct val="90000"/>
        </a:lnSpc>
        <a:spcBef>
          <a:spcPts val="501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18" indent="-228588" algn="l">
        <a:lnSpc>
          <a:spcPct val="90000"/>
        </a:lnSpc>
        <a:spcBef>
          <a:spcPts val="501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295" indent="-228588" algn="l">
        <a:lnSpc>
          <a:spcPct val="90000"/>
        </a:lnSpc>
        <a:spcBef>
          <a:spcPts val="501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471" indent="-228588" algn="l">
        <a:lnSpc>
          <a:spcPct val="90000"/>
        </a:lnSpc>
        <a:spcBef>
          <a:spcPts val="501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648" indent="-228588" algn="l">
        <a:lnSpc>
          <a:spcPct val="90000"/>
        </a:lnSpc>
        <a:spcBef>
          <a:spcPts val="501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825" indent="-228588" algn="l">
        <a:lnSpc>
          <a:spcPct val="90000"/>
        </a:lnSpc>
        <a:spcBef>
          <a:spcPts val="501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001" indent="-228588" algn="l">
        <a:lnSpc>
          <a:spcPct val="90000"/>
        </a:lnSpc>
        <a:spcBef>
          <a:spcPts val="501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7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53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0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88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0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236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41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22e59610a664748"/>
    <p:sldLayoutId xmlns:r="http://schemas.openxmlformats.org/officeDocument/2006/relationships" id="2147483652" r:id="R9ae7041f674d4c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66" name="Rectangle 226">
            <a:extLst xmlns:a="http://schemas.openxmlformats.org/drawingml/2006/main">
              <a:ext uri="{FF2B5EF4-FFF2-40B4-BE49-F238E27FC236}">
                <a16:creationId xmlns:a16="http://schemas.microsoft.com/office/drawing/2014/main" id="{6E6DCB28-C90C-435D-A92F-7B15DF9C1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7585" y="436683"/>
            <a:ext cx="12077629" cy="689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Goes Here</a:t>
            </a:r>
            <a:br/>
            <a:r>
              <a:t>second line title goes here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938389E-98CB-46EE-A841-7E1B7F2926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6362" y="1331384"/>
            <a:ext cx="12090781" cy="496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4A0B98C-9D35-4B62-AA1D-6BBDC1E2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679" y="6816286"/>
            <a:ext cx="629065" cy="292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2327" tIns="36163" rIns="72327" bIns="36163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</a:pPr>
            <a:fld id="{9899D5D8-9A89-49C6-87E2-D5B81659BB09}" type="slidenum">
              <a:rPr sz="1055" b="1" spc="316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0BD596-F1C1-457C-B796-82B14CD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20" y="6769306"/>
            <a:ext cx="2732198" cy="325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49" b="1" i="0" cap="all" spc="53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333770F-5625-4034-9686-943A98D4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84085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86B75AB-80AF-44F5-B06D-0637D16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854" y="0"/>
            <a:ext cx="972793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4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EE71252-7C01-47AA-93B9-87F623C7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648" y="0"/>
            <a:ext cx="296030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2D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D9CF932-D779-4EA8-BDE2-87D4119A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53" y="0"/>
            <a:ext cx="1777862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83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E4F54C-20EC-4792-9EF9-A06348B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1" y="0"/>
            <a:ext cx="3313295" cy="83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2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tIns="182880" rIns="182880" bIns="182880" anchor="t"/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5" name="Freeform 6">
            <a:extLst xmlns:a="http://schemas.openxmlformats.org/drawingml/2006/main">
              <a:ext uri="{FF2B5EF4-FFF2-40B4-BE49-F238E27FC236}">
                <a16:creationId xmlns:a16="http://schemas.microsoft.com/office/drawing/2014/main" id="{2B4D1812-625C-465C-8A40-C3A4D4EF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572" y="6830007"/>
            <a:ext cx="98530" cy="185760"/>
          </a:xfrm>
          <a:custGeom xmlns:a="http://schemas.openxmlformats.org/drawingml/2006/main">
            <a:rect l="0" t="0" r="r" b="b"/>
            <a:pathLst>
              <a:path w="384" h="724">
                <a:moveTo>
                  <a:pt x="0" y="0"/>
                </a:moveTo>
                <a:lnTo>
                  <a:pt x="41" y="0"/>
                </a:lnTo>
                <a:lnTo>
                  <a:pt x="192" y="241"/>
                </a:lnTo>
                <a:lnTo>
                  <a:pt x="341" y="0"/>
                </a:lnTo>
                <a:lnTo>
                  <a:pt x="382" y="0"/>
                </a:lnTo>
                <a:lnTo>
                  <a:pt x="382" y="723"/>
                </a:lnTo>
                <a:lnTo>
                  <a:pt x="384" y="724"/>
                </a:lnTo>
                <a:lnTo>
                  <a:pt x="341" y="724"/>
                </a:lnTo>
                <a:lnTo>
                  <a:pt x="192" y="483"/>
                </a:lnTo>
                <a:lnTo>
                  <a:pt x="41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DB2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5" name="Freeform 7">
            <a:extLst xmlns:a="http://schemas.openxmlformats.org/drawingml/2006/main">
              <a:ext uri="{FF2B5EF4-FFF2-40B4-BE49-F238E27FC236}">
                <a16:creationId xmlns:a16="http://schemas.microsoft.com/office/drawing/2014/main" id="{3E33A4A8-DD5C-4ACC-9DDA-825DE8D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609" y="6830007"/>
            <a:ext cx="56962" cy="185760"/>
          </a:xfrm>
          <a:custGeom xmlns:a="http://schemas.openxmlformats.org/drawingml/2006/main">
            <a:rect l="0" t="0" r="r" b="b"/>
            <a:pathLst>
              <a:path w="222" h="724">
                <a:moveTo>
                  <a:pt x="0" y="0"/>
                </a:moveTo>
                <a:lnTo>
                  <a:pt x="222" y="0"/>
                </a:lnTo>
                <a:lnTo>
                  <a:pt x="222" y="724"/>
                </a:lnTo>
                <a:lnTo>
                  <a:pt x="0" y="724"/>
                </a:lnTo>
                <a:lnTo>
                  <a:pt x="222" y="3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584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DDF41-AC1C-4311-A127-9908D531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89" y="6830007"/>
            <a:ext cx="57219" cy="185760"/>
          </a:xfrm>
          <a:custGeom xmlns:a="http://schemas.openxmlformats.org/drawingml/2006/main">
            <a:rect l="0" t="0" r="r" b="b"/>
            <a:pathLst>
              <a:path w="223" h="724">
                <a:moveTo>
                  <a:pt x="0" y="0"/>
                </a:moveTo>
                <a:lnTo>
                  <a:pt x="223" y="0"/>
                </a:lnTo>
                <a:lnTo>
                  <a:pt x="2" y="361"/>
                </a:lnTo>
                <a:lnTo>
                  <a:pt x="223" y="724"/>
                </a:lnTo>
                <a:lnTo>
                  <a:pt x="2" y="724"/>
                </a:lnTo>
                <a:lnTo>
                  <a:pt x="0" y="7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98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7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04D5C3-43D0-4E06-8303-EED7507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02" y="6830007"/>
            <a:ext cx="206041" cy="185760"/>
          </a:xfrm>
          <a:custGeom xmlns:a="http://schemas.openxmlformats.org/drawingml/2006/main">
            <a:rect l="0" t="0" r="r" b="b"/>
            <a:pathLst>
              <a:path w="803" h="724">
                <a:moveTo>
                  <a:pt x="221" y="179"/>
                </a:moveTo>
                <a:lnTo>
                  <a:pt x="221" y="383"/>
                </a:lnTo>
                <a:lnTo>
                  <a:pt x="523" y="383"/>
                </a:lnTo>
                <a:lnTo>
                  <a:pt x="543" y="382"/>
                </a:lnTo>
                <a:lnTo>
                  <a:pt x="560" y="374"/>
                </a:lnTo>
                <a:lnTo>
                  <a:pt x="573" y="361"/>
                </a:lnTo>
                <a:lnTo>
                  <a:pt x="583" y="346"/>
                </a:lnTo>
                <a:lnTo>
                  <a:pt x="589" y="329"/>
                </a:lnTo>
                <a:lnTo>
                  <a:pt x="594" y="310"/>
                </a:lnTo>
                <a:lnTo>
                  <a:pt x="596" y="292"/>
                </a:lnTo>
                <a:lnTo>
                  <a:pt x="596" y="256"/>
                </a:lnTo>
                <a:lnTo>
                  <a:pt x="592" y="233"/>
                </a:lnTo>
                <a:lnTo>
                  <a:pt x="586" y="215"/>
                </a:lnTo>
                <a:lnTo>
                  <a:pt x="574" y="200"/>
                </a:lnTo>
                <a:lnTo>
                  <a:pt x="558" y="188"/>
                </a:lnTo>
                <a:lnTo>
                  <a:pt x="533" y="182"/>
                </a:lnTo>
                <a:lnTo>
                  <a:pt x="504" y="179"/>
                </a:lnTo>
                <a:lnTo>
                  <a:pt x="221" y="179"/>
                </a:lnTo>
                <a:close/>
                <a:moveTo>
                  <a:pt x="221" y="0"/>
                </a:moveTo>
                <a:lnTo>
                  <a:pt x="540" y="0"/>
                </a:lnTo>
                <a:lnTo>
                  <a:pt x="589" y="2"/>
                </a:lnTo>
                <a:lnTo>
                  <a:pt x="633" y="8"/>
                </a:lnTo>
                <a:lnTo>
                  <a:pt x="670" y="18"/>
                </a:lnTo>
                <a:lnTo>
                  <a:pt x="702" y="33"/>
                </a:lnTo>
                <a:lnTo>
                  <a:pt x="729" y="49"/>
                </a:lnTo>
                <a:lnTo>
                  <a:pt x="750" y="70"/>
                </a:lnTo>
                <a:lnTo>
                  <a:pt x="768" y="93"/>
                </a:lnTo>
                <a:lnTo>
                  <a:pt x="781" y="120"/>
                </a:lnTo>
                <a:lnTo>
                  <a:pt x="791" y="149"/>
                </a:lnTo>
                <a:lnTo>
                  <a:pt x="798" y="180"/>
                </a:lnTo>
                <a:lnTo>
                  <a:pt x="803" y="213"/>
                </a:lnTo>
                <a:lnTo>
                  <a:pt x="803" y="247"/>
                </a:lnTo>
                <a:lnTo>
                  <a:pt x="803" y="333"/>
                </a:lnTo>
                <a:lnTo>
                  <a:pt x="803" y="361"/>
                </a:lnTo>
                <a:lnTo>
                  <a:pt x="798" y="392"/>
                </a:lnTo>
                <a:lnTo>
                  <a:pt x="791" y="421"/>
                </a:lnTo>
                <a:lnTo>
                  <a:pt x="781" y="449"/>
                </a:lnTo>
                <a:lnTo>
                  <a:pt x="768" y="475"/>
                </a:lnTo>
                <a:lnTo>
                  <a:pt x="750" y="500"/>
                </a:lnTo>
                <a:lnTo>
                  <a:pt x="729" y="521"/>
                </a:lnTo>
                <a:lnTo>
                  <a:pt x="704" y="539"/>
                </a:lnTo>
                <a:lnTo>
                  <a:pt x="673" y="552"/>
                </a:lnTo>
                <a:lnTo>
                  <a:pt x="638" y="560"/>
                </a:lnTo>
                <a:lnTo>
                  <a:pt x="597" y="564"/>
                </a:lnTo>
                <a:lnTo>
                  <a:pt x="221" y="564"/>
                </a:lnTo>
                <a:lnTo>
                  <a:pt x="221" y="724"/>
                </a:lnTo>
                <a:lnTo>
                  <a:pt x="221" y="724"/>
                </a:lnTo>
                <a:lnTo>
                  <a:pt x="0" y="361"/>
                </a:lnTo>
                <a:lnTo>
                  <a:pt x="221" y="0"/>
                </a:lnTo>
                <a:close/>
              </a:path>
            </a:pathLst>
          </a:custGeom>
          <a:solidFill xmlns:a="http://schemas.openxmlformats.org/drawingml/2006/main">
            <a:srgbClr val="C7D2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1FEF9C5-FE0D-4F71-BA75-6F78CC0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399" y="6830007"/>
            <a:ext cx="211172" cy="185760"/>
          </a:xfrm>
          <a:custGeom xmlns:a="http://schemas.openxmlformats.org/drawingml/2006/main">
            <a:rect l="0" t="0" r="r" b="b"/>
            <a:pathLst>
              <a:path w="823" h="724">
                <a:moveTo>
                  <a:pt x="0" y="0"/>
                </a:moveTo>
                <a:lnTo>
                  <a:pt x="223" y="0"/>
                </a:lnTo>
                <a:lnTo>
                  <a:pt x="601" y="438"/>
                </a:lnTo>
                <a:lnTo>
                  <a:pt x="601" y="0"/>
                </a:lnTo>
                <a:lnTo>
                  <a:pt x="601" y="0"/>
                </a:lnTo>
                <a:lnTo>
                  <a:pt x="823" y="361"/>
                </a:lnTo>
                <a:lnTo>
                  <a:pt x="601" y="724"/>
                </a:lnTo>
                <a:lnTo>
                  <a:pt x="223" y="287"/>
                </a:lnTo>
                <a:lnTo>
                  <a:pt x="223" y="724"/>
                </a:lnTo>
                <a:lnTo>
                  <a:pt x="0" y="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bae99782dfa949e3"/>
    <p:sldLayoutId xmlns:r="http://schemas.openxmlformats.org/officeDocument/2006/relationships" id="2147483655" r:id="Rd816e54ca8684378"/>
    <p:sldLayoutId xmlns:r="http://schemas.openxmlformats.org/officeDocument/2006/relationships" id="2147483656" r:id="R7d86c053f60447e3"/>
    <p:sldLayoutId xmlns:r="http://schemas.openxmlformats.org/officeDocument/2006/relationships" id="2147483657" r:id="R518792ecac3444cb"/>
    <p:sldLayoutId xmlns:r="http://schemas.openxmlformats.org/officeDocument/2006/relationships" id="2147483658" r:id="R3f46270835944e75"/>
    <p:sldLayoutId xmlns:r="http://schemas.openxmlformats.org/officeDocument/2006/relationships" id="2147483659" r:id="R79f79061045a41dd"/>
    <p:sldLayoutId xmlns:r="http://schemas.openxmlformats.org/officeDocument/2006/relationships" id="2147483660" r:id="Rd0aae10542244ae4"/>
    <p:sldLayoutId xmlns:r="http://schemas.openxmlformats.org/officeDocument/2006/relationships" id="2147483661" r:id="R49d8d09a79ca4bec"/>
    <p:sldLayoutId xmlns:r="http://schemas.openxmlformats.org/officeDocument/2006/relationships" id="2147483662" r:id="Re6c6b985bf4c4910"/>
    <p:sldLayoutId xmlns:r="http://schemas.openxmlformats.org/officeDocument/2006/relationships" id="2147483663" r:id="R0e88a91a679d4be2"/>
    <p:sldLayoutId xmlns:r="http://schemas.openxmlformats.org/officeDocument/2006/relationships" id="2147483664" r:id="Rf100036cadc54c2e"/>
    <p:sldLayoutId xmlns:r="http://schemas.openxmlformats.org/officeDocument/2006/relationships" id="2147483665" r:id="R3609dba1440044ca"/>
    <p:sldLayoutId xmlns:r="http://schemas.openxmlformats.org/officeDocument/2006/relationships" id="2147483666" r:id="R16725b6bb8584a2c"/>
    <p:sldLayoutId xmlns:r="http://schemas.openxmlformats.org/officeDocument/2006/relationships" id="2147483667" r:id="Rb45a23fc30734786"/>
    <p:sldLayoutId xmlns:r="http://schemas.openxmlformats.org/officeDocument/2006/relationships" id="2147483668" r:id="Rd8c77658a9bc4e5a"/>
    <p:sldLayoutId xmlns:r="http://schemas.openxmlformats.org/officeDocument/2006/relationships" id="2147483669" r:id="R58a2b6f0a2b74f2f"/>
    <p:sldLayoutId xmlns:r="http://schemas.openxmlformats.org/officeDocument/2006/relationships" id="2147483670" r:id="R2c2378fa4b7f4b52"/>
    <p:sldLayoutId xmlns:r="http://schemas.openxmlformats.org/officeDocument/2006/relationships" id="2147483671" r:id="Rae1b68ed76294760"/>
    <p:sldLayoutId xmlns:r="http://schemas.openxmlformats.org/officeDocument/2006/relationships" id="2147483672" r:id="R1ac6fa2a7870432d"/>
    <p:sldLayoutId xmlns:r="http://schemas.openxmlformats.org/officeDocument/2006/relationships" id="2147483673" r:id="R67cdf341533b453f"/>
    <p:sldLayoutId xmlns:r="http://schemas.openxmlformats.org/officeDocument/2006/relationships" id="2147483674" r:id="R9f479839648f46eb"/>
    <p:sldLayoutId xmlns:r="http://schemas.openxmlformats.org/officeDocument/2006/relationships" id="2147483675" r:id="R80158f86f4c74016"/>
    <p:sldLayoutId xmlns:r="http://schemas.openxmlformats.org/officeDocument/2006/relationships" id="2147483676" r:id="Red73092cf6584b5b"/>
  </p:sldLayoutIdLst>
  <p:hf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687" b="1" cap="all" spc="221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482163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964326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1446489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1928652" algn="r">
        <a:lnSpc>
          <a:spcPct val="85000"/>
        </a:lnSpc>
        <a:spcBef>
          <a:spcPts val="0"/>
        </a:spcBef>
        <a:spcAft>
          <a:spcPts val="0"/>
        </a:spcAft>
        <a:buNone/>
        <a:defRPr sz="2320" b="1">
          <a:solidFill>
            <a:schemeClr val="tx1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79138" indent="-179138" algn="l">
        <a:lnSpc>
          <a:spcPct val="100000"/>
        </a:lnSpc>
        <a:spcBef>
          <a:spcPts val="606"/>
        </a:spcBef>
        <a:spcAft>
          <a:spcPts val="79"/>
        </a:spcAft>
        <a:buChar char="•"/>
        <a:defRPr sz="2320" b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359949" indent="-180811" algn="l">
        <a:lnSpc>
          <a:spcPct val="100000"/>
        </a:lnSpc>
        <a:spcBef>
          <a:spcPts val="606"/>
        </a:spcBef>
        <a:spcAft>
          <a:spcPts val="79"/>
        </a:spcAft>
        <a:buChar char="−"/>
        <a:defRPr sz="2109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L="539085" indent="-179138" algn="l">
        <a:lnSpc>
          <a:spcPct val="100000"/>
        </a:lnSpc>
        <a:spcBef>
          <a:spcPts val="606"/>
        </a:spcBef>
        <a:spcAft>
          <a:spcPts val="79"/>
        </a:spcAft>
        <a:buChar char="§"/>
        <a:defRPr sz="1898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L="726593" indent="-187508" algn="l">
        <a:lnSpc>
          <a:spcPct val="100000"/>
        </a:lnSpc>
        <a:spcBef>
          <a:spcPts val="606"/>
        </a:spcBef>
        <a:spcAft>
          <a:spcPts val="79"/>
        </a:spcAft>
        <a:buChar char="•"/>
        <a:defRPr sz="1687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L="907404" indent="-180811" algn="l">
        <a:lnSpc>
          <a:spcPct val="100000"/>
        </a:lnSpc>
        <a:spcBef>
          <a:spcPts val="606"/>
        </a:spcBef>
        <a:spcAft>
          <a:spcPts val="79"/>
        </a:spcAft>
        <a:buChar char="−"/>
        <a:defRPr sz="1476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L="2352220" indent="-165744" algn="l">
        <a:spcBef>
          <a:spcPts val="0"/>
        </a:spcBef>
        <a:spcAft>
          <a:spcPts val="0"/>
        </a:spcAft>
        <a:buChar char="►"/>
        <a:defRPr sz="1476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2834383" indent="-165744" algn="l">
        <a:spcBef>
          <a:spcPts val="0"/>
        </a:spcBef>
        <a:spcAft>
          <a:spcPts val="0"/>
        </a:spcAft>
        <a:buChar char="►"/>
        <a:defRPr sz="1476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3316546" indent="-165744" algn="l">
        <a:spcBef>
          <a:spcPts val="0"/>
        </a:spcBef>
        <a:spcAft>
          <a:spcPts val="0"/>
        </a:spcAft>
        <a:buChar char="►"/>
        <a:defRPr sz="1476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3798709" indent="-165744" algn="l">
        <a:spcBef>
          <a:spcPts val="0"/>
        </a:spcBef>
        <a:spcAft>
          <a:spcPts val="0"/>
        </a:spcAft>
        <a:buChar char="►"/>
        <a:defRPr sz="1476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82163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64326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446489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28652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410816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92979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375142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57305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7A98B85E-35C2-4E85-954C-A51D087E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528"/>
            <a:ext cx="12858750" cy="205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38" cap="all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8" r:id="Rdf2d800ce274475f"/>
  </p:sldLayoutIdLst>
  <p:hf hdr="0" ftr="0" dt="0"/>
  <p:txStyles>
    <p:titleStyle>
      <a:lvl1pPr xmlns:a="http://schemas.openxmlformats.org/drawingml/2006/main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82163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64326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446489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928652" algn="ctr">
        <a:spcBef>
          <a:spcPts val="0"/>
        </a:spcBef>
        <a:spcAft>
          <a:spcPts val="0"/>
        </a:spcAft>
        <a:buNone/>
        <a:defRPr sz="464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361622" indent="-361622" algn="l">
        <a:spcBef>
          <a:spcPts val="0"/>
        </a:spcBef>
        <a:spcAft>
          <a:spcPts val="0"/>
        </a:spcAft>
        <a:buChar char="•"/>
        <a:defRPr sz="3375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83515" indent="-301352" algn="l">
        <a:spcBef>
          <a:spcPts val="0"/>
        </a:spcBef>
        <a:spcAft>
          <a:spcPts val="0"/>
        </a:spcAft>
        <a:buChar char="–"/>
        <a:defRPr sz="2953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205408" indent="-241082" algn="l">
        <a:spcBef>
          <a:spcPts val="0"/>
        </a:spcBef>
        <a:spcAft>
          <a:spcPts val="0"/>
        </a:spcAft>
        <a:buChar char="•"/>
        <a:defRPr sz="2531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87571" indent="-241082" algn="l">
        <a:spcBef>
          <a:spcPts val="0"/>
        </a:spcBef>
        <a:spcAft>
          <a:spcPts val="0"/>
        </a:spcAft>
        <a:buChar char="–"/>
        <a:defRPr sz="2109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69734" indent="-241082" algn="l">
        <a:spcBef>
          <a:spcPts val="0"/>
        </a:spcBef>
        <a:spcAft>
          <a:spcPts val="0"/>
        </a:spcAft>
        <a:buChar char="»"/>
        <a:defRPr sz="2109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651897" indent="-241082" algn="l">
        <a:spcBef>
          <a:spcPts val="0"/>
        </a:spcBef>
        <a:spcAft>
          <a:spcPts val="0"/>
        </a:spcAft>
        <a:buChar char="»"/>
        <a:defRPr sz="210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134060" indent="-241082" algn="l">
        <a:spcBef>
          <a:spcPts val="0"/>
        </a:spcBef>
        <a:spcAft>
          <a:spcPts val="0"/>
        </a:spcAft>
        <a:buChar char="»"/>
        <a:defRPr sz="210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616223" indent="-241082" algn="l">
        <a:spcBef>
          <a:spcPts val="0"/>
        </a:spcBef>
        <a:spcAft>
          <a:spcPts val="0"/>
        </a:spcAft>
        <a:buChar char="»"/>
        <a:defRPr sz="210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098387" indent="-241082" algn="l">
        <a:spcBef>
          <a:spcPts val="0"/>
        </a:spcBef>
        <a:spcAft>
          <a:spcPts val="0"/>
        </a:spcAft>
        <a:buChar char="»"/>
        <a:defRPr sz="2109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82163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64326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446489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28652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410816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92979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375142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57305" algn="l">
        <a:buNone/>
        <a:defRPr sz="1898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5_第一PPT，www.1ppt.com">
  <a:themeElements>
    <a:clrScheme name="自定义 1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D00"/>
      </a:accent1>
      <a:accent2>
        <a:srgbClr val="18191C"/>
      </a:accent2>
      <a:accent3>
        <a:srgbClr val="FFBD00"/>
      </a:accent3>
      <a:accent4>
        <a:srgbClr val="18191C"/>
      </a:accent4>
      <a:accent5>
        <a:srgbClr val="FFBD00"/>
      </a:accent5>
      <a:accent6>
        <a:srgbClr val="18191C"/>
      </a:accent6>
      <a:hlink>
        <a:srgbClr val="FFBD00"/>
      </a:hlink>
      <a:folHlink>
        <a:srgbClr val="18191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20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第一PPT，www.1ppt.com">
  <a:themeElements>
    <a:clrScheme name="自定义 1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D00"/>
      </a:accent1>
      <a:accent2>
        <a:srgbClr val="18191C"/>
      </a:accent2>
      <a:accent3>
        <a:srgbClr val="FFBD00"/>
      </a:accent3>
      <a:accent4>
        <a:srgbClr val="18191C"/>
      </a:accent4>
      <a:accent5>
        <a:srgbClr val="FFBD00"/>
      </a:accent5>
      <a:accent6>
        <a:srgbClr val="18191C"/>
      </a:accent6>
      <a:hlink>
        <a:srgbClr val="FFBD00"/>
      </a:hlink>
      <a:folHlink>
        <a:srgbClr val="18191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20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Master Content Slide">
  <a:themeElements>
    <a:clrScheme name="DEC NXP color pallete">
      <a:dk1>
        <a:srgbClr val="000000"/>
      </a:dk1>
      <a:lt1>
        <a:sysClr val="window" lastClr="FFFFFF"/>
      </a:lt1>
      <a:dk2>
        <a:srgbClr val="DADADA"/>
      </a:dk2>
      <a:lt2>
        <a:srgbClr val="FFFFFF"/>
      </a:lt2>
      <a:accent1>
        <a:srgbClr val="4FABE3"/>
      </a:accent1>
      <a:accent2>
        <a:srgbClr val="1A48AA"/>
      </a:accent2>
      <a:accent3>
        <a:srgbClr val="97B81E"/>
      </a:accent3>
      <a:accent4>
        <a:srgbClr val="FF9B09"/>
      </a:accent4>
      <a:accent5>
        <a:srgbClr val="58595B"/>
      </a:accent5>
      <a:accent6>
        <a:srgbClr val="001B46"/>
      </a:accent6>
      <a:hlink>
        <a:srgbClr val="4FABE3"/>
      </a:hlink>
      <a:folHlink>
        <a:srgbClr val="4FABE3"/>
      </a:folHlink>
    </a:clrScheme>
    <a:fontScheme name="Master_PPT_Confident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C NXP color pallet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Logo Slide">
  <a:themeElements>
    <a:clrScheme name="DEC NXP color pallete">
      <a:dk1>
        <a:srgbClr val="000000"/>
      </a:dk1>
      <a:lt1>
        <a:sysClr val="window" lastClr="FFFFFF"/>
      </a:lt1>
      <a:dk2>
        <a:srgbClr val="DADADA"/>
      </a:dk2>
      <a:lt2>
        <a:srgbClr val="FFFFFF"/>
      </a:lt2>
      <a:accent1>
        <a:srgbClr val="4FABE3"/>
      </a:accent1>
      <a:accent2>
        <a:srgbClr val="1A48AA"/>
      </a:accent2>
      <a:accent3>
        <a:srgbClr val="97B81E"/>
      </a:accent3>
      <a:accent4>
        <a:srgbClr val="FF9B09"/>
      </a:accent4>
      <a:accent5>
        <a:srgbClr val="58595B"/>
      </a:accent5>
      <a:accent6>
        <a:srgbClr val="001B46"/>
      </a:accent6>
      <a:hlink>
        <a:srgbClr val="4FABE3"/>
      </a:hlink>
      <a:folHlink>
        <a:srgbClr val="4FABE3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C NXP color pallet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2802044e0e1a4a61" /><Relationship Type="http://schemas.openxmlformats.org/officeDocument/2006/relationships/image" Target="/ppt/media/image.png" Id="R1f12b8cf994b4b71" /><Relationship Type="http://schemas.openxmlformats.org/officeDocument/2006/relationships/notesSlide" Target="/ppt/notesSlides/notesSlide1.xml" Id="R6302e251f41242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a61abe1ee0974d9a" /><Relationship Type="http://schemas.openxmlformats.org/officeDocument/2006/relationships/notesSlide" Target="/ppt/notesSlides/notesSlide2.xml" Id="Rd4fe0d07505045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cac18802b41240a4" /><Relationship Type="http://schemas.openxmlformats.org/officeDocument/2006/relationships/notesSlide" Target="/ppt/notesSlides/notesSlide3.xml" Id="Rf924f876038a46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888B1C3-59A1-42AD-9B26-52BCF157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9" y="109999"/>
            <a:ext cx="9157165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Dual-Track Inductive Encoder based on MCXA34x</a:t>
            </a:r>
          </a:p>
        </p:txBody>
      </p:sp>
      <p:pic>
        <p:nvPicPr>
          <p:cNvPr id="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2b8cf994b4b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4447" y="775249"/>
            <a:ext cx="5653640" cy="5145331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0507027-E95C-405A-8449-E1A12A9A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Advantages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FAF7EB1-B70A-456C-ACB1-72BA5A8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62050"/>
            <a:ext cx="638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Ultra-thin hollow-shaft PCB form factor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16/15 Vernier dual-track absolute angle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High immunity to magnetic field interference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858665A-A640-493A-8933-12DFDB3D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9552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Features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5D04FE3-85D8-4621-9A98-10CB1F7C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0"/>
            <a:ext cx="6572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Dual AS5715R paths for 16-cycle and 15-cycle tracks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4-channel synchronous LPADC sampling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Offset, gain, phase and ellipse correction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atan2 phase extraction and Vernier branch solve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Type-II software PLL with velocity output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Flash calibration with CRC and fallback defaults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T-Format, BiSS-C and FreeMASTER support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9F703A4-CEE6-4648-832C-2B33E728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Applications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7FB9A10-556F-4E08-B671-4308368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00700"/>
            <a:ext cx="638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Robotic joint modules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Heavy-load gimbals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Servo motors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Automotive actuators (EMB, SBW)</a:t>
            </a:r>
          </a:p>
        </p:txBody>
      </p:sp>
      <p:sp>
        <p:nvSpPr>
          <p:cNvPr id="16" name="V2 diagram cover">
            <a:extLst xmlns:a="http://schemas.openxmlformats.org/drawingml/2006/main">
              <a:ext uri="{FF2B5EF4-FFF2-40B4-BE49-F238E27FC236}">
                <a16:creationId xmlns:a16="http://schemas.microsoft.com/office/drawing/2014/main" id="{42564551-7D89-4E6E-BB28-CA15B7A4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14375"/>
            <a:ext cx="321945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V2 diagram old motor line cover">
            <a:extLst xmlns:a="http://schemas.openxmlformats.org/drawingml/2006/main">
              <a:ext uri="{FF2B5EF4-FFF2-40B4-BE49-F238E27FC236}">
                <a16:creationId xmlns:a16="http://schemas.microsoft.com/office/drawing/2014/main" id="{72970125-8930-47D2-90A3-93781F7D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V2 diagram old motor arrow cover">
            <a:extLst xmlns:a="http://schemas.openxmlformats.org/drawingml/2006/main">
              <a:ext uri="{FF2B5EF4-FFF2-40B4-BE49-F238E27FC236}">
                <a16:creationId xmlns:a16="http://schemas.microsoft.com/office/drawing/2014/main" id="{1370E6EB-5550-4C8E-A376-1589DB44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95825"/>
            <a:ext cx="457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V2 block dual coil">
            <a:extLst xmlns:a="http://schemas.openxmlformats.org/drawingml/2006/main">
              <a:ext uri="{FF2B5EF4-FFF2-40B4-BE49-F238E27FC236}">
                <a16:creationId xmlns:a16="http://schemas.microsoft.com/office/drawing/2014/main" id="{AB3B3C1F-66E1-4797-BA02-73673B1F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9525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EA"/>
          </a:solidFill>
          <a:ln xmlns:a="http://schemas.openxmlformats.org/drawingml/2006/main" w="13335">
            <a:solidFill>
              <a:srgbClr val="6F6A91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Dual RX coil PCB / rotor</a:t>
            </a:r>
          </a:p>
        </p:txBody>
      </p:sp>
      <p:sp>
        <p:nvSpPr>
          <p:cNvPr id="20" name="V2 block track A1">
            <a:extLst xmlns:a="http://schemas.openxmlformats.org/drawingml/2006/main">
              <a:ext uri="{FF2B5EF4-FFF2-40B4-BE49-F238E27FC236}">
                <a16:creationId xmlns:a16="http://schemas.microsoft.com/office/drawing/2014/main" id="{9CD684CA-D318-4E78-8E5D-FF43C99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11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13335">
            <a:solidFill>
              <a:srgbClr val="7DB2DB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 A1</a:t>
            </a:r>
          </a:p>
          <a:p xmlns:a="http://schemas.openxmlformats.org/drawingml/2006/main">
            <a:pPr algn="ctr">
              <a:buNone/>
              <a:defRPr sz="86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16-cycle sin/cos</a:t>
            </a:r>
          </a:p>
          <a:p xmlns:a="http://schemas.openxmlformats.org/drawingml/2006/main">
            <a:pPr algn="ctr">
              <a:buNone/>
              <a:defRPr sz="86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AS5715R #1</a:t>
            </a:r>
          </a:p>
        </p:txBody>
      </p:sp>
      <p:sp>
        <p:nvSpPr>
          <p:cNvPr id="21" name="V2 block track A2">
            <a:extLst xmlns:a="http://schemas.openxmlformats.org/drawingml/2006/main">
              <a:ext uri="{FF2B5EF4-FFF2-40B4-BE49-F238E27FC236}">
                <a16:creationId xmlns:a16="http://schemas.microsoft.com/office/drawing/2014/main" id="{DD4E18D8-46C0-4FAF-B06A-BA8B05C7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13335">
            <a:solidFill>
              <a:srgbClr val="7DB2DB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 A2</a:t>
            </a:r>
          </a:p>
          <a:p xmlns:a="http://schemas.openxmlformats.org/drawingml/2006/main">
            <a:pPr algn="ctr">
              <a:buNone/>
              <a:defRPr sz="86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15-cycle sin/cos</a:t>
            </a:r>
          </a:p>
          <a:p xmlns:a="http://schemas.openxmlformats.org/drawingml/2006/main">
            <a:pPr algn="ctr">
              <a:buNone/>
              <a:defRPr sz="86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AS5715R #2</a:t>
            </a:r>
          </a:p>
        </p:txBody>
      </p:sp>
      <p:sp>
        <p:nvSpPr>
          <p:cNvPr id="22" name="V2 block analog front end">
            <a:extLst xmlns:a="http://schemas.openxmlformats.org/drawingml/2006/main">
              <a:ext uri="{FF2B5EF4-FFF2-40B4-BE49-F238E27FC236}">
                <a16:creationId xmlns:a16="http://schemas.microsoft.com/office/drawing/2014/main" id="{9EFA31EB-80FD-494C-8E41-269859D6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2324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D"/>
          </a:solidFill>
          <a:ln xmlns:a="http://schemas.openxmlformats.org/drawingml/2006/main" w="13335">
            <a:solidFill>
              <a:srgbClr val="FFA015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RC filter / OPA / TLV9062</a:t>
            </a:r>
          </a:p>
        </p:txBody>
      </p:sp>
      <p:sp>
        <p:nvSpPr>
          <p:cNvPr id="23" name="V2 block MCXA344">
            <a:extLst xmlns:a="http://schemas.openxmlformats.org/drawingml/2006/main">
              <a:ext uri="{FF2B5EF4-FFF2-40B4-BE49-F238E27FC236}">
                <a16:creationId xmlns:a16="http://schemas.microsoft.com/office/drawing/2014/main" id="{0C724E95-C4CC-44B0-99E5-74720D62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13335">
            <a:solidFill>
              <a:srgbClr val="7DB2DB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MCXA344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sync LPADC0/1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atan2 + 16/15 Vernier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Type-II PLL</a:t>
            </a:r>
          </a:p>
        </p:txBody>
      </p:sp>
      <p:sp>
        <p:nvSpPr>
          <p:cNvPr id="24" name="V2 block output protocols">
            <a:extLst xmlns:a="http://schemas.openxmlformats.org/drawingml/2006/main">
              <a:ext uri="{FF2B5EF4-FFF2-40B4-BE49-F238E27FC236}">
                <a16:creationId xmlns:a16="http://schemas.microsoft.com/office/drawing/2014/main" id="{07063AEC-C8AE-47E9-AD49-EC78689A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00550"/>
            <a:ext cx="2552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3"/>
          </a:solidFill>
          <a:ln xmlns:a="http://schemas.openxmlformats.org/drawingml/2006/main" w="13335">
            <a:solidFill>
              <a:srgbClr val="73983E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T-Format / BiSS-C / FreeMASTER</a:t>
            </a:r>
          </a:p>
        </p:txBody>
      </p:sp>
      <p:sp>
        <p:nvSpPr>
          <p:cNvPr id="25" name="V2 block host">
            <a:extLst xmlns:a="http://schemas.openxmlformats.org/drawingml/2006/main">
              <a:ext uri="{FF2B5EF4-FFF2-40B4-BE49-F238E27FC236}">
                <a16:creationId xmlns:a16="http://schemas.microsoft.com/office/drawing/2014/main" id="{9E698D03-2FC8-4ADE-BF5F-21AA60A8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24450"/>
            <a:ext cx="255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EA"/>
          </a:solidFill>
          <a:ln xmlns:a="http://schemas.openxmlformats.org/drawingml/2006/main" w="13335">
            <a:solidFill>
              <a:srgbClr val="6F6A91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Motor Driver / PLC / Host</a:t>
            </a:r>
          </a:p>
        </p:txBody>
      </p:sp>
      <p:cxnSp>
        <p:nvCxnSpPr>
          <p:cNvPr id="26" name="连接符: 肘形 25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7934325" y="1390650"/>
            <a:ext cx="752475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906">
            <a:solidFill>
              <a:srgbClr val="4A4A4A"/>
            </a:solidFill>
            <a:prstDash val="solid"/>
          </a:ln>
        </p:spPr>
      </p:cxnSp>
      <p:cxnSp>
        <p:nvCxnSpPr>
          <p:cNvPr id="27" name="连接符: 肘形 26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686800" y="1390650"/>
            <a:ext cx="752475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906">
            <a:solidFill>
              <a:srgbClr val="4A4A4A"/>
            </a:solidFill>
            <a:prstDash val="solid"/>
          </a:ln>
        </p:spPr>
      </p:cxnSp>
      <p:cxnSp>
        <p:nvCxnSpPr>
          <p:cNvPr id="28" name="直接箭头连接符 27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7934325" y="2247900"/>
            <a:ext cx="75247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4A4A4A"/>
            </a:solidFill>
            <a:prstDash val="solid"/>
          </a:ln>
        </p:spPr>
      </p:cxnSp>
      <p:cxnSp>
        <p:nvCxnSpPr>
          <p:cNvPr id="29" name="直接箭头连接符 28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8686800" y="2247900"/>
            <a:ext cx="75247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4A4A4A"/>
            </a:solidFill>
            <a:prstDash val="solid"/>
          </a:ln>
        </p:spPr>
      </p:cxnSp>
      <p:cxnSp>
        <p:nvCxnSpPr>
          <p:cNvPr id="30" name="直接箭头连接符 29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686800" y="29146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4A4A4A"/>
            </a:solidFill>
            <a:prstDash val="solid"/>
          </a:ln>
        </p:spPr>
      </p:cxnSp>
      <p:cxnSp>
        <p:nvCxnSpPr>
          <p:cNvPr id="31" name="直接箭头连接符 30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686800" y="41338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4A4A4A"/>
            </a:solidFill>
            <a:prstDash val="solid"/>
          </a:ln>
        </p:spPr>
      </p:cxnSp>
      <p:cxnSp>
        <p:nvCxnSpPr>
          <p:cNvPr id="32" name="直接箭头连接符 31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686800" y="48387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4A4A4A"/>
            </a:solidFill>
            <a:prstDash val="solid"/>
          </a:ln>
        </p:spPr>
      </p:cxn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DB20F91-E2CF-42FC-BF91-25FA42EE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239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A2583F4-BDC7-486C-A518-A4038666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383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5EF8BF8-6258-4371-9A95-7ED3E21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383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8A89ADE9-E07B-4481-86C2-F0662956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E472510-D72F-4431-B5F2-DD06571C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993BB97-AEED-4E3F-8FE8-4BE66EE7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672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0" name="Theme sentence">
            <a:extLst xmlns:a="http://schemas.openxmlformats.org/drawingml/2006/main">
              <a:ext uri="{FF2B5EF4-FFF2-40B4-BE49-F238E27FC236}">
                <a16:creationId xmlns:a16="http://schemas.microsoft.com/office/drawing/2014/main" id="{9CCB74BB-690D-4403-A35A-0A4A1191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334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Compact hollow-shaft hardware with 16/15 Vernier absolute-angle output</a:t>
            </a:r>
          </a:p>
        </p:txBody>
      </p:sp>
    </p:spTree>
    <p:extLst>
      <p:ext uri="{BB962C8B-B14F-4D97-AF65-F5344CB8AC3E}">
        <p14:creationId xmlns:p14="http://schemas.microsoft.com/office/powerpoint/2010/main" val="30884040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0907297-FB31-4184-9466-3C8C4C31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9" y="109999"/>
            <a:ext cx="9157165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00000"/>
                </a:solidFill>
              </a:rPr>
              <a:t>Second-Generation Dual-Track Encoder Principle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2E550B9-DB8A-4383-A089-CEBDE18F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38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00000"/>
                </a:solidFill>
              </a:rPr>
              <a:t>Upgrade Concept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33CBA12-F236-482E-AA9B-32D814F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6205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Two sensing tracks on one rotor-stator set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3DFCD9-4A62-47EC-9D5B-4ED5ED68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5732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16-cycle track provides fine electrical phase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113B65E-D7EE-4575-80C3-16C6703F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5260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15-cycle track resolves the absolute branch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74064E2-23CB-433F-A51D-062C30DF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764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00000"/>
                </a:solidFill>
              </a:rPr>
              <a:t>Vernier Angle Synthesis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9872F3C-2FAA-4583-8F83-24738305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032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phi16 - phi15 changes once across a full turn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B7F4456-F73E-4659-9881-9670DBE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89560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phi16 refines the sub-cycle position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E1E1E8-C2BF-4EBD-902D-FB92ED5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9087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Absolute 0-360° angle without magnet or gear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842002-D0DD-42BD-B0E8-9AB7379B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147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00000"/>
                </a:solidFill>
              </a:rPr>
              <a:t>System Benefit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12E1A25-CACC-4F8F-A2A2-3EA6E11E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3860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16-bit single-turn output for servo-class feedback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A5CF86D-9B34-4B95-8084-B51FB871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3387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Branch-slip guard improves single-frame glitch immunity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E04E032-EC48-49A0-904C-C837867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2915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Multi-turn accumulation remains firmware-managed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59A7B4D-7393-49A6-BF1E-2781BC2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EA"/>
          </a:solidFill>
          <a:ln xmlns:a="http://schemas.openxmlformats.org/drawingml/2006/main" w="15240">
            <a:solidFill>
              <a:srgbClr val="6F6A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00000"/>
                </a:solidFill>
              </a:rPr>
              <a:t>Dual RX coil PCB</a:t>
            </a:r>
          </a:p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000000"/>
                </a:solidFill>
              </a:rPr>
              <a:t>16-cycle + 15-cycle</a:t>
            </a:r>
          </a:p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000000"/>
                </a:solidFill>
              </a:rPr>
              <a:t>tracks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0D4EA8A-DB93-48C7-8D9F-949E8F97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1915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3"/>
          </a:solidFill>
          <a:ln xmlns:a="http://schemas.openxmlformats.org/drawingml/2006/main" w="15240">
            <a:solidFill>
              <a:srgbClr val="7398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00000"/>
                </a:solidFill>
              </a:rPr>
              <a:t>Rotor target</a:t>
            </a:r>
          </a:p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000000"/>
                </a:solidFill>
              </a:rPr>
              <a:t>single mechanical</a:t>
            </a:r>
          </a:p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000000"/>
                </a:solidFill>
              </a:rPr>
              <a:t>turn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A96328-48A9-40B7-8DDF-3F6654F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9810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000000"/>
                </a:solidFill>
              </a:rPr>
              <a:t>↔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0C434-1CB4-4479-BFFB-24DC9B03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509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F515666-1B1B-40F8-9CEE-96E8683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62100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00000"/>
                </a:solidFill>
              </a:rPr>
              <a:t>Second-generation sensing principle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9DA0E5A-4599-4A94-9A2A-01732270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2428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15240">
            <a:solidFill>
              <a:srgbClr val="7DB2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</a:rPr>
              <a:t>Track A1</a:t>
            </a:r>
          </a:p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</a:rPr>
              <a:t>16 electrical cycles</a:t>
            </a:r>
          </a:p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</a:rPr>
              <a:t>sin16 / cos16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8385628-7E1E-4172-A6BC-BFF393BE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52625"/>
            <a:ext cx="2428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3"/>
          </a:solidFill>
          <a:ln xmlns:a="http://schemas.openxmlformats.org/drawingml/2006/main" w="15240">
            <a:solidFill>
              <a:srgbClr val="7398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</a:rPr>
              <a:t>Track A2</a:t>
            </a:r>
          </a:p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</a:rPr>
              <a:t>15 electrical cycles</a:t>
            </a:r>
          </a:p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</a:rPr>
              <a:t>sin15 / cos15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D96BC9-06A5-4EFA-9D9E-F1D81368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97470F-F584-4CD8-8BB4-F17EB00C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81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271A8BC-C397-4F59-B885-2973A42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90875"/>
            <a:ext cx="4238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D"/>
          </a:solidFill>
          <a:ln xmlns:a="http://schemas.openxmlformats.org/drawingml/2006/main" w="15240">
            <a:solidFill>
              <a:srgbClr val="FFA0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00000"/>
                </a:solidFill>
              </a:rPr>
              <a:t>MCXA344 analog front end</a:t>
            </a:r>
          </a:p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</a:rPr>
              <a:t>OPA / TLV9062 + synchronized LPADC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BF70C7-CEF2-470A-8277-9E1BC16F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76675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0A091A3-F71C-406D-903E-711105BB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38625"/>
            <a:ext cx="4619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EA"/>
          </a:solidFill>
          <a:ln xmlns:a="http://schemas.openxmlformats.org/drawingml/2006/main" w="15240">
            <a:solidFill>
              <a:srgbClr val="6F6A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000000"/>
                </a:solidFill>
              </a:rPr>
              <a:t>Vernier absolute-angle solve</a:t>
            </a:r>
          </a:p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000000"/>
                </a:solidFill>
              </a:rPr>
              <a:t>coarse = wrap(phi16 - phi15)</a:t>
            </a:r>
          </a:p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000000"/>
                </a:solidFill>
              </a:rPr>
              <a:t>angle = coarse + (phi16 - 16·coarse) / 16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C23E142-C2F1-445A-82E9-159EB32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816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BF6AC4A-632D-4393-B509-A9915487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72125"/>
            <a:ext cx="3952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3"/>
          </a:solidFill>
          <a:ln xmlns:a="http://schemas.openxmlformats.org/drawingml/2006/main" w="15240">
            <a:solidFill>
              <a:srgbClr val="7398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00000"/>
                </a:solidFill>
              </a:rPr>
              <a:t>16-bit single-turn absolute angle</a:t>
            </a:r>
          </a:p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000000"/>
                </a:solidFill>
              </a:rPr>
              <a:t>plus RAM multi-turn accumulation</a:t>
            </a:r>
          </a:p>
        </p:txBody>
      </p:sp>
      <p:sp>
        <p:nvSpPr>
          <p:cNvPr id="31" name="Theme sentence">
            <a:extLst xmlns:a="http://schemas.openxmlformats.org/drawingml/2006/main">
              <a:ext uri="{FF2B5EF4-FFF2-40B4-BE49-F238E27FC236}">
                <a16:creationId xmlns:a16="http://schemas.microsoft.com/office/drawing/2014/main" id="{BE1147F4-E7BD-4CBF-9D2C-C94C130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334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Two electrical tracks resolve both fine phase and absolute branch in one turn</a:t>
            </a:r>
          </a:p>
        </p:txBody>
      </p:sp>
    </p:spTree>
    <p:extLst>
      <p:ext uri="{BB962C8B-B14F-4D97-AF65-F5344CB8AC3E}">
        <p14:creationId xmlns:p14="http://schemas.microsoft.com/office/powerpoint/2010/main" val="1804662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35A44CE-727E-439F-B89D-E8ADBA82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9" y="109999"/>
            <a:ext cx="9157165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00000"/>
                </a:solidFill>
              </a:rPr>
              <a:t>Second-Generation Decoding 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269312-4F4F-468C-AF04-88767B92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38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00000"/>
                </a:solidFill>
              </a:rPr>
              <a:t>Signal Path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9B04E70-A35F-4907-B606-CB74B26F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6205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Four ADC channels capture A1/A2 sin/cos pairs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E91B47F-9610-4B19-A2D4-928906D5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5732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Offset, gain and phase errors are calibrated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2161EE9-5742-4A3B-AEDB-B8BD1EA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5260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atan2 converts normalized vectors to track phase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B7DDEE-FD72-4E5B-81A9-91E8D625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764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00000"/>
                </a:solidFill>
              </a:rPr>
              <a:t>Stability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04EF890-DE21-44A5-97C7-CBC9827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032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Type-II software PLL publishes a low-noise angle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ADF7C7-98EF-41D6-8842-DB3818A7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89560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Velocity estimate is generated inside the tracker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B553B8-9F36-4714-8E89-664FDD4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9087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Output hysteresis suppresses static display jitter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3689195-4C10-4455-A20B-4A0D204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147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00000"/>
                </a:solidFill>
              </a:rPr>
              <a:t>Production Readiness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8AFA2FB-89B1-43DA-B442-DEDBBB8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3860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Flash calibration storage with CRC and fallback defaults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51655D-70D4-42C2-8A26-4E524D8A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3387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Runtime trim compensates amplitude drift over a revolution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B9C2BA2-1119-4A52-8286-B812C5EE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2915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000000"/>
                </a:solidFill>
              </a:rPr>
              <a:t>Ø  Status bits report weak tracks, ADC rail and mismatch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B7729F8-FA85-4C0B-932B-4CFABD3E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8286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15240">
            <a:solidFill>
              <a:srgbClr val="7DB2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4-channel LPADC</a:t>
            </a:r>
          </a:p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A1/A2 sine and cosine sampled synchronously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7E1D576-CA56-4824-A785-DC4F676F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33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BEB1B40-2155-4056-9994-099CAB50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D"/>
          </a:solidFill>
          <a:ln xmlns:a="http://schemas.openxmlformats.org/drawingml/2006/main" w="15240">
            <a:solidFill>
              <a:srgbClr val="FFA0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Ellipse correction</a:t>
            </a:r>
          </a:p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center removal + T matrix normalization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B138E39-8983-4E7E-B8F9-A5CC3186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3710C41-2F4D-47EF-ACB2-F959437F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050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15240">
            <a:solidFill>
              <a:srgbClr val="7DB2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atan2 phase extraction</a:t>
            </a:r>
          </a:p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phi16 and phi15 per sample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2E9F7FE-E87D-4E9F-8115-FBD0952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6895B39-ECFE-49C1-A984-7E9217A5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432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EA"/>
          </a:solidFill>
          <a:ln xmlns:a="http://schemas.openxmlformats.org/drawingml/2006/main" w="15240">
            <a:solidFill>
              <a:srgbClr val="6F6A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16/15 Vernier solver</a:t>
            </a:r>
          </a:p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branch selection + fine-angle refinement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8A7DB0-9A86-4CC5-8563-F2113933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48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7BE0C15-43D3-444A-A6D6-A1D99D91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814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3"/>
          </a:solidFill>
          <a:ln xmlns:a="http://schemas.openxmlformats.org/drawingml/2006/main" w="15240">
            <a:solidFill>
              <a:srgbClr val="7398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Type-II tracking observer</a:t>
            </a:r>
          </a:p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stable angle and velocity output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D25252D-2781-4351-A97B-F98CD5BB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863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0A2228A-CF32-491F-91EB-C23C47D1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196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EA"/>
          </a:solidFill>
          <a:ln xmlns:a="http://schemas.openxmlformats.org/drawingml/2006/main" w="15240">
            <a:solidFill>
              <a:srgbClr val="6F6A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Published results</a:t>
            </a:r>
          </a:p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000000"/>
                </a:solidFill>
              </a:rPr>
              <a:t>angle_counts, multi_turn_deg, status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E7D1AF0-5167-426C-ACCF-1D81A11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43125"/>
            <a:ext cx="121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5240">
            <a:solidFill>
              <a:srgbClr val="B7B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Factory</a:t>
            </a:r>
          </a:p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calibration</a:t>
            </a:r>
          </a:p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center, ellipse,</a:t>
            </a:r>
          </a:p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zero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867AB4B-A4E5-40FE-BD10-2F76FE01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43125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5240">
            <a:solidFill>
              <a:srgbClr val="B7B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Runtime trim</a:t>
            </a:r>
          </a:p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mag window +</a:t>
            </a:r>
          </a:p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AGC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8FA7A0B-D4F6-401D-A17E-050DC295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57625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5240">
            <a:solidFill>
              <a:srgbClr val="B7B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Diagnostics</a:t>
            </a:r>
          </a:p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weak / rail /</a:t>
            </a:r>
          </a:p>
          <a:p xmlns:a="http://schemas.openxmlformats.org/drawingml/2006/main">
            <a:pPr algn="ctr">
              <a:buNone/>
            </a:pPr>
            <a:r>
              <a:rPr sz="900" b="0">
                <a:solidFill>
                  <a:srgbClr val="000000"/>
                </a:solidFill>
              </a:rPr>
              <a:t>mismatch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0D17C45-1E49-4923-AF32-4682EC75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05075"/>
            <a:ext cx="4381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7668222-AE7B-4A65-BF30-5B20E511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05075"/>
            <a:ext cx="571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B01CABD-4555-481F-95DE-40D1C406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19575"/>
            <a:ext cx="571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heme sentence">
            <a:extLst xmlns:a="http://schemas.openxmlformats.org/drawingml/2006/main">
              <a:ext uri="{FF2B5EF4-FFF2-40B4-BE49-F238E27FC236}">
                <a16:creationId xmlns:a16="http://schemas.microsoft.com/office/drawing/2014/main" id="{EA59B387-B114-4AF1-9D32-042B8C3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334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Calibration, Vernier solving and tracking convert raw signals into stable results</a:t>
            </a:r>
          </a:p>
        </p:txBody>
      </p:sp>
    </p:spTree>
    <p:extLst>
      <p:ext uri="{BB962C8B-B14F-4D97-AF65-F5344CB8AC3E}">
        <p14:creationId xmlns:p14="http://schemas.microsoft.com/office/powerpoint/2010/main" val="380968299"/>
      </p:ext>
    </p:extLst>
  </p:cSld>
</p:sld>
</file>

<file path=ppt/theme/theme1.xml><?xml version="1.0" encoding="utf-8"?>
<a:theme xmlns:a="http://schemas.openxmlformats.org/drawingml/2006/main" name="5_第一PPT，www.1ppt.com">
  <a:themeElements>
    <a:clrScheme name="自定义 1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D00"/>
      </a:accent1>
      <a:accent2>
        <a:srgbClr val="18191C"/>
      </a:accent2>
      <a:accent3>
        <a:srgbClr val="FFBD00"/>
      </a:accent3>
      <a:accent4>
        <a:srgbClr val="18191C"/>
      </a:accent4>
      <a:accent5>
        <a:srgbClr val="FFBD00"/>
      </a:accent5>
      <a:accent6>
        <a:srgbClr val="18191C"/>
      </a:accent6>
      <a:hlink>
        <a:srgbClr val="FFBD00"/>
      </a:hlink>
      <a:folHlink>
        <a:srgbClr val="18191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20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2026-06-11T07:57:02.2040000Z</dcterms:created>
  <dcterms:modified xsi:type="dcterms:W3CDTF">2026-06-11T07:57:02.2040000Z</dcterms:modified>
</coreProperties>
</file>