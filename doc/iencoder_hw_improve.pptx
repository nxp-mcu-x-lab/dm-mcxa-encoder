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259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596C4-738C-3E50-56CB-CEAEF5F70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C011E1-A548-5804-446A-770701EF2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041DFF-395C-80BA-85DC-B1CD4881B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59772E-AD4D-9C2E-02F9-070B47EF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BB2ACE-E693-99DD-63B7-6D9C4AED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62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DE6BC-6B74-FFE9-0E4C-5E8D1AE5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22359-AACD-76DE-7A23-757824F23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D5782-1221-42EC-DB9D-F77025F2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3C420-1888-04E1-2FEF-9B605203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BDF26A-A412-7822-3F5A-5CF95036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35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09D28-F1B0-67BC-B6ED-08144414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0D0170-AF2C-A726-62B2-E64A6F00F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779973-1598-CE1A-27C3-EAA8DD9E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FA89F-E2A4-7435-7031-CBF6647FB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2B936-8211-7D61-E7E3-A83F2D37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41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8095F-0C2A-11B8-72C8-8D2B9A7A7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31378-8818-D273-54E1-17B8D475A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AE38AE-8EF4-8058-8E40-FBB6BBD77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91CC94-46EA-4AC1-6299-9B10783AF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D47B53-AF4F-CCFC-762E-D239596F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90FC60-41A4-1377-583F-15C8D12C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62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D9FEE-7B6D-1BC4-6795-08FA8120A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433D7F-CB38-E49E-FA0E-4D582411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84974-2509-D5C3-9536-B43E000C7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B13B63-30A8-72BF-5978-AEF9FE768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E8D504-AA5D-AD1F-2328-52787344A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156999-51C9-C73C-2103-CFE534BE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B3EE70-8957-1A9A-05E1-6485DEDFE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B78D63-21C5-6339-F66D-735E1D1F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95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5CF05-E077-894A-D2FE-455C60FD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0C6F48-2427-0A96-7D1C-3E204BA7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BD0E3A-1503-AA14-8DED-F398B00E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31FA63-DD53-82CC-6E2A-DD30A2A7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0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ECC565-0D06-653C-60D5-25611680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CC68D5-CBDE-4E6F-5F79-C40CA299D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6A8871-E807-0206-D087-AE0254FF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38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DD9A5-2901-F664-E249-EE20B587D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30FA9B-1D90-A190-4F4C-CE33934BA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9F04EA-16A0-59C1-4E7C-CB6D1EE0D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055089-9297-ECB2-D581-82DF9135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69B148-F9BC-3E5A-E6F4-78667DF4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121FD3-4FEC-A7BF-5BC9-15B82F30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63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C54E7-1B5A-FAD5-1973-78D87FB8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9AE28E-D54C-BA11-AD57-66D79EBF9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FC4201-1E34-EF2E-2C6C-5639D5EBF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590DCB-C24A-75A8-6660-7098FEDE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6B7476-CC39-F845-696B-C84DA2C2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04254E-3BE0-C2A2-F5A0-63F828DA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14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AD1FA-12F4-4B41-5838-2FCCF4AF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C2DFD5-1AF0-DA0A-03DC-2B9BBFA26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1D524-626A-2BD7-7245-10603081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11B6D-0ED9-FCB8-61DB-37073FEC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A0D731-559C-CDA9-F755-F828B410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18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186DC7-B683-BEDD-94FE-AE47E197F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C562B4-3D8A-CF81-FCB3-EC2838B4A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FFE63A-420E-42CE-39D5-9CF4EA55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3A8C0-3396-04A5-B70A-FB41BD6A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D3FA5D-A576-F2E9-90AF-EB5A2BC6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91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CE3A71-49E0-46E8-57BF-45E6F5B7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ECBCC-7ACB-A649-D418-2F8963A33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7CF66A-208A-B99E-F638-6B42CD24A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1C186-B363-4837-BAE1-47939F0DBC6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E5F07-A0D1-DE54-202B-D7CD17102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0B04C3-7467-ED13-0B70-3C934E2DB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A4ABF-B77C-422F-A79E-8DAF2D2D64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06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80988-067A-CEDE-ACF2-E7C8E6A9E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电感编码器硬件建议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C69AF6-15AF-78C5-9F1D-722A9F0F88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251027 Alex Yang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231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2F1D7B5-EBE8-36C0-29B6-9F8B45FE5A80}"/>
              </a:ext>
            </a:extLst>
          </p:cNvPr>
          <p:cNvSpPr txBox="1"/>
          <p:nvPr/>
        </p:nvSpPr>
        <p:spPr>
          <a:xfrm>
            <a:off x="818148" y="571499"/>
            <a:ext cx="725502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400" dirty="0"/>
              <a:t>PCB</a:t>
            </a:r>
            <a:r>
              <a:rPr lang="zh-CN" altLang="en-US" sz="1400" dirty="0"/>
              <a:t>外形可以设计成圆环式</a:t>
            </a:r>
            <a:r>
              <a:rPr lang="en-US" altLang="zh-CN" sz="1400" dirty="0"/>
              <a:t>(</a:t>
            </a:r>
            <a:r>
              <a:rPr lang="zh-CN" altLang="en-US" sz="1400" dirty="0"/>
              <a:t>右图为参考</a:t>
            </a:r>
            <a:r>
              <a:rPr lang="en-US" altLang="zh-CN" sz="1400" dirty="0"/>
              <a:t>),</a:t>
            </a:r>
            <a:r>
              <a:rPr lang="zh-CN" altLang="en-US" sz="1400" dirty="0"/>
              <a:t>要考虑可连接电机或者其他编码器</a:t>
            </a:r>
            <a:r>
              <a:rPr lang="en-US" altLang="zh-CN" sz="1400" dirty="0"/>
              <a:t>(</a:t>
            </a:r>
            <a:r>
              <a:rPr lang="zh-CN" altLang="en-US" sz="1400" dirty="0"/>
              <a:t>做对比使用</a:t>
            </a:r>
            <a:r>
              <a:rPr lang="en-US" altLang="zh-CN" sz="1400" dirty="0"/>
              <a:t>)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建议用</a:t>
            </a:r>
            <a:r>
              <a:rPr lang="en-US" altLang="zh-CN" sz="1400" dirty="0"/>
              <a:t>QFN32/48</a:t>
            </a:r>
            <a:r>
              <a:rPr lang="zh-CN" altLang="en-US" sz="1400" dirty="0"/>
              <a:t>封装</a:t>
            </a:r>
            <a:r>
              <a:rPr lang="en-US" altLang="zh-CN" sz="1400" dirty="0"/>
              <a:t>, ISP/RST</a:t>
            </a:r>
            <a:r>
              <a:rPr lang="zh-CN" altLang="en-US" sz="1400" dirty="0"/>
              <a:t>引脚拉出测试点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en-US" altLang="zh-CN" sz="1400" dirty="0"/>
              <a:t>OPAMP</a:t>
            </a:r>
            <a:r>
              <a:rPr lang="zh-CN" altLang="en-US" sz="1400" dirty="0"/>
              <a:t>的</a:t>
            </a:r>
            <a:r>
              <a:rPr lang="en-US" altLang="zh-CN" sz="1400" dirty="0"/>
              <a:t> D/N/O </a:t>
            </a:r>
            <a:r>
              <a:rPr lang="zh-CN" altLang="en-US" sz="1400" dirty="0"/>
              <a:t>拉测试点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en-US" altLang="zh-CN" sz="1400" dirty="0"/>
              <a:t>Debug</a:t>
            </a:r>
            <a:r>
              <a:rPr lang="zh-CN" altLang="en-US" sz="1400" dirty="0"/>
              <a:t>口 采用 </a:t>
            </a:r>
            <a:r>
              <a:rPr lang="en-US" altLang="zh-CN" sz="1400" dirty="0"/>
              <a:t>SWDIO/CLK/GND/3V3/TX/RX 6</a:t>
            </a:r>
            <a:r>
              <a:rPr lang="zh-CN" altLang="en-US" sz="1400" dirty="0"/>
              <a:t>线制</a:t>
            </a:r>
            <a:r>
              <a:rPr lang="en-US" altLang="zh-CN" sz="1400" dirty="0"/>
              <a:t>, TX/RX</a:t>
            </a:r>
            <a:r>
              <a:rPr lang="zh-CN" altLang="en-US" sz="1400" dirty="0"/>
              <a:t>可以和</a:t>
            </a:r>
            <a:r>
              <a:rPr lang="en-US" altLang="zh-CN" sz="1400" dirty="0"/>
              <a:t>485</a:t>
            </a:r>
            <a:r>
              <a:rPr lang="zh-CN" altLang="en-US" sz="1400" dirty="0"/>
              <a:t>的串口共用一个串口</a:t>
            </a:r>
            <a:r>
              <a:rPr lang="en-US" altLang="zh-CN" sz="1400" dirty="0"/>
              <a:t>,</a:t>
            </a:r>
            <a:r>
              <a:rPr lang="zh-CN" altLang="en-US" sz="1400" dirty="0"/>
              <a:t>如果可能的话最好单拉另外一路串口</a:t>
            </a:r>
            <a:r>
              <a:rPr lang="en-US" altLang="zh-CN" sz="1400" dirty="0"/>
              <a:t>(SDK</a:t>
            </a:r>
            <a:r>
              <a:rPr lang="zh-CN" altLang="en-US" sz="1400" dirty="0"/>
              <a:t>默认串口用于</a:t>
            </a:r>
            <a:r>
              <a:rPr lang="en-US" altLang="zh-CN" sz="1400" dirty="0"/>
              <a:t>debug/</a:t>
            </a:r>
            <a:r>
              <a:rPr lang="zh-CN" altLang="en-US" sz="1400" dirty="0"/>
              <a:t>前期固件升级用</a:t>
            </a:r>
            <a:r>
              <a:rPr lang="en-US" altLang="zh-CN" sz="1400" dirty="0"/>
              <a:t>).</a:t>
            </a:r>
          </a:p>
          <a:p>
            <a:pPr marL="342900" indent="-342900">
              <a:buAutoNum type="arabicPeriod"/>
            </a:pPr>
            <a:r>
              <a:rPr lang="en-US" altLang="zh-CN" sz="1400" dirty="0"/>
              <a:t>2xGPIO: 1 for LED, 1 for test pin.</a:t>
            </a:r>
          </a:p>
          <a:p>
            <a:pPr marL="342900" indent="-342900">
              <a:buAutoNum type="arabicPeriod"/>
            </a:pPr>
            <a:r>
              <a:rPr lang="en-US" altLang="zh-CN" sz="1400" dirty="0"/>
              <a:t>(optional): RST </a:t>
            </a:r>
            <a:r>
              <a:rPr lang="zh-CN" altLang="en-US" sz="1400" dirty="0"/>
              <a:t>加一个小按键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en-US" altLang="zh-CN" sz="1400" dirty="0"/>
              <a:t>DNP C15/C22, </a:t>
            </a:r>
            <a:r>
              <a:rPr lang="zh-CN" altLang="en-US" sz="1400" dirty="0"/>
              <a:t>加上这两个电容会使</a:t>
            </a:r>
            <a:r>
              <a:rPr lang="en-US" altLang="zh-CN" sz="1400" dirty="0"/>
              <a:t>OPAMP</a:t>
            </a:r>
            <a:r>
              <a:rPr lang="zh-CN" altLang="en-US" sz="1400" dirty="0"/>
              <a:t>自激振荡</a:t>
            </a:r>
            <a:r>
              <a:rPr lang="en-US" altLang="zh-CN" sz="1400" dirty="0"/>
              <a:t>. </a:t>
            </a:r>
            <a:r>
              <a:rPr lang="zh-CN" altLang="en-US" sz="1400"/>
              <a:t>暂不考虑放外部运放了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en-US" altLang="zh-CN" sz="1400" dirty="0"/>
              <a:t>485</a:t>
            </a:r>
            <a:r>
              <a:rPr lang="zh-CN" altLang="en-US" sz="1400" dirty="0"/>
              <a:t>电路目前板子没有贴</a:t>
            </a:r>
            <a:r>
              <a:rPr lang="en-US" altLang="zh-CN" sz="1400" dirty="0"/>
              <a:t>RS485,</a:t>
            </a:r>
            <a:r>
              <a:rPr lang="zh-CN" altLang="en-US" sz="1400" dirty="0"/>
              <a:t>所以目前还无法验证功能</a:t>
            </a:r>
            <a:r>
              <a:rPr lang="en-US" altLang="zh-CN" sz="1400" dirty="0"/>
              <a:t>.(</a:t>
            </a:r>
            <a:r>
              <a:rPr lang="zh-CN" altLang="en-US" sz="1400" dirty="0"/>
              <a:t>当前原理图和</a:t>
            </a:r>
            <a:r>
              <a:rPr lang="en-US" altLang="zh-CN" sz="1400" dirty="0"/>
              <a:t>RM</a:t>
            </a:r>
            <a:r>
              <a:rPr lang="zh-CN" altLang="en-US" sz="1400" dirty="0"/>
              <a:t>给的参考似乎不太一样</a:t>
            </a:r>
            <a:r>
              <a:rPr lang="en-US" altLang="zh-CN" sz="1400" dirty="0"/>
              <a:t>, </a:t>
            </a:r>
            <a:r>
              <a:rPr lang="zh-CN" altLang="en-US" sz="1400" dirty="0"/>
              <a:t>见右图</a:t>
            </a:r>
            <a:r>
              <a:rPr lang="en-US" altLang="zh-CN" sz="1400" dirty="0"/>
              <a:t>)</a:t>
            </a:r>
          </a:p>
          <a:p>
            <a:pPr marL="342900" indent="-342900">
              <a:buAutoNum type="arabicPeriod"/>
            </a:pPr>
            <a:r>
              <a:rPr lang="zh-CN" altLang="en-US" sz="1400" dirty="0"/>
              <a:t>之前</a:t>
            </a:r>
            <a:r>
              <a:rPr lang="en-US" altLang="zh-CN" sz="1400" dirty="0"/>
              <a:t>HW BUG</a:t>
            </a:r>
            <a:r>
              <a:rPr lang="zh-CN" altLang="en-US" sz="1400" dirty="0"/>
              <a:t>修复</a:t>
            </a:r>
            <a:r>
              <a:rPr lang="en-US" altLang="zh-CN" sz="1400" dirty="0"/>
              <a:t>: </a:t>
            </a:r>
            <a:r>
              <a:rPr lang="zh-CN" altLang="en-US" sz="1400" dirty="0"/>
              <a:t>孔径问题</a:t>
            </a:r>
            <a:r>
              <a:rPr lang="en-US" altLang="zh-CN" sz="1400" dirty="0"/>
              <a:t>, </a:t>
            </a:r>
            <a:r>
              <a:rPr lang="zh-CN" altLang="en-US" sz="1400" dirty="0"/>
              <a:t>前端模拟线接错问题</a:t>
            </a:r>
            <a:r>
              <a:rPr lang="en-US" altLang="zh-CN" sz="1400" dirty="0"/>
              <a:t>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ED5B09-4D35-D949-7018-401D6DD59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141" y="-151343"/>
            <a:ext cx="2165745" cy="18150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5C9E174-EB18-6BD7-5290-B60D16F05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819" y="1616886"/>
            <a:ext cx="3183423" cy="32846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88F74C5-A436-EAF1-ACE1-B0F4451C4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75" y="5128696"/>
            <a:ext cx="4461711" cy="143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7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197</Words>
  <Application>Microsoft Office PowerPoint</Application>
  <PresentationFormat>宽屏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电感编码器硬件建议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 YANG</dc:creator>
  <cp:lastModifiedBy>XI YANG</cp:lastModifiedBy>
  <cp:revision>17</cp:revision>
  <dcterms:created xsi:type="dcterms:W3CDTF">2025-10-27T02:17:55Z</dcterms:created>
  <dcterms:modified xsi:type="dcterms:W3CDTF">2025-10-27T02:38:22Z</dcterms:modified>
</cp:coreProperties>
</file>