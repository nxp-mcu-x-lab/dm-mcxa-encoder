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4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5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6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7.xml" ContentType="application/vnd.openxmlformats-officedocument.theme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  <p:sldMasterId id="2147483666" r:id="rId6"/>
    <p:sldMasterId id="2147483693" r:id="rId7"/>
    <p:sldMasterId id="2147483698" r:id="rId8"/>
    <p:sldMasterId id="2147483727" r:id="rId9"/>
    <p:sldMasterId id="2147483732" r:id="rId10"/>
    <p:sldMasterId id="2147483753" r:id="rId11"/>
    <p:sldMasterId id="2147483757" r:id="rId12"/>
  </p:sldMasterIdLst>
  <p:notesMasterIdLst>
    <p:notesMasterId r:id="rId17"/>
  </p:notesMasterIdLst>
  <p:sldIdLst>
    <p:sldId id="256" r:id="rId13"/>
    <p:sldId id="2147476356" r:id="rId14"/>
    <p:sldId id="257" r:id="rId15"/>
    <p:sldId id="214747635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925FD0-8F86-D0F1-0990-F33CC07CB255}" v="3" dt="2025-10-23T10:09:54.9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88105" autoAdjust="0"/>
  </p:normalViewPr>
  <p:slideViewPr>
    <p:cSldViewPr snapToGrid="0">
      <p:cViewPr>
        <p:scale>
          <a:sx n="125" d="100"/>
          <a:sy n="125" d="100"/>
        </p:scale>
        <p:origin x="3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1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3.xml"/><Relationship Id="rId12" Type="http://schemas.openxmlformats.org/officeDocument/2006/relationships/slideMaster" Target="slideMasters/slideMaster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Master" Target="slideMasters/slideMaster7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3.xml"/><Relationship Id="rId23" Type="http://schemas.microsoft.com/office/2015/10/relationships/revisionInfo" Target="revisionInfo.xml"/><Relationship Id="rId10" Type="http://schemas.openxmlformats.org/officeDocument/2006/relationships/slideMaster" Target="slideMasters/slideMaster6.xml"/><Relationship Id="rId19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" Target="slides/slide2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gicoe Niu" userId="S::magicoe.niu@nxp.com::4fdc1fe7-fd23-4b10-8967-30d8c45045d3" providerId="AD" clId="Web-{DC925FD0-8F86-D0F1-0990-F33CC07CB255}"/>
    <pc:docChg chg="modSld">
      <pc:chgData name="Magicoe Niu" userId="S::magicoe.niu@nxp.com::4fdc1fe7-fd23-4b10-8967-30d8c45045d3" providerId="AD" clId="Web-{DC925FD0-8F86-D0F1-0990-F33CC07CB255}" dt="2025-10-23T10:09:54.963" v="2" actId="20577"/>
      <pc:docMkLst>
        <pc:docMk/>
      </pc:docMkLst>
      <pc:sldChg chg="modSp">
        <pc:chgData name="Magicoe Niu" userId="S::magicoe.niu@nxp.com::4fdc1fe7-fd23-4b10-8967-30d8c45045d3" providerId="AD" clId="Web-{DC925FD0-8F86-D0F1-0990-F33CC07CB255}" dt="2025-10-23T10:09:54.963" v="2" actId="20577"/>
        <pc:sldMkLst>
          <pc:docMk/>
          <pc:sldMk cId="3773342169" sldId="256"/>
        </pc:sldMkLst>
        <pc:spChg chg="mod">
          <ac:chgData name="Magicoe Niu" userId="S::magicoe.niu@nxp.com::4fdc1fe7-fd23-4b10-8967-30d8c45045d3" providerId="AD" clId="Web-{DC925FD0-8F86-D0F1-0990-F33CC07CB255}" dt="2025-10-23T10:09:54.963" v="2" actId="20577"/>
          <ac:spMkLst>
            <pc:docMk/>
            <pc:sldMk cId="3773342169" sldId="256"/>
            <ac:spMk id="10" creationId="{47D91F61-F9D6-D9C5-016B-2D13935D5B4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D1B220-397A-4C0E-9CFB-6BEDA0387A2A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A8B924-AF3B-4CF3-B6C2-3505069F3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895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D615E-7A2E-B8A7-FFE2-0EF673848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DD0390-AC6F-99FD-5388-3809B2C485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20EFD1-71B0-7F13-33C4-D7E411A02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Thanks to Chao Zhuang, Alex Yang,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B41FDE-927B-5B69-040B-05F435788B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8B924-AF3B-4CF3-B6C2-3505069F351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000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xp.com/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xp.com/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xp.com/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xp.com/" TargetMode="External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xp.com/" TargetMode="External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xp.com/" TargetMode="External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xp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nxp.com/" TargetMode="External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nxp.com/" TargetMode="External"/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nxp.com/" TargetMode="External"/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6CDF47C-C325-BB7F-C4C7-3D26C8895BA9}"/>
              </a:ext>
            </a:extLst>
          </p:cNvPr>
          <p:cNvSpPr/>
          <p:nvPr/>
        </p:nvSpPr>
        <p:spPr>
          <a:xfrm>
            <a:off x="532238" y="532263"/>
            <a:ext cx="584573" cy="515204"/>
          </a:xfrm>
          <a:custGeom>
            <a:avLst/>
            <a:gdLst>
              <a:gd name="connsiteX0" fmla="*/ 670274 w 919067"/>
              <a:gd name="connsiteY0" fmla="*/ 0 h 810006"/>
              <a:gd name="connsiteX1" fmla="*/ 670274 w 919067"/>
              <a:gd name="connsiteY1" fmla="*/ 489394 h 810006"/>
              <a:gd name="connsiteX2" fmla="*/ 248984 w 919067"/>
              <a:gd name="connsiteY2" fmla="*/ 0 h 810006"/>
              <a:gd name="connsiteX3" fmla="*/ 0 w 919067"/>
              <a:gd name="connsiteY3" fmla="*/ 0 h 810006"/>
              <a:gd name="connsiteX4" fmla="*/ 0 w 919067"/>
              <a:gd name="connsiteY4" fmla="*/ 809244 h 810006"/>
              <a:gd name="connsiteX5" fmla="*/ 476 w 919067"/>
              <a:gd name="connsiteY5" fmla="*/ 810006 h 810006"/>
              <a:gd name="connsiteX6" fmla="*/ 249174 w 919067"/>
              <a:gd name="connsiteY6" fmla="*/ 809911 h 810006"/>
              <a:gd name="connsiteX7" fmla="*/ 249079 w 919067"/>
              <a:gd name="connsiteY7" fmla="*/ 320516 h 810006"/>
              <a:gd name="connsiteX8" fmla="*/ 670370 w 919067"/>
              <a:gd name="connsiteY8" fmla="*/ 810006 h 810006"/>
              <a:gd name="connsiteX9" fmla="*/ 919067 w 919067"/>
              <a:gd name="connsiteY9" fmla="*/ 405003 h 810006"/>
              <a:gd name="connsiteX10" fmla="*/ 670370 w 919067"/>
              <a:gd name="connsiteY10" fmla="*/ 0 h 810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9067" h="810006">
                <a:moveTo>
                  <a:pt x="670274" y="0"/>
                </a:moveTo>
                <a:lnTo>
                  <a:pt x="670274" y="489394"/>
                </a:lnTo>
                <a:lnTo>
                  <a:pt x="248984" y="0"/>
                </a:lnTo>
                <a:lnTo>
                  <a:pt x="0" y="0"/>
                </a:lnTo>
                <a:lnTo>
                  <a:pt x="0" y="809244"/>
                </a:lnTo>
                <a:lnTo>
                  <a:pt x="476" y="810006"/>
                </a:lnTo>
                <a:lnTo>
                  <a:pt x="249174" y="809911"/>
                </a:lnTo>
                <a:lnTo>
                  <a:pt x="249079" y="320516"/>
                </a:lnTo>
                <a:lnTo>
                  <a:pt x="670370" y="810006"/>
                </a:lnTo>
                <a:lnTo>
                  <a:pt x="919067" y="405003"/>
                </a:lnTo>
                <a:lnTo>
                  <a:pt x="670370" y="0"/>
                </a:lnTo>
              </a:path>
            </a:pathLst>
          </a:custGeom>
          <a:solidFill>
            <a:srgbClr val="F9B5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Poppins" panose="00000500000000000000" pitchFamily="2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A662EDF-F39B-15A1-566D-412FDA49117E}"/>
              </a:ext>
            </a:extLst>
          </p:cNvPr>
          <p:cNvSpPr/>
          <p:nvPr/>
        </p:nvSpPr>
        <p:spPr>
          <a:xfrm>
            <a:off x="1484069" y="532263"/>
            <a:ext cx="571123" cy="515204"/>
          </a:xfrm>
          <a:custGeom>
            <a:avLst/>
            <a:gdLst>
              <a:gd name="connsiteX0" fmla="*/ 603599 w 897921"/>
              <a:gd name="connsiteY0" fmla="*/ 0 h 810006"/>
              <a:gd name="connsiteX1" fmla="*/ 248698 w 897921"/>
              <a:gd name="connsiteY1" fmla="*/ 0 h 810006"/>
              <a:gd name="connsiteX2" fmla="*/ 0 w 897921"/>
              <a:gd name="connsiteY2" fmla="*/ 405003 h 810006"/>
              <a:gd name="connsiteX3" fmla="*/ 248603 w 897921"/>
              <a:gd name="connsiteY3" fmla="*/ 810006 h 810006"/>
              <a:gd name="connsiteX4" fmla="*/ 248698 w 897921"/>
              <a:gd name="connsiteY4" fmla="*/ 810006 h 810006"/>
              <a:gd name="connsiteX5" fmla="*/ 248603 w 897921"/>
              <a:gd name="connsiteY5" fmla="*/ 631127 h 810006"/>
              <a:gd name="connsiteX6" fmla="*/ 668750 w 897921"/>
              <a:gd name="connsiteY6" fmla="*/ 631127 h 810006"/>
              <a:gd name="connsiteX7" fmla="*/ 897922 w 897921"/>
              <a:gd name="connsiteY7" fmla="*/ 372142 h 810006"/>
              <a:gd name="connsiteX8" fmla="*/ 897922 w 897921"/>
              <a:gd name="connsiteY8" fmla="*/ 276987 h 810006"/>
              <a:gd name="connsiteX9" fmla="*/ 603599 w 897921"/>
              <a:gd name="connsiteY9" fmla="*/ 0 h 810006"/>
              <a:gd name="connsiteX10" fmla="*/ 665702 w 897921"/>
              <a:gd name="connsiteY10" fmla="*/ 326803 h 810006"/>
              <a:gd name="connsiteX11" fmla="*/ 584835 w 897921"/>
              <a:gd name="connsiteY11" fmla="*/ 430054 h 810006"/>
              <a:gd name="connsiteX12" fmla="*/ 248984 w 897921"/>
              <a:gd name="connsiteY12" fmla="*/ 430054 h 810006"/>
              <a:gd name="connsiteX13" fmla="*/ 248984 w 897921"/>
              <a:gd name="connsiteY13" fmla="*/ 200882 h 810006"/>
              <a:gd name="connsiteX14" fmla="*/ 563499 w 897921"/>
              <a:gd name="connsiteY14" fmla="*/ 200882 h 810006"/>
              <a:gd name="connsiteX15" fmla="*/ 665702 w 897921"/>
              <a:gd name="connsiteY15" fmla="*/ 286893 h 810006"/>
              <a:gd name="connsiteX16" fmla="*/ 665702 w 897921"/>
              <a:gd name="connsiteY16" fmla="*/ 326803 h 810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97921" h="810006">
                <a:moveTo>
                  <a:pt x="603599" y="0"/>
                </a:moveTo>
                <a:lnTo>
                  <a:pt x="248698" y="0"/>
                </a:lnTo>
                <a:lnTo>
                  <a:pt x="0" y="405003"/>
                </a:lnTo>
                <a:lnTo>
                  <a:pt x="248603" y="810006"/>
                </a:lnTo>
                <a:lnTo>
                  <a:pt x="248698" y="810006"/>
                </a:lnTo>
                <a:lnTo>
                  <a:pt x="248603" y="631127"/>
                </a:lnTo>
                <a:lnTo>
                  <a:pt x="668750" y="631127"/>
                </a:lnTo>
                <a:cubicBezTo>
                  <a:pt x="845153" y="631127"/>
                  <a:pt x="897922" y="492728"/>
                  <a:pt x="897922" y="372142"/>
                </a:cubicBezTo>
                <a:lnTo>
                  <a:pt x="897922" y="276987"/>
                </a:lnTo>
                <a:cubicBezTo>
                  <a:pt x="897922" y="118300"/>
                  <a:pt x="840677" y="0"/>
                  <a:pt x="603599" y="0"/>
                </a:cubicBezTo>
                <a:close/>
                <a:moveTo>
                  <a:pt x="665702" y="326803"/>
                </a:moveTo>
                <a:cubicBezTo>
                  <a:pt x="665702" y="374809"/>
                  <a:pt x="643223" y="430054"/>
                  <a:pt x="584835" y="430054"/>
                </a:cubicBezTo>
                <a:lnTo>
                  <a:pt x="248984" y="430054"/>
                </a:lnTo>
                <a:lnTo>
                  <a:pt x="248984" y="200882"/>
                </a:lnTo>
                <a:lnTo>
                  <a:pt x="563499" y="200882"/>
                </a:lnTo>
                <a:cubicBezTo>
                  <a:pt x="638747" y="200882"/>
                  <a:pt x="665702" y="232124"/>
                  <a:pt x="665702" y="286893"/>
                </a:cubicBezTo>
                <a:lnTo>
                  <a:pt x="665702" y="326803"/>
                </a:lnTo>
                <a:close/>
              </a:path>
            </a:pathLst>
          </a:custGeom>
          <a:solidFill>
            <a:srgbClr val="69CA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Poppins" panose="00000500000000000000" pitchFamily="2" charset="0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D7E18CE-E236-624D-A553-0F4E7177EEC5}"/>
              </a:ext>
            </a:extLst>
          </p:cNvPr>
          <p:cNvSpPr/>
          <p:nvPr/>
        </p:nvSpPr>
        <p:spPr>
          <a:xfrm>
            <a:off x="1006245" y="532263"/>
            <a:ext cx="588389" cy="515204"/>
          </a:xfrm>
          <a:custGeom>
            <a:avLst/>
            <a:gdLst>
              <a:gd name="connsiteX0" fmla="*/ 675894 w 925067"/>
              <a:gd name="connsiteY0" fmla="*/ 0 h 810006"/>
              <a:gd name="connsiteX1" fmla="*/ 630460 w 925067"/>
              <a:gd name="connsiteY1" fmla="*/ 0 h 810006"/>
              <a:gd name="connsiteX2" fmla="*/ 462534 w 925067"/>
              <a:gd name="connsiteY2" fmla="*/ 269177 h 810006"/>
              <a:gd name="connsiteX3" fmla="*/ 294704 w 925067"/>
              <a:gd name="connsiteY3" fmla="*/ 0 h 810006"/>
              <a:gd name="connsiteX4" fmla="*/ 248507 w 925067"/>
              <a:gd name="connsiteY4" fmla="*/ 0 h 810006"/>
              <a:gd name="connsiteX5" fmla="*/ 0 w 925067"/>
              <a:gd name="connsiteY5" fmla="*/ 0 h 810006"/>
              <a:gd name="connsiteX6" fmla="*/ 248698 w 925067"/>
              <a:gd name="connsiteY6" fmla="*/ 405003 h 810006"/>
              <a:gd name="connsiteX7" fmla="*/ 0 w 925067"/>
              <a:gd name="connsiteY7" fmla="*/ 810006 h 810006"/>
              <a:gd name="connsiteX8" fmla="*/ 248984 w 925067"/>
              <a:gd name="connsiteY8" fmla="*/ 810006 h 810006"/>
              <a:gd name="connsiteX9" fmla="*/ 294704 w 925067"/>
              <a:gd name="connsiteY9" fmla="*/ 810006 h 810006"/>
              <a:gd name="connsiteX10" fmla="*/ 462534 w 925067"/>
              <a:gd name="connsiteY10" fmla="*/ 540734 h 810006"/>
              <a:gd name="connsiteX11" fmla="*/ 630460 w 925067"/>
              <a:gd name="connsiteY11" fmla="*/ 810006 h 810006"/>
              <a:gd name="connsiteX12" fmla="*/ 676466 w 925067"/>
              <a:gd name="connsiteY12" fmla="*/ 810006 h 810006"/>
              <a:gd name="connsiteX13" fmla="*/ 925068 w 925067"/>
              <a:gd name="connsiteY13" fmla="*/ 809911 h 810006"/>
              <a:gd name="connsiteX14" fmla="*/ 676370 w 925067"/>
              <a:gd name="connsiteY14" fmla="*/ 405003 h 810006"/>
              <a:gd name="connsiteX15" fmla="*/ 925068 w 925067"/>
              <a:gd name="connsiteY15" fmla="*/ 0 h 810006"/>
              <a:gd name="connsiteX16" fmla="*/ 675894 w 925067"/>
              <a:gd name="connsiteY16" fmla="*/ 0 h 810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25067" h="810006">
                <a:moveTo>
                  <a:pt x="675894" y="0"/>
                </a:moveTo>
                <a:lnTo>
                  <a:pt x="630460" y="0"/>
                </a:lnTo>
                <a:lnTo>
                  <a:pt x="462534" y="269177"/>
                </a:lnTo>
                <a:lnTo>
                  <a:pt x="294704" y="0"/>
                </a:lnTo>
                <a:lnTo>
                  <a:pt x="248507" y="0"/>
                </a:lnTo>
                <a:lnTo>
                  <a:pt x="0" y="0"/>
                </a:lnTo>
                <a:lnTo>
                  <a:pt x="248698" y="405003"/>
                </a:lnTo>
                <a:lnTo>
                  <a:pt x="0" y="810006"/>
                </a:lnTo>
                <a:lnTo>
                  <a:pt x="248984" y="810006"/>
                </a:lnTo>
                <a:lnTo>
                  <a:pt x="294704" y="810006"/>
                </a:lnTo>
                <a:lnTo>
                  <a:pt x="462534" y="540734"/>
                </a:lnTo>
                <a:lnTo>
                  <a:pt x="630460" y="810006"/>
                </a:lnTo>
                <a:lnTo>
                  <a:pt x="676466" y="810006"/>
                </a:lnTo>
                <a:lnTo>
                  <a:pt x="925068" y="809911"/>
                </a:lnTo>
                <a:lnTo>
                  <a:pt x="676370" y="405003"/>
                </a:lnTo>
                <a:lnTo>
                  <a:pt x="925068" y="0"/>
                </a:lnTo>
                <a:lnTo>
                  <a:pt x="675894" y="0"/>
                </a:lnTo>
              </a:path>
            </a:pathLst>
          </a:custGeom>
          <a:solidFill>
            <a:srgbClr val="0EAFE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Poppins" panose="00000500000000000000" pitchFamily="2" charset="0"/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F4F899F3-4A81-1BED-FC34-96E0CF1E0B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42652" y="5223518"/>
            <a:ext cx="5062912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If required goes here | speaker title, </a:t>
            </a:r>
            <a:br>
              <a:rPr lang="en-GB" dirty="0"/>
            </a:br>
            <a:r>
              <a:rPr lang="en-GB" dirty="0"/>
              <a:t>date and /or additional information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07D2A9-EA64-7655-994E-7F1A46D1A8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2652" y="4695137"/>
            <a:ext cx="5062912" cy="42315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22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Subheading or speaker name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F1F12CB4-23BC-65BB-21C5-8EB7AC7F287C}"/>
              </a:ext>
            </a:extLst>
          </p:cNvPr>
          <p:cNvSpPr txBox="1">
            <a:spLocks/>
          </p:cNvSpPr>
          <p:nvPr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Internal  |  </a:t>
            </a:r>
            <a:r>
              <a:rPr lang="en-US" sz="8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2025 NXP B.V. Version 2.9.</a:t>
            </a:r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8AF1407E-E8DD-506D-ABAE-03BCC68F5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2652" y="1616531"/>
            <a:ext cx="5122863" cy="2610984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4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The Presentation Title Goes Here</a:t>
            </a:r>
          </a:p>
        </p:txBody>
      </p:sp>
      <p:sp>
        <p:nvSpPr>
          <p:cNvPr id="657" name="Freeform: Shape 656">
            <a:extLst>
              <a:ext uri="{FF2B5EF4-FFF2-40B4-BE49-F238E27FC236}">
                <a16:creationId xmlns:a16="http://schemas.microsoft.com/office/drawing/2014/main" id="{E3A46AE2-8953-2DAD-BD2C-286395E97B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 w="317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824" name="Group 823">
            <a:extLst>
              <a:ext uri="{FF2B5EF4-FFF2-40B4-BE49-F238E27FC236}">
                <a16:creationId xmlns:a16="http://schemas.microsoft.com/office/drawing/2014/main" id="{63B0AD2C-A67C-7520-B7C0-BF6D2D66050D}"/>
              </a:ext>
            </a:extLst>
          </p:cNvPr>
          <p:cNvGrpSpPr/>
          <p:nvPr/>
        </p:nvGrpSpPr>
        <p:grpSpPr>
          <a:xfrm>
            <a:off x="6473825" y="1"/>
            <a:ext cx="5818893" cy="6866964"/>
            <a:chOff x="6473825" y="1"/>
            <a:chExt cx="5818893" cy="6866964"/>
          </a:xfrm>
        </p:grpSpPr>
        <p:sp>
          <p:nvSpPr>
            <p:cNvPr id="776" name="Rectangle 261">
              <a:extLst>
                <a:ext uri="{FF2B5EF4-FFF2-40B4-BE49-F238E27FC236}">
                  <a16:creationId xmlns:a16="http://schemas.microsoft.com/office/drawing/2014/main" id="{00FD7D2F-473A-5EEA-D387-F4C18FD87E6A}"/>
                </a:ext>
              </a:extLst>
            </p:cNvPr>
            <p:cNvSpPr/>
            <p:nvPr userDrawn="1"/>
          </p:nvSpPr>
          <p:spPr>
            <a:xfrm>
              <a:off x="8319247" y="1"/>
              <a:ext cx="2498165" cy="3446946"/>
            </a:xfrm>
            <a:custGeom>
              <a:avLst/>
              <a:gdLst>
                <a:gd name="connsiteX0" fmla="*/ 0 w 723153"/>
                <a:gd name="connsiteY0" fmla="*/ 0 h 328706"/>
                <a:gd name="connsiteX1" fmla="*/ 723153 w 723153"/>
                <a:gd name="connsiteY1" fmla="*/ 0 h 328706"/>
                <a:gd name="connsiteX2" fmla="*/ 723153 w 723153"/>
                <a:gd name="connsiteY2" fmla="*/ 328706 h 328706"/>
                <a:gd name="connsiteX3" fmla="*/ 0 w 723153"/>
                <a:gd name="connsiteY3" fmla="*/ 328706 h 328706"/>
                <a:gd name="connsiteX4" fmla="*/ 0 w 723153"/>
                <a:gd name="connsiteY4" fmla="*/ 0 h 328706"/>
                <a:gd name="connsiteX0" fmla="*/ 1775012 w 2498165"/>
                <a:gd name="connsiteY0" fmla="*/ 0 h 3442447"/>
                <a:gd name="connsiteX1" fmla="*/ 2498165 w 2498165"/>
                <a:gd name="connsiteY1" fmla="*/ 0 h 3442447"/>
                <a:gd name="connsiteX2" fmla="*/ 2498165 w 2498165"/>
                <a:gd name="connsiteY2" fmla="*/ 328706 h 3442447"/>
                <a:gd name="connsiteX3" fmla="*/ 0 w 2498165"/>
                <a:gd name="connsiteY3" fmla="*/ 3442447 h 3442447"/>
                <a:gd name="connsiteX4" fmla="*/ 1775012 w 2498165"/>
                <a:gd name="connsiteY4" fmla="*/ 0 h 3442447"/>
                <a:gd name="connsiteX0" fmla="*/ 1775012 w 2498165"/>
                <a:gd name="connsiteY0" fmla="*/ 0 h 3442447"/>
                <a:gd name="connsiteX1" fmla="*/ 2498165 w 2498165"/>
                <a:gd name="connsiteY1" fmla="*/ 0 h 3442447"/>
                <a:gd name="connsiteX2" fmla="*/ 0 w 2498165"/>
                <a:gd name="connsiteY2" fmla="*/ 3442447 h 3442447"/>
                <a:gd name="connsiteX3" fmla="*/ 1775012 w 2498165"/>
                <a:gd name="connsiteY3" fmla="*/ 0 h 344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8165" h="3442447">
                  <a:moveTo>
                    <a:pt x="1775012" y="0"/>
                  </a:moveTo>
                  <a:lnTo>
                    <a:pt x="2498165" y="0"/>
                  </a:lnTo>
                  <a:lnTo>
                    <a:pt x="0" y="3442447"/>
                  </a:lnTo>
                  <a:lnTo>
                    <a:pt x="1775012" y="0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777" name="Rectangle 260">
              <a:extLst>
                <a:ext uri="{FF2B5EF4-FFF2-40B4-BE49-F238E27FC236}">
                  <a16:creationId xmlns:a16="http://schemas.microsoft.com/office/drawing/2014/main" id="{6749D164-4382-59D1-CDFB-1A4814799632}"/>
                </a:ext>
              </a:extLst>
            </p:cNvPr>
            <p:cNvSpPr/>
            <p:nvPr userDrawn="1"/>
          </p:nvSpPr>
          <p:spPr>
            <a:xfrm>
              <a:off x="7129929" y="1"/>
              <a:ext cx="1176282" cy="3464900"/>
            </a:xfrm>
            <a:custGeom>
              <a:avLst/>
              <a:gdLst>
                <a:gd name="connsiteX0" fmla="*/ 0 w 644376"/>
                <a:gd name="connsiteY0" fmla="*/ 0 h 1392518"/>
                <a:gd name="connsiteX1" fmla="*/ 644376 w 644376"/>
                <a:gd name="connsiteY1" fmla="*/ 0 h 1392518"/>
                <a:gd name="connsiteX2" fmla="*/ 644376 w 644376"/>
                <a:gd name="connsiteY2" fmla="*/ 1392518 h 1392518"/>
                <a:gd name="connsiteX3" fmla="*/ 0 w 644376"/>
                <a:gd name="connsiteY3" fmla="*/ 1392518 h 1392518"/>
                <a:gd name="connsiteX4" fmla="*/ 0 w 644376"/>
                <a:gd name="connsiteY4" fmla="*/ 0 h 1392518"/>
                <a:gd name="connsiteX0" fmla="*/ 0 w 1176282"/>
                <a:gd name="connsiteY0" fmla="*/ 0 h 3460377"/>
                <a:gd name="connsiteX1" fmla="*/ 644376 w 1176282"/>
                <a:gd name="connsiteY1" fmla="*/ 0 h 3460377"/>
                <a:gd name="connsiteX2" fmla="*/ 1176282 w 1176282"/>
                <a:gd name="connsiteY2" fmla="*/ 3460377 h 3460377"/>
                <a:gd name="connsiteX3" fmla="*/ 0 w 1176282"/>
                <a:gd name="connsiteY3" fmla="*/ 1392518 h 3460377"/>
                <a:gd name="connsiteX4" fmla="*/ 0 w 1176282"/>
                <a:gd name="connsiteY4" fmla="*/ 0 h 3460377"/>
                <a:gd name="connsiteX0" fmla="*/ 0 w 1176282"/>
                <a:gd name="connsiteY0" fmla="*/ 0 h 3460377"/>
                <a:gd name="connsiteX1" fmla="*/ 644376 w 1176282"/>
                <a:gd name="connsiteY1" fmla="*/ 0 h 3460377"/>
                <a:gd name="connsiteX2" fmla="*/ 1176282 w 1176282"/>
                <a:gd name="connsiteY2" fmla="*/ 3460377 h 3460377"/>
                <a:gd name="connsiteX3" fmla="*/ 0 w 1176282"/>
                <a:gd name="connsiteY3" fmla="*/ 0 h 3460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6282" h="3460377">
                  <a:moveTo>
                    <a:pt x="0" y="0"/>
                  </a:moveTo>
                  <a:lnTo>
                    <a:pt x="644376" y="0"/>
                  </a:lnTo>
                  <a:lnTo>
                    <a:pt x="1176282" y="34603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778" name="Rectangle 259">
              <a:extLst>
                <a:ext uri="{FF2B5EF4-FFF2-40B4-BE49-F238E27FC236}">
                  <a16:creationId xmlns:a16="http://schemas.microsoft.com/office/drawing/2014/main" id="{5A3076DC-7053-CB86-4071-FF3196AA0A6D}"/>
                </a:ext>
              </a:extLst>
            </p:cNvPr>
            <p:cNvSpPr/>
            <p:nvPr userDrawn="1"/>
          </p:nvSpPr>
          <p:spPr>
            <a:xfrm>
              <a:off x="8331201" y="3535753"/>
              <a:ext cx="3762468" cy="3331212"/>
            </a:xfrm>
            <a:custGeom>
              <a:avLst/>
              <a:gdLst>
                <a:gd name="connsiteX0" fmla="*/ 0 w 792163"/>
                <a:gd name="connsiteY0" fmla="*/ 0 h 786864"/>
                <a:gd name="connsiteX1" fmla="*/ 792163 w 792163"/>
                <a:gd name="connsiteY1" fmla="*/ 0 h 786864"/>
                <a:gd name="connsiteX2" fmla="*/ 792163 w 792163"/>
                <a:gd name="connsiteY2" fmla="*/ 786864 h 786864"/>
                <a:gd name="connsiteX3" fmla="*/ 0 w 792163"/>
                <a:gd name="connsiteY3" fmla="*/ 786864 h 786864"/>
                <a:gd name="connsiteX4" fmla="*/ 0 w 792163"/>
                <a:gd name="connsiteY4" fmla="*/ 0 h 786864"/>
                <a:gd name="connsiteX0" fmla="*/ 0 w 3762468"/>
                <a:gd name="connsiteY0" fmla="*/ 0 h 3326864"/>
                <a:gd name="connsiteX1" fmla="*/ 3762468 w 3762468"/>
                <a:gd name="connsiteY1" fmla="*/ 2540000 h 3326864"/>
                <a:gd name="connsiteX2" fmla="*/ 3762468 w 3762468"/>
                <a:gd name="connsiteY2" fmla="*/ 3326864 h 3326864"/>
                <a:gd name="connsiteX3" fmla="*/ 2970305 w 3762468"/>
                <a:gd name="connsiteY3" fmla="*/ 3326864 h 3326864"/>
                <a:gd name="connsiteX4" fmla="*/ 0 w 3762468"/>
                <a:gd name="connsiteY4" fmla="*/ 0 h 3326864"/>
                <a:gd name="connsiteX0" fmla="*/ 0 w 3762468"/>
                <a:gd name="connsiteY0" fmla="*/ 0 h 3326864"/>
                <a:gd name="connsiteX1" fmla="*/ 3744539 w 3762468"/>
                <a:gd name="connsiteY1" fmla="*/ 3036047 h 3326864"/>
                <a:gd name="connsiteX2" fmla="*/ 3762468 w 3762468"/>
                <a:gd name="connsiteY2" fmla="*/ 3326864 h 3326864"/>
                <a:gd name="connsiteX3" fmla="*/ 2970305 w 3762468"/>
                <a:gd name="connsiteY3" fmla="*/ 3326864 h 3326864"/>
                <a:gd name="connsiteX4" fmla="*/ 0 w 3762468"/>
                <a:gd name="connsiteY4" fmla="*/ 0 h 3326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62468" h="3326864">
                  <a:moveTo>
                    <a:pt x="0" y="0"/>
                  </a:moveTo>
                  <a:lnTo>
                    <a:pt x="3744539" y="3036047"/>
                  </a:lnTo>
                  <a:lnTo>
                    <a:pt x="3762468" y="3326864"/>
                  </a:lnTo>
                  <a:lnTo>
                    <a:pt x="2970305" y="3326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39393E7F-EEFF-2046-BE27-690A502DE54A}"/>
                </a:ext>
              </a:extLst>
            </p:cNvPr>
            <p:cNvSpPr/>
            <p:nvPr userDrawn="1"/>
          </p:nvSpPr>
          <p:spPr>
            <a:xfrm>
              <a:off x="8189844" y="3527033"/>
              <a:ext cx="747423" cy="3339931"/>
            </a:xfrm>
            <a:custGeom>
              <a:avLst/>
              <a:gdLst>
                <a:gd name="connsiteX0" fmla="*/ 115294 w 747423"/>
                <a:gd name="connsiteY0" fmla="*/ 0 h 3319669"/>
                <a:gd name="connsiteX1" fmla="*/ 0 w 747423"/>
                <a:gd name="connsiteY1" fmla="*/ 3319669 h 3319669"/>
                <a:gd name="connsiteX2" fmla="*/ 747423 w 747423"/>
                <a:gd name="connsiteY2" fmla="*/ 3319669 h 3319669"/>
                <a:gd name="connsiteX3" fmla="*/ 115294 w 747423"/>
                <a:gd name="connsiteY3" fmla="*/ 0 h 3319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423" h="3319669">
                  <a:moveTo>
                    <a:pt x="115294" y="0"/>
                  </a:moveTo>
                  <a:lnTo>
                    <a:pt x="0" y="3319669"/>
                  </a:lnTo>
                  <a:lnTo>
                    <a:pt x="747423" y="3319669"/>
                  </a:lnTo>
                  <a:lnTo>
                    <a:pt x="115294" y="0"/>
                  </a:lnTo>
                  <a:close/>
                </a:path>
              </a:pathLst>
            </a:custGeom>
            <a:solidFill>
              <a:srgbClr val="FF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781" name="Isosceles Triangle 724">
              <a:extLst>
                <a:ext uri="{FF2B5EF4-FFF2-40B4-BE49-F238E27FC236}">
                  <a16:creationId xmlns:a16="http://schemas.microsoft.com/office/drawing/2014/main" id="{B19082AB-A446-A73A-4836-1CA3BBEB1AD6}"/>
                </a:ext>
              </a:extLst>
            </p:cNvPr>
            <p:cNvSpPr/>
            <p:nvPr userDrawn="1"/>
          </p:nvSpPr>
          <p:spPr>
            <a:xfrm>
              <a:off x="8300084" y="3532015"/>
              <a:ext cx="126740" cy="3334947"/>
            </a:xfrm>
            <a:custGeom>
              <a:avLst/>
              <a:gdLst>
                <a:gd name="connsiteX0" fmla="*/ 0 w 126740"/>
                <a:gd name="connsiteY0" fmla="*/ 3361690 h 3361690"/>
                <a:gd name="connsiteX1" fmla="*/ 63370 w 126740"/>
                <a:gd name="connsiteY1" fmla="*/ 0 h 3361690"/>
                <a:gd name="connsiteX2" fmla="*/ 126740 w 126740"/>
                <a:gd name="connsiteY2" fmla="*/ 3361690 h 3361690"/>
                <a:gd name="connsiteX3" fmla="*/ 0 w 126740"/>
                <a:gd name="connsiteY3" fmla="*/ 3361690 h 3361690"/>
                <a:gd name="connsiteX0" fmla="*/ 0 w 126740"/>
                <a:gd name="connsiteY0" fmla="*/ 3325831 h 3325831"/>
                <a:gd name="connsiteX1" fmla="*/ 27511 w 126740"/>
                <a:gd name="connsiteY1" fmla="*/ 0 h 3325831"/>
                <a:gd name="connsiteX2" fmla="*/ 126740 w 126740"/>
                <a:gd name="connsiteY2" fmla="*/ 3325831 h 3325831"/>
                <a:gd name="connsiteX3" fmla="*/ 0 w 126740"/>
                <a:gd name="connsiteY3" fmla="*/ 3325831 h 3325831"/>
                <a:gd name="connsiteX0" fmla="*/ 0 w 126740"/>
                <a:gd name="connsiteY0" fmla="*/ 3330594 h 3330594"/>
                <a:gd name="connsiteX1" fmla="*/ 1318 w 126740"/>
                <a:gd name="connsiteY1" fmla="*/ 0 h 3330594"/>
                <a:gd name="connsiteX2" fmla="*/ 126740 w 126740"/>
                <a:gd name="connsiteY2" fmla="*/ 3330594 h 3330594"/>
                <a:gd name="connsiteX3" fmla="*/ 0 w 126740"/>
                <a:gd name="connsiteY3" fmla="*/ 3330594 h 333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740" h="3330594">
                  <a:moveTo>
                    <a:pt x="0" y="3330594"/>
                  </a:moveTo>
                  <a:cubicBezTo>
                    <a:pt x="439" y="2220396"/>
                    <a:pt x="879" y="1110198"/>
                    <a:pt x="1318" y="0"/>
                  </a:cubicBezTo>
                  <a:lnTo>
                    <a:pt x="126740" y="3330594"/>
                  </a:lnTo>
                  <a:lnTo>
                    <a:pt x="0" y="3330594"/>
                  </a:lnTo>
                  <a:close/>
                </a:path>
              </a:pathLst>
            </a:custGeom>
            <a:solidFill>
              <a:srgbClr val="F8AC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783" name="Isosceles Triangle 721">
              <a:extLst>
                <a:ext uri="{FF2B5EF4-FFF2-40B4-BE49-F238E27FC236}">
                  <a16:creationId xmlns:a16="http://schemas.microsoft.com/office/drawing/2014/main" id="{F4DB61AD-8D81-DE49-E7CD-9E7F56144347}"/>
                </a:ext>
              </a:extLst>
            </p:cNvPr>
            <p:cNvSpPr/>
            <p:nvPr userDrawn="1"/>
          </p:nvSpPr>
          <p:spPr>
            <a:xfrm rot="10800000">
              <a:off x="8326958" y="2"/>
              <a:ext cx="1112912" cy="3452931"/>
            </a:xfrm>
            <a:custGeom>
              <a:avLst/>
              <a:gdLst>
                <a:gd name="connsiteX0" fmla="*/ 0 w 659990"/>
                <a:gd name="connsiteY0" fmla="*/ 2946400 h 2946400"/>
                <a:gd name="connsiteX1" fmla="*/ 329995 w 659990"/>
                <a:gd name="connsiteY1" fmla="*/ 0 h 2946400"/>
                <a:gd name="connsiteX2" fmla="*/ 659990 w 659990"/>
                <a:gd name="connsiteY2" fmla="*/ 2946400 h 2946400"/>
                <a:gd name="connsiteX3" fmla="*/ 0 w 659990"/>
                <a:gd name="connsiteY3" fmla="*/ 2946400 h 2946400"/>
                <a:gd name="connsiteX0" fmla="*/ 0 w 682606"/>
                <a:gd name="connsiteY0" fmla="*/ 3442447 h 3442447"/>
                <a:gd name="connsiteX1" fmla="*/ 682606 w 682606"/>
                <a:gd name="connsiteY1" fmla="*/ 0 h 3442447"/>
                <a:gd name="connsiteX2" fmla="*/ 659990 w 682606"/>
                <a:gd name="connsiteY2" fmla="*/ 3442447 h 3442447"/>
                <a:gd name="connsiteX3" fmla="*/ 0 w 682606"/>
                <a:gd name="connsiteY3" fmla="*/ 3442447 h 3442447"/>
                <a:gd name="connsiteX0" fmla="*/ 0 w 682606"/>
                <a:gd name="connsiteY0" fmla="*/ 3442447 h 3442447"/>
                <a:gd name="connsiteX1" fmla="*/ 682606 w 682606"/>
                <a:gd name="connsiteY1" fmla="*/ 0 h 3442447"/>
                <a:gd name="connsiteX2" fmla="*/ 361166 w 682606"/>
                <a:gd name="connsiteY2" fmla="*/ 3442447 h 3442447"/>
                <a:gd name="connsiteX3" fmla="*/ 0 w 682606"/>
                <a:gd name="connsiteY3" fmla="*/ 3442447 h 3442447"/>
                <a:gd name="connsiteX0" fmla="*/ 0 w 1112912"/>
                <a:gd name="connsiteY0" fmla="*/ 3448424 h 3448424"/>
                <a:gd name="connsiteX1" fmla="*/ 1112912 w 1112912"/>
                <a:gd name="connsiteY1" fmla="*/ 0 h 3448424"/>
                <a:gd name="connsiteX2" fmla="*/ 361166 w 1112912"/>
                <a:gd name="connsiteY2" fmla="*/ 3448424 h 3448424"/>
                <a:gd name="connsiteX3" fmla="*/ 0 w 1112912"/>
                <a:gd name="connsiteY3" fmla="*/ 3448424 h 3448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2912" h="3448424">
                  <a:moveTo>
                    <a:pt x="0" y="3448424"/>
                  </a:moveTo>
                  <a:lnTo>
                    <a:pt x="1112912" y="0"/>
                  </a:lnTo>
                  <a:lnTo>
                    <a:pt x="361166" y="3448424"/>
                  </a:lnTo>
                  <a:lnTo>
                    <a:pt x="0" y="3448424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grpSp>
          <p:nvGrpSpPr>
            <p:cNvPr id="784" name="Group 783">
              <a:extLst>
                <a:ext uri="{FF2B5EF4-FFF2-40B4-BE49-F238E27FC236}">
                  <a16:creationId xmlns:a16="http://schemas.microsoft.com/office/drawing/2014/main" id="{03CF74F4-6972-60A6-9520-42555F63C955}"/>
                </a:ext>
              </a:extLst>
            </p:cNvPr>
            <p:cNvGrpSpPr/>
            <p:nvPr userDrawn="1"/>
          </p:nvGrpSpPr>
          <p:grpSpPr>
            <a:xfrm>
              <a:off x="6473825" y="1"/>
              <a:ext cx="5818893" cy="6866963"/>
              <a:chOff x="6473825" y="0"/>
              <a:chExt cx="5818893" cy="6858000"/>
            </a:xfrm>
          </p:grpSpPr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636CED33-C4BF-5A22-2516-CB49C11EAE5D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1438592" cy="3361690"/>
              </a:xfrm>
              <a:custGeom>
                <a:avLst/>
                <a:gdLst>
                  <a:gd name="connsiteX0" fmla="*/ 1438593 w 1438592"/>
                  <a:gd name="connsiteY0" fmla="*/ 3361690 h 3361690"/>
                  <a:gd name="connsiteX1" fmla="*/ 0 w 1438592"/>
                  <a:gd name="connsiteY1" fmla="*/ 0 h 3361690"/>
                  <a:gd name="connsiteX2" fmla="*/ 530543 w 1438592"/>
                  <a:gd name="connsiteY2" fmla="*/ 3361690 h 3361690"/>
                  <a:gd name="connsiteX3" fmla="*/ 1438593 w 143859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8592" h="3361690">
                    <a:moveTo>
                      <a:pt x="1438593" y="3361690"/>
                    </a:moveTo>
                    <a:lnTo>
                      <a:pt x="0" y="0"/>
                    </a:lnTo>
                    <a:lnTo>
                      <a:pt x="530543" y="3361690"/>
                    </a:lnTo>
                    <a:lnTo>
                      <a:pt x="1438593" y="3361690"/>
                    </a:lnTo>
                    <a:close/>
                  </a:path>
                </a:pathLst>
              </a:custGeom>
              <a:solidFill>
                <a:srgbClr val="FF9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F0CCCF85-7D93-8CDB-B2C4-DDD8AA9D0B89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2147570" cy="3361690"/>
              </a:xfrm>
              <a:custGeom>
                <a:avLst/>
                <a:gdLst>
                  <a:gd name="connsiteX0" fmla="*/ 2147571 w 2147570"/>
                  <a:gd name="connsiteY0" fmla="*/ 3361690 h 3361690"/>
                  <a:gd name="connsiteX1" fmla="*/ 0 w 2147570"/>
                  <a:gd name="connsiteY1" fmla="*/ 0 h 3361690"/>
                  <a:gd name="connsiteX2" fmla="*/ 1438593 w 2147570"/>
                  <a:gd name="connsiteY2" fmla="*/ 3361690 h 3361690"/>
                  <a:gd name="connsiteX3" fmla="*/ 2147571 w 2147570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7570" h="3361690">
                    <a:moveTo>
                      <a:pt x="2147571" y="3361690"/>
                    </a:moveTo>
                    <a:lnTo>
                      <a:pt x="0" y="0"/>
                    </a:lnTo>
                    <a:lnTo>
                      <a:pt x="1438593" y="3361690"/>
                    </a:lnTo>
                    <a:lnTo>
                      <a:pt x="2147571" y="3361690"/>
                    </a:lnTo>
                    <a:close/>
                  </a:path>
                </a:pathLst>
              </a:custGeom>
              <a:solidFill>
                <a:srgbClr val="FFDD1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12EA42A1-D5A2-9A8A-D79B-DB21CED44CF5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530542" cy="3361690"/>
              </a:xfrm>
              <a:custGeom>
                <a:avLst/>
                <a:gdLst>
                  <a:gd name="connsiteX0" fmla="*/ 530543 w 530542"/>
                  <a:gd name="connsiteY0" fmla="*/ 3361690 h 3361690"/>
                  <a:gd name="connsiteX1" fmla="*/ 0 w 530542"/>
                  <a:gd name="connsiteY1" fmla="*/ 0 h 3361690"/>
                  <a:gd name="connsiteX2" fmla="*/ 240983 w 530542"/>
                  <a:gd name="connsiteY2" fmla="*/ 3361690 h 3361690"/>
                  <a:gd name="connsiteX3" fmla="*/ 530543 w 53054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0542" h="3361690">
                    <a:moveTo>
                      <a:pt x="530543" y="3361690"/>
                    </a:moveTo>
                    <a:lnTo>
                      <a:pt x="0" y="0"/>
                    </a:lnTo>
                    <a:lnTo>
                      <a:pt x="240983" y="3361690"/>
                    </a:lnTo>
                    <a:lnTo>
                      <a:pt x="530543" y="3361690"/>
                    </a:lnTo>
                    <a:close/>
                  </a:path>
                </a:pathLst>
              </a:custGeom>
              <a:solidFill>
                <a:srgbClr val="FFB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8CA20B0B-15D4-3C73-5A6E-5DF71E3FC371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240982" cy="3361690"/>
              </a:xfrm>
              <a:custGeom>
                <a:avLst/>
                <a:gdLst>
                  <a:gd name="connsiteX0" fmla="*/ 240983 w 240982"/>
                  <a:gd name="connsiteY0" fmla="*/ 3361690 h 3361690"/>
                  <a:gd name="connsiteX1" fmla="*/ 0 w 240982"/>
                  <a:gd name="connsiteY1" fmla="*/ 0 h 3361690"/>
                  <a:gd name="connsiteX2" fmla="*/ 58420 w 240982"/>
                  <a:gd name="connsiteY2" fmla="*/ 3361690 h 3361690"/>
                  <a:gd name="connsiteX3" fmla="*/ 240983 w 24098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0982" h="3361690">
                    <a:moveTo>
                      <a:pt x="240983" y="3361690"/>
                    </a:moveTo>
                    <a:lnTo>
                      <a:pt x="0" y="0"/>
                    </a:lnTo>
                    <a:lnTo>
                      <a:pt x="58420" y="3361690"/>
                    </a:lnTo>
                    <a:lnTo>
                      <a:pt x="240983" y="3361690"/>
                    </a:lnTo>
                    <a:close/>
                  </a:path>
                </a:pathLst>
              </a:custGeom>
              <a:solidFill>
                <a:srgbClr val="FF91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5633E76A-B1B5-CAC2-F7EB-8BD9415C8132}"/>
                  </a:ext>
                </a:extLst>
              </p:cNvPr>
              <p:cNvSpPr/>
              <p:nvPr/>
            </p:nvSpPr>
            <p:spPr>
              <a:xfrm>
                <a:off x="7504747" y="3496309"/>
                <a:ext cx="853757" cy="3361690"/>
              </a:xfrm>
              <a:custGeom>
                <a:avLst/>
                <a:gdLst>
                  <a:gd name="connsiteX0" fmla="*/ 853758 w 853757"/>
                  <a:gd name="connsiteY0" fmla="*/ 3361690 h 3361690"/>
                  <a:gd name="connsiteX1" fmla="*/ 795338 w 853757"/>
                  <a:gd name="connsiteY1" fmla="*/ 0 h 3361690"/>
                  <a:gd name="connsiteX2" fmla="*/ 0 w 853757"/>
                  <a:gd name="connsiteY2" fmla="*/ 3361690 h 3361690"/>
                  <a:gd name="connsiteX3" fmla="*/ 853758 w 853757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53757" h="3361690">
                    <a:moveTo>
                      <a:pt x="853758" y="3361690"/>
                    </a:moveTo>
                    <a:lnTo>
                      <a:pt x="795338" y="0"/>
                    </a:lnTo>
                    <a:lnTo>
                      <a:pt x="0" y="3361690"/>
                    </a:lnTo>
                    <a:lnTo>
                      <a:pt x="853758" y="3361690"/>
                    </a:lnTo>
                    <a:close/>
                  </a:path>
                </a:pathLst>
              </a:custGeom>
              <a:gradFill>
                <a:gsLst>
                  <a:gs pos="0">
                    <a:srgbClr val="FF7400">
                      <a:alpha val="89804"/>
                    </a:srgbClr>
                  </a:gs>
                  <a:gs pos="20000">
                    <a:srgbClr val="FD7F04">
                      <a:alpha val="89804"/>
                    </a:srgbClr>
                  </a:gs>
                  <a:gs pos="70000">
                    <a:srgbClr val="F99E0F"/>
                  </a:gs>
                  <a:gs pos="100000">
                    <a:srgbClr val="F7B518"/>
                  </a:gs>
                </a:gsLst>
                <a:lin ang="0" scaled="1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2FE245B1-340D-6060-01F3-7E27D0BF5E2B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3891915" cy="3361690"/>
              </a:xfrm>
              <a:custGeom>
                <a:avLst/>
                <a:gdLst>
                  <a:gd name="connsiteX0" fmla="*/ 3891915 w 3891915"/>
                  <a:gd name="connsiteY0" fmla="*/ 3361690 h 3361690"/>
                  <a:gd name="connsiteX1" fmla="*/ 3306763 w 3891915"/>
                  <a:gd name="connsiteY1" fmla="*/ 3361690 h 3361690"/>
                  <a:gd name="connsiteX2" fmla="*/ 0 w 3891915"/>
                  <a:gd name="connsiteY2" fmla="*/ 0 h 3361690"/>
                  <a:gd name="connsiteX3" fmla="*/ 3891915 w 3891915"/>
                  <a:gd name="connsiteY3" fmla="*/ 2713990 h 3361690"/>
                  <a:gd name="connsiteX4" fmla="*/ 3891915 w 3891915"/>
                  <a:gd name="connsiteY4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91915" h="3361690">
                    <a:moveTo>
                      <a:pt x="3891915" y="3361690"/>
                    </a:moveTo>
                    <a:lnTo>
                      <a:pt x="3306763" y="3361690"/>
                    </a:lnTo>
                    <a:lnTo>
                      <a:pt x="0" y="0"/>
                    </a:lnTo>
                    <a:lnTo>
                      <a:pt x="3891915" y="2713990"/>
                    </a:lnTo>
                    <a:lnTo>
                      <a:pt x="3891915" y="3361690"/>
                    </a:lnTo>
                    <a:close/>
                  </a:path>
                </a:pathLst>
              </a:custGeom>
              <a:solidFill>
                <a:srgbClr val="FF9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9213B0F-2D2B-E1B8-A223-88CC785CEE46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3306762" cy="3361690"/>
              </a:xfrm>
              <a:custGeom>
                <a:avLst/>
                <a:gdLst>
                  <a:gd name="connsiteX0" fmla="*/ 3306763 w 3306762"/>
                  <a:gd name="connsiteY0" fmla="*/ 3361690 h 3361690"/>
                  <a:gd name="connsiteX1" fmla="*/ 3012440 w 3306762"/>
                  <a:gd name="connsiteY1" fmla="*/ 3361690 h 3361690"/>
                  <a:gd name="connsiteX2" fmla="*/ 0 w 3306762"/>
                  <a:gd name="connsiteY2" fmla="*/ 0 h 3361690"/>
                  <a:gd name="connsiteX3" fmla="*/ 3306763 w 330676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06762" h="3361690">
                    <a:moveTo>
                      <a:pt x="3306763" y="3361690"/>
                    </a:moveTo>
                    <a:lnTo>
                      <a:pt x="3012440" y="3361690"/>
                    </a:lnTo>
                    <a:lnTo>
                      <a:pt x="0" y="0"/>
                    </a:lnTo>
                    <a:lnTo>
                      <a:pt x="3306763" y="3361690"/>
                    </a:lnTo>
                    <a:close/>
                  </a:path>
                </a:pathLst>
              </a:custGeom>
              <a:solidFill>
                <a:srgbClr val="FF8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9AD414FA-E2AA-BD1F-124D-871FF73D28FF}"/>
                  </a:ext>
                </a:extLst>
              </p:cNvPr>
              <p:cNvSpPr/>
              <p:nvPr/>
            </p:nvSpPr>
            <p:spPr>
              <a:xfrm>
                <a:off x="7310119" y="0"/>
                <a:ext cx="989965" cy="3496309"/>
              </a:xfrm>
              <a:custGeom>
                <a:avLst/>
                <a:gdLst>
                  <a:gd name="connsiteX0" fmla="*/ 0 w 989965"/>
                  <a:gd name="connsiteY0" fmla="*/ 0 h 3496309"/>
                  <a:gd name="connsiteX1" fmla="*/ 989965 w 989965"/>
                  <a:gd name="connsiteY1" fmla="*/ 3496310 h 3496309"/>
                  <a:gd name="connsiteX2" fmla="*/ 464186 w 989965"/>
                  <a:gd name="connsiteY2" fmla="*/ 0 h 3496309"/>
                  <a:gd name="connsiteX3" fmla="*/ 0 w 98996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9965" h="3496309">
                    <a:moveTo>
                      <a:pt x="0" y="0"/>
                    </a:moveTo>
                    <a:lnTo>
                      <a:pt x="989965" y="3496310"/>
                    </a:lnTo>
                    <a:lnTo>
                      <a:pt x="46418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9C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793" name="Graphic 613">
                <a:extLst>
                  <a:ext uri="{FF2B5EF4-FFF2-40B4-BE49-F238E27FC236}">
                    <a16:creationId xmlns:a16="http://schemas.microsoft.com/office/drawing/2014/main" id="{F4E7E71B-0CE4-C91F-23E8-68B21BAFF2F1}"/>
                  </a:ext>
                </a:extLst>
              </p:cNvPr>
              <p:cNvGrpSpPr/>
              <p:nvPr/>
            </p:nvGrpSpPr>
            <p:grpSpPr>
              <a:xfrm>
                <a:off x="6473825" y="0"/>
                <a:ext cx="1826259" cy="3496309"/>
                <a:chOff x="6473825" y="0"/>
                <a:chExt cx="1826259" cy="3496309"/>
              </a:xfrm>
            </p:grpSpPr>
            <p:sp>
              <p:nvSpPr>
                <p:cNvPr id="821" name="Freeform: Shape 820">
                  <a:extLst>
                    <a:ext uri="{FF2B5EF4-FFF2-40B4-BE49-F238E27FC236}">
                      <a16:creationId xmlns:a16="http://schemas.microsoft.com/office/drawing/2014/main" id="{47A66535-2B81-C8B1-FD40-24A3BA83DA85}"/>
                    </a:ext>
                  </a:extLst>
                </p:cNvPr>
                <p:cNvSpPr/>
                <p:nvPr/>
              </p:nvSpPr>
              <p:spPr>
                <a:xfrm>
                  <a:off x="6473825" y="0"/>
                  <a:ext cx="1826259" cy="3496309"/>
                </a:xfrm>
                <a:custGeom>
                  <a:avLst/>
                  <a:gdLst>
                    <a:gd name="connsiteX0" fmla="*/ 0 w 1826259"/>
                    <a:gd name="connsiteY0" fmla="*/ 0 h 3496309"/>
                    <a:gd name="connsiteX1" fmla="*/ 1826260 w 1826259"/>
                    <a:gd name="connsiteY1" fmla="*/ 3496310 h 3496309"/>
                    <a:gd name="connsiteX2" fmla="*/ 180340 w 1826259"/>
                    <a:gd name="connsiteY2" fmla="*/ 0 h 3496309"/>
                    <a:gd name="connsiteX3" fmla="*/ 0 w 182625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26259" h="3496309">
                      <a:moveTo>
                        <a:pt x="0" y="0"/>
                      </a:moveTo>
                      <a:lnTo>
                        <a:pt x="1826260" y="3496310"/>
                      </a:lnTo>
                      <a:lnTo>
                        <a:pt x="18034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9CA0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2" name="Freeform: Shape 821">
                  <a:extLst>
                    <a:ext uri="{FF2B5EF4-FFF2-40B4-BE49-F238E27FC236}">
                      <a16:creationId xmlns:a16="http://schemas.microsoft.com/office/drawing/2014/main" id="{7C470C26-0D1B-2EFD-1EB5-10FB343DC91D}"/>
                    </a:ext>
                  </a:extLst>
                </p:cNvPr>
                <p:cNvSpPr/>
                <p:nvPr/>
              </p:nvSpPr>
              <p:spPr>
                <a:xfrm>
                  <a:off x="6473825" y="0"/>
                  <a:ext cx="1826259" cy="3496309"/>
                </a:xfrm>
                <a:custGeom>
                  <a:avLst/>
                  <a:gdLst>
                    <a:gd name="connsiteX0" fmla="*/ 0 w 1826259"/>
                    <a:gd name="connsiteY0" fmla="*/ 0 h 3496309"/>
                    <a:gd name="connsiteX1" fmla="*/ 1826260 w 1826259"/>
                    <a:gd name="connsiteY1" fmla="*/ 3496310 h 3496309"/>
                    <a:gd name="connsiteX2" fmla="*/ 180340 w 1826259"/>
                    <a:gd name="connsiteY2" fmla="*/ 0 h 3496309"/>
                    <a:gd name="connsiteX3" fmla="*/ 0 w 182625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26259" h="3496309">
                      <a:moveTo>
                        <a:pt x="0" y="0"/>
                      </a:moveTo>
                      <a:lnTo>
                        <a:pt x="1826260" y="3496310"/>
                      </a:lnTo>
                      <a:lnTo>
                        <a:pt x="18034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B221">
                    <a:alpha val="60000"/>
                  </a:srgbClr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794" name="Graphic 613">
                <a:extLst>
                  <a:ext uri="{FF2B5EF4-FFF2-40B4-BE49-F238E27FC236}">
                    <a16:creationId xmlns:a16="http://schemas.microsoft.com/office/drawing/2014/main" id="{260CCB6D-46FF-BADB-DA68-067865FD0C00}"/>
                  </a:ext>
                </a:extLst>
              </p:cNvPr>
              <p:cNvGrpSpPr/>
              <p:nvPr/>
            </p:nvGrpSpPr>
            <p:grpSpPr>
              <a:xfrm>
                <a:off x="6654165" y="0"/>
                <a:ext cx="1645919" cy="3496309"/>
                <a:chOff x="6654165" y="0"/>
                <a:chExt cx="1645919" cy="3496309"/>
              </a:xfrm>
            </p:grpSpPr>
            <p:sp>
              <p:nvSpPr>
                <p:cNvPr id="819" name="Freeform: Shape 818">
                  <a:extLst>
                    <a:ext uri="{FF2B5EF4-FFF2-40B4-BE49-F238E27FC236}">
                      <a16:creationId xmlns:a16="http://schemas.microsoft.com/office/drawing/2014/main" id="{513573F0-D33B-1A24-732D-301B8889DBBE}"/>
                    </a:ext>
                  </a:extLst>
                </p:cNvPr>
                <p:cNvSpPr/>
                <p:nvPr/>
              </p:nvSpPr>
              <p:spPr>
                <a:xfrm>
                  <a:off x="6654165" y="0"/>
                  <a:ext cx="1645919" cy="3496309"/>
                </a:xfrm>
                <a:custGeom>
                  <a:avLst/>
                  <a:gdLst>
                    <a:gd name="connsiteX0" fmla="*/ 655955 w 1645919"/>
                    <a:gd name="connsiteY0" fmla="*/ 0 h 3496309"/>
                    <a:gd name="connsiteX1" fmla="*/ 1645920 w 1645919"/>
                    <a:gd name="connsiteY1" fmla="*/ 3496310 h 3496309"/>
                    <a:gd name="connsiteX2" fmla="*/ 0 w 1645919"/>
                    <a:gd name="connsiteY2" fmla="*/ 0 h 3496309"/>
                    <a:gd name="connsiteX3" fmla="*/ 655955 w 164591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45919" h="3496309">
                      <a:moveTo>
                        <a:pt x="655955" y="0"/>
                      </a:moveTo>
                      <a:lnTo>
                        <a:pt x="1645920" y="3496310"/>
                      </a:lnTo>
                      <a:lnTo>
                        <a:pt x="0" y="0"/>
                      </a:lnTo>
                      <a:lnTo>
                        <a:pt x="655955" y="0"/>
                      </a:lnTo>
                      <a:close/>
                    </a:path>
                  </a:pathLst>
                </a:custGeom>
                <a:solidFill>
                  <a:srgbClr val="80D226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0" name="Freeform: Shape 819">
                  <a:extLst>
                    <a:ext uri="{FF2B5EF4-FFF2-40B4-BE49-F238E27FC236}">
                      <a16:creationId xmlns:a16="http://schemas.microsoft.com/office/drawing/2014/main" id="{03C67307-4DB6-FBCD-83BD-50E9E5984D2D}"/>
                    </a:ext>
                  </a:extLst>
                </p:cNvPr>
                <p:cNvSpPr/>
                <p:nvPr/>
              </p:nvSpPr>
              <p:spPr>
                <a:xfrm>
                  <a:off x="6654165" y="0"/>
                  <a:ext cx="1645919" cy="3496309"/>
                </a:xfrm>
                <a:custGeom>
                  <a:avLst/>
                  <a:gdLst>
                    <a:gd name="connsiteX0" fmla="*/ 655955 w 1645919"/>
                    <a:gd name="connsiteY0" fmla="*/ 0 h 3496309"/>
                    <a:gd name="connsiteX1" fmla="*/ 1645920 w 1645919"/>
                    <a:gd name="connsiteY1" fmla="*/ 3496310 h 3496309"/>
                    <a:gd name="connsiteX2" fmla="*/ 0 w 1645919"/>
                    <a:gd name="connsiteY2" fmla="*/ 0 h 3496309"/>
                    <a:gd name="connsiteX3" fmla="*/ 655955 w 164591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45919" h="3496309">
                      <a:moveTo>
                        <a:pt x="655955" y="0"/>
                      </a:moveTo>
                      <a:lnTo>
                        <a:pt x="1645920" y="3496310"/>
                      </a:lnTo>
                      <a:lnTo>
                        <a:pt x="0" y="0"/>
                      </a:lnTo>
                      <a:lnTo>
                        <a:pt x="655955" y="0"/>
                      </a:lnTo>
                      <a:close/>
                    </a:path>
                  </a:pathLst>
                </a:custGeom>
                <a:gradFill>
                  <a:gsLst>
                    <a:gs pos="10000">
                      <a:srgbClr val="C6EB00"/>
                    </a:gs>
                    <a:gs pos="41000">
                      <a:srgbClr val="C6EB00"/>
                    </a:gs>
                    <a:gs pos="67000">
                      <a:srgbClr val="00A700">
                        <a:alpha val="49804"/>
                      </a:srgbClr>
                    </a:gs>
                    <a:gs pos="83000">
                      <a:schemeClr val="accent6"/>
                    </a:gs>
                  </a:gsLst>
                  <a:lin ang="2046000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795" name="Graphic 613">
                <a:extLst>
                  <a:ext uri="{FF2B5EF4-FFF2-40B4-BE49-F238E27FC236}">
                    <a16:creationId xmlns:a16="http://schemas.microsoft.com/office/drawing/2014/main" id="{15C431FD-5666-9A75-1DE8-A01BA40A38E1}"/>
                  </a:ext>
                </a:extLst>
              </p:cNvPr>
              <p:cNvGrpSpPr/>
              <p:nvPr/>
            </p:nvGrpSpPr>
            <p:grpSpPr>
              <a:xfrm>
                <a:off x="7774305" y="0"/>
                <a:ext cx="960437" cy="3496309"/>
                <a:chOff x="7774305" y="0"/>
                <a:chExt cx="960437" cy="3496309"/>
              </a:xfrm>
            </p:grpSpPr>
            <p:sp>
              <p:nvSpPr>
                <p:cNvPr id="817" name="Freeform: Shape 816">
                  <a:extLst>
                    <a:ext uri="{FF2B5EF4-FFF2-40B4-BE49-F238E27FC236}">
                      <a16:creationId xmlns:a16="http://schemas.microsoft.com/office/drawing/2014/main" id="{11CDCF6B-0A03-3C47-FE91-39C26D9402CD}"/>
                    </a:ext>
                  </a:extLst>
                </p:cNvPr>
                <p:cNvSpPr/>
                <p:nvPr/>
              </p:nvSpPr>
              <p:spPr>
                <a:xfrm>
                  <a:off x="7774305" y="0"/>
                  <a:ext cx="960437" cy="3496309"/>
                </a:xfrm>
                <a:custGeom>
                  <a:avLst/>
                  <a:gdLst>
                    <a:gd name="connsiteX0" fmla="*/ 960438 w 960437"/>
                    <a:gd name="connsiteY0" fmla="*/ 0 h 3496309"/>
                    <a:gd name="connsiteX1" fmla="*/ 525780 w 960437"/>
                    <a:gd name="connsiteY1" fmla="*/ 3496310 h 3496309"/>
                    <a:gd name="connsiteX2" fmla="*/ 0 w 960437"/>
                    <a:gd name="connsiteY2" fmla="*/ 0 h 3496309"/>
                    <a:gd name="connsiteX3" fmla="*/ 960438 w 960437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437" h="3496309">
                      <a:moveTo>
                        <a:pt x="960438" y="0"/>
                      </a:moveTo>
                      <a:lnTo>
                        <a:pt x="525780" y="3496310"/>
                      </a:lnTo>
                      <a:lnTo>
                        <a:pt x="0" y="0"/>
                      </a:lnTo>
                      <a:lnTo>
                        <a:pt x="960438" y="0"/>
                      </a:lnTo>
                      <a:close/>
                    </a:path>
                  </a:pathLst>
                </a:custGeom>
                <a:solidFill>
                  <a:srgbClr val="69CA0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8" name="Freeform: Shape 817">
                  <a:extLst>
                    <a:ext uri="{FF2B5EF4-FFF2-40B4-BE49-F238E27FC236}">
                      <a16:creationId xmlns:a16="http://schemas.microsoft.com/office/drawing/2014/main" id="{551D080F-00B2-5704-CEE4-169585AF0AB4}"/>
                    </a:ext>
                  </a:extLst>
                </p:cNvPr>
                <p:cNvSpPr/>
                <p:nvPr/>
              </p:nvSpPr>
              <p:spPr>
                <a:xfrm>
                  <a:off x="7774305" y="0"/>
                  <a:ext cx="960437" cy="3496309"/>
                </a:xfrm>
                <a:custGeom>
                  <a:avLst/>
                  <a:gdLst>
                    <a:gd name="connsiteX0" fmla="*/ 960438 w 960437"/>
                    <a:gd name="connsiteY0" fmla="*/ 0 h 3496309"/>
                    <a:gd name="connsiteX1" fmla="*/ 525780 w 960437"/>
                    <a:gd name="connsiteY1" fmla="*/ 3496310 h 3496309"/>
                    <a:gd name="connsiteX2" fmla="*/ 0 w 960437"/>
                    <a:gd name="connsiteY2" fmla="*/ 0 h 3496309"/>
                    <a:gd name="connsiteX3" fmla="*/ 960438 w 960437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437" h="3496309">
                      <a:moveTo>
                        <a:pt x="960438" y="0"/>
                      </a:moveTo>
                      <a:lnTo>
                        <a:pt x="525780" y="3496310"/>
                      </a:lnTo>
                      <a:lnTo>
                        <a:pt x="0" y="0"/>
                      </a:lnTo>
                      <a:lnTo>
                        <a:pt x="960438" y="0"/>
                      </a:lnTo>
                      <a:close/>
                    </a:path>
                  </a:pathLst>
                </a:custGeom>
                <a:gradFill>
                  <a:gsLst>
                    <a:gs pos="22000">
                      <a:srgbClr val="C6EB00">
                        <a:alpha val="89804"/>
                      </a:srgbClr>
                    </a:gs>
                    <a:gs pos="35000">
                      <a:srgbClr val="C6EB00">
                        <a:alpha val="69804"/>
                      </a:srgbClr>
                    </a:gs>
                    <a:gs pos="60000">
                      <a:srgbClr val="C6EB00">
                        <a:alpha val="29804"/>
                      </a:srgbClr>
                    </a:gs>
                    <a:gs pos="90000">
                      <a:srgbClr val="C6EB00">
                        <a:alpha val="0"/>
                      </a:srgbClr>
                    </a:gs>
                  </a:gsLst>
                  <a:lin ang="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B695130A-F28F-2A4C-E6F6-27886BFC7067}"/>
                  </a:ext>
                </a:extLst>
              </p:cNvPr>
              <p:cNvSpPr/>
              <p:nvPr/>
            </p:nvSpPr>
            <p:spPr>
              <a:xfrm>
                <a:off x="8300084" y="0"/>
                <a:ext cx="2220595" cy="3496309"/>
              </a:xfrm>
              <a:custGeom>
                <a:avLst/>
                <a:gdLst>
                  <a:gd name="connsiteX0" fmla="*/ 2220596 w 2220595"/>
                  <a:gd name="connsiteY0" fmla="*/ 0 h 3496309"/>
                  <a:gd name="connsiteX1" fmla="*/ 0 w 2220595"/>
                  <a:gd name="connsiteY1" fmla="*/ 3496310 h 3496309"/>
                  <a:gd name="connsiteX2" fmla="*/ 1883093 w 2220595"/>
                  <a:gd name="connsiteY2" fmla="*/ 0 h 3496309"/>
                  <a:gd name="connsiteX3" fmla="*/ 2220596 w 222059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20595" h="3496309">
                    <a:moveTo>
                      <a:pt x="2220596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2220596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DBE114AE-29C9-448A-6626-1D17A2F5DDF4}"/>
                  </a:ext>
                </a:extLst>
              </p:cNvPr>
              <p:cNvSpPr/>
              <p:nvPr/>
            </p:nvSpPr>
            <p:spPr>
              <a:xfrm>
                <a:off x="8300084" y="0"/>
                <a:ext cx="1398587" cy="3496309"/>
              </a:xfrm>
              <a:custGeom>
                <a:avLst/>
                <a:gdLst>
                  <a:gd name="connsiteX0" fmla="*/ 1046163 w 1398587"/>
                  <a:gd name="connsiteY0" fmla="*/ 0 h 3496309"/>
                  <a:gd name="connsiteX1" fmla="*/ 0 w 1398587"/>
                  <a:gd name="connsiteY1" fmla="*/ 3496310 h 3496309"/>
                  <a:gd name="connsiteX2" fmla="*/ 1398588 w 1398587"/>
                  <a:gd name="connsiteY2" fmla="*/ 0 h 3496309"/>
                  <a:gd name="connsiteX3" fmla="*/ 1046163 w 1398587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98587" h="3496309">
                    <a:moveTo>
                      <a:pt x="1046163" y="0"/>
                    </a:moveTo>
                    <a:lnTo>
                      <a:pt x="0" y="3496310"/>
                    </a:lnTo>
                    <a:lnTo>
                      <a:pt x="1398588" y="0"/>
                    </a:lnTo>
                    <a:lnTo>
                      <a:pt x="1046163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8FBC2B82-C25D-6E8E-6D4C-0ACA4FF2955E}"/>
                  </a:ext>
                </a:extLst>
              </p:cNvPr>
              <p:cNvSpPr/>
              <p:nvPr/>
            </p:nvSpPr>
            <p:spPr>
              <a:xfrm>
                <a:off x="8300084" y="0"/>
                <a:ext cx="1046162" cy="3496309"/>
              </a:xfrm>
              <a:custGeom>
                <a:avLst/>
                <a:gdLst>
                  <a:gd name="connsiteX0" fmla="*/ 434658 w 1046162"/>
                  <a:gd name="connsiteY0" fmla="*/ 0 h 3496309"/>
                  <a:gd name="connsiteX1" fmla="*/ 0 w 1046162"/>
                  <a:gd name="connsiteY1" fmla="*/ 3496310 h 3496309"/>
                  <a:gd name="connsiteX2" fmla="*/ 1046163 w 1046162"/>
                  <a:gd name="connsiteY2" fmla="*/ 0 h 3496309"/>
                  <a:gd name="connsiteX3" fmla="*/ 434658 w 104616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6162" h="3496309">
                    <a:moveTo>
                      <a:pt x="434658" y="0"/>
                    </a:moveTo>
                    <a:lnTo>
                      <a:pt x="0" y="3496310"/>
                    </a:lnTo>
                    <a:lnTo>
                      <a:pt x="1046163" y="0"/>
                    </a:lnTo>
                    <a:lnTo>
                      <a:pt x="434658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D6AC41A-4356-5348-377D-86E13FA649DC}"/>
                  </a:ext>
                </a:extLst>
              </p:cNvPr>
              <p:cNvSpPr/>
              <p:nvPr/>
            </p:nvSpPr>
            <p:spPr>
              <a:xfrm>
                <a:off x="8300084" y="0"/>
                <a:ext cx="1046162" cy="3496309"/>
              </a:xfrm>
              <a:custGeom>
                <a:avLst/>
                <a:gdLst>
                  <a:gd name="connsiteX0" fmla="*/ 434658 w 1046162"/>
                  <a:gd name="connsiteY0" fmla="*/ 0 h 3496309"/>
                  <a:gd name="connsiteX1" fmla="*/ 0 w 1046162"/>
                  <a:gd name="connsiteY1" fmla="*/ 3496310 h 3496309"/>
                  <a:gd name="connsiteX2" fmla="*/ 1046163 w 1046162"/>
                  <a:gd name="connsiteY2" fmla="*/ 0 h 3496309"/>
                  <a:gd name="connsiteX3" fmla="*/ 434658 w 104616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6162" h="3496309">
                    <a:moveTo>
                      <a:pt x="434658" y="0"/>
                    </a:moveTo>
                    <a:lnTo>
                      <a:pt x="0" y="3496310"/>
                    </a:lnTo>
                    <a:lnTo>
                      <a:pt x="1046163" y="0"/>
                    </a:lnTo>
                    <a:lnTo>
                      <a:pt x="434658" y="0"/>
                    </a:lnTo>
                    <a:close/>
                  </a:path>
                </a:pathLst>
              </a:custGeom>
              <a:gradFill>
                <a:gsLst>
                  <a:gs pos="36000">
                    <a:srgbClr val="C6EB00"/>
                  </a:gs>
                  <a:gs pos="43000">
                    <a:srgbClr val="9EE545">
                      <a:alpha val="69804"/>
                    </a:srgbClr>
                  </a:gs>
                  <a:gs pos="100000">
                    <a:schemeClr val="accent1"/>
                  </a:gs>
                  <a:gs pos="53000">
                    <a:srgbClr val="4EDAD3">
                      <a:alpha val="0"/>
                    </a:srgbClr>
                  </a:gs>
                </a:gsLst>
                <a:lin ang="78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574816AE-4872-BB0E-96CB-267FC3E1853B}"/>
                  </a:ext>
                </a:extLst>
              </p:cNvPr>
              <p:cNvSpPr/>
              <p:nvPr/>
            </p:nvSpPr>
            <p:spPr>
              <a:xfrm>
                <a:off x="8300084" y="0"/>
                <a:ext cx="1883092" cy="3496309"/>
              </a:xfrm>
              <a:custGeom>
                <a:avLst/>
                <a:gdLst>
                  <a:gd name="connsiteX0" fmla="*/ 1398588 w 1883092"/>
                  <a:gd name="connsiteY0" fmla="*/ 0 h 3496309"/>
                  <a:gd name="connsiteX1" fmla="*/ 0 w 1883092"/>
                  <a:gd name="connsiteY1" fmla="*/ 3496310 h 3496309"/>
                  <a:gd name="connsiteX2" fmla="*/ 1883093 w 1883092"/>
                  <a:gd name="connsiteY2" fmla="*/ 0 h 3496309"/>
                  <a:gd name="connsiteX3" fmla="*/ 1398588 w 188309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3092" h="3496309">
                    <a:moveTo>
                      <a:pt x="1398588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1398588" y="0"/>
                    </a:lnTo>
                    <a:close/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8C02FB2F-5C8D-C4A4-10CF-0E187E786895}"/>
                  </a:ext>
                </a:extLst>
              </p:cNvPr>
              <p:cNvSpPr/>
              <p:nvPr/>
            </p:nvSpPr>
            <p:spPr>
              <a:xfrm>
                <a:off x="8300084" y="0"/>
                <a:ext cx="1883092" cy="3496309"/>
              </a:xfrm>
              <a:custGeom>
                <a:avLst/>
                <a:gdLst>
                  <a:gd name="connsiteX0" fmla="*/ 1398588 w 1883092"/>
                  <a:gd name="connsiteY0" fmla="*/ 0 h 3496309"/>
                  <a:gd name="connsiteX1" fmla="*/ 0 w 1883092"/>
                  <a:gd name="connsiteY1" fmla="*/ 3496310 h 3496309"/>
                  <a:gd name="connsiteX2" fmla="*/ 1883093 w 1883092"/>
                  <a:gd name="connsiteY2" fmla="*/ 0 h 3496309"/>
                  <a:gd name="connsiteX3" fmla="*/ 1398588 w 188309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3092" h="3496309">
                    <a:moveTo>
                      <a:pt x="1398588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1398588" y="0"/>
                    </a:lnTo>
                    <a:close/>
                  </a:path>
                </a:pathLst>
              </a:custGeom>
              <a:solidFill>
                <a:srgbClr val="1F7AE3">
                  <a:alpha val="60000"/>
                </a:srgbClr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5AFB6568-4F88-7CF5-DBC6-AAFE600AFB0E}"/>
                  </a:ext>
                </a:extLst>
              </p:cNvPr>
              <p:cNvSpPr/>
              <p:nvPr/>
            </p:nvSpPr>
            <p:spPr>
              <a:xfrm>
                <a:off x="8300084" y="0"/>
                <a:ext cx="1883092" cy="3496309"/>
              </a:xfrm>
              <a:custGeom>
                <a:avLst/>
                <a:gdLst>
                  <a:gd name="connsiteX0" fmla="*/ 1398588 w 1883092"/>
                  <a:gd name="connsiteY0" fmla="*/ 0 h 3496309"/>
                  <a:gd name="connsiteX1" fmla="*/ 0 w 1883092"/>
                  <a:gd name="connsiteY1" fmla="*/ 3496310 h 3496309"/>
                  <a:gd name="connsiteX2" fmla="*/ 1883093 w 1883092"/>
                  <a:gd name="connsiteY2" fmla="*/ 0 h 3496309"/>
                  <a:gd name="connsiteX3" fmla="*/ 1398588 w 188309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3092" h="3496309">
                    <a:moveTo>
                      <a:pt x="1398588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1398588" y="0"/>
                    </a:lnTo>
                    <a:close/>
                  </a:path>
                </a:pathLst>
              </a:custGeom>
              <a:no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099B10D-5619-3007-F507-4EC592A34066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FD1B00BE-5046-28D6-CE08-9E1758EE00A2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FF44045-7D37-F463-3A26-C91F9A481AC8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gradFill>
                <a:gsLst>
                  <a:gs pos="0">
                    <a:srgbClr val="3ECAFB">
                      <a:alpha val="0"/>
                    </a:srgbClr>
                  </a:gs>
                  <a:gs pos="40000">
                    <a:srgbClr val="3CC7FA">
                      <a:alpha val="52000"/>
                    </a:srgbClr>
                  </a:gs>
                  <a:gs pos="54000">
                    <a:srgbClr val="0068DF"/>
                  </a:gs>
                </a:gsLst>
                <a:lin ang="240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3DE82C00-348A-85AC-6440-F75CFF93245E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no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807" name="Graphic 613">
                <a:extLst>
                  <a:ext uri="{FF2B5EF4-FFF2-40B4-BE49-F238E27FC236}">
                    <a16:creationId xmlns:a16="http://schemas.microsoft.com/office/drawing/2014/main" id="{C507D0A6-1C72-9B81-D04F-07A1EF82DCEE}"/>
                  </a:ext>
                </a:extLst>
              </p:cNvPr>
              <p:cNvGrpSpPr/>
              <p:nvPr/>
            </p:nvGrpSpPr>
            <p:grpSpPr>
              <a:xfrm>
                <a:off x="8300084" y="0"/>
                <a:ext cx="3891915" cy="3496309"/>
                <a:chOff x="8300084" y="0"/>
                <a:chExt cx="3891915" cy="3496309"/>
              </a:xfrm>
            </p:grpSpPr>
            <p:sp>
              <p:nvSpPr>
                <p:cNvPr id="815" name="Freeform: Shape 814">
                  <a:extLst>
                    <a:ext uri="{FF2B5EF4-FFF2-40B4-BE49-F238E27FC236}">
                      <a16:creationId xmlns:a16="http://schemas.microsoft.com/office/drawing/2014/main" id="{1DD2FE8D-6799-D71A-CA01-EC291DA393FA}"/>
                    </a:ext>
                  </a:extLst>
                </p:cNvPr>
                <p:cNvSpPr/>
                <p:nvPr/>
              </p:nvSpPr>
              <p:spPr>
                <a:xfrm>
                  <a:off x="8300084" y="0"/>
                  <a:ext cx="3891915" cy="3496309"/>
                </a:xfrm>
                <a:custGeom>
                  <a:avLst/>
                  <a:gdLst>
                    <a:gd name="connsiteX0" fmla="*/ 3891915 w 3891915"/>
                    <a:gd name="connsiteY0" fmla="*/ 683895 h 3496309"/>
                    <a:gd name="connsiteX1" fmla="*/ 0 w 3891915"/>
                    <a:gd name="connsiteY1" fmla="*/ 3496310 h 3496309"/>
                    <a:gd name="connsiteX2" fmla="*/ 3284855 w 3891915"/>
                    <a:gd name="connsiteY2" fmla="*/ 0 h 3496309"/>
                    <a:gd name="connsiteX3" fmla="*/ 3891915 w 3891915"/>
                    <a:gd name="connsiteY3" fmla="*/ 0 h 3496309"/>
                    <a:gd name="connsiteX4" fmla="*/ 3891915 w 3891915"/>
                    <a:gd name="connsiteY4" fmla="*/ 683895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91915" h="3496309">
                      <a:moveTo>
                        <a:pt x="3891915" y="683895"/>
                      </a:moveTo>
                      <a:lnTo>
                        <a:pt x="0" y="3496310"/>
                      </a:lnTo>
                      <a:lnTo>
                        <a:pt x="3284855" y="0"/>
                      </a:lnTo>
                      <a:lnTo>
                        <a:pt x="3891915" y="0"/>
                      </a:lnTo>
                      <a:lnTo>
                        <a:pt x="3891915" y="683895"/>
                      </a:lnTo>
                      <a:close/>
                    </a:path>
                  </a:pathLst>
                </a:custGeom>
                <a:solidFill>
                  <a:srgbClr val="0EAFE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6" name="Freeform: Shape 815">
                  <a:extLst>
                    <a:ext uri="{FF2B5EF4-FFF2-40B4-BE49-F238E27FC236}">
                      <a16:creationId xmlns:a16="http://schemas.microsoft.com/office/drawing/2014/main" id="{2BE8CBBA-3ABB-08CB-618D-7BAD90A67548}"/>
                    </a:ext>
                  </a:extLst>
                </p:cNvPr>
                <p:cNvSpPr/>
                <p:nvPr/>
              </p:nvSpPr>
              <p:spPr>
                <a:xfrm>
                  <a:off x="8300084" y="0"/>
                  <a:ext cx="3891915" cy="3496309"/>
                </a:xfrm>
                <a:custGeom>
                  <a:avLst/>
                  <a:gdLst>
                    <a:gd name="connsiteX0" fmla="*/ 3891915 w 3891915"/>
                    <a:gd name="connsiteY0" fmla="*/ 683895 h 3496309"/>
                    <a:gd name="connsiteX1" fmla="*/ 0 w 3891915"/>
                    <a:gd name="connsiteY1" fmla="*/ 3496310 h 3496309"/>
                    <a:gd name="connsiteX2" fmla="*/ 3284855 w 3891915"/>
                    <a:gd name="connsiteY2" fmla="*/ 0 h 3496309"/>
                    <a:gd name="connsiteX3" fmla="*/ 3891915 w 3891915"/>
                    <a:gd name="connsiteY3" fmla="*/ 0 h 3496309"/>
                    <a:gd name="connsiteX4" fmla="*/ 3891915 w 3891915"/>
                    <a:gd name="connsiteY4" fmla="*/ 683895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91915" h="3496309">
                      <a:moveTo>
                        <a:pt x="3891915" y="683895"/>
                      </a:moveTo>
                      <a:lnTo>
                        <a:pt x="0" y="3496310"/>
                      </a:lnTo>
                      <a:lnTo>
                        <a:pt x="3284855" y="0"/>
                      </a:lnTo>
                      <a:lnTo>
                        <a:pt x="3891915" y="0"/>
                      </a:lnTo>
                      <a:lnTo>
                        <a:pt x="3891915" y="683895"/>
                      </a:lnTo>
                      <a:close/>
                    </a:path>
                  </a:pathLst>
                </a:custGeom>
                <a:gradFill>
                  <a:gsLst>
                    <a:gs pos="46000">
                      <a:srgbClr val="0068DF"/>
                    </a:gs>
                    <a:gs pos="100000">
                      <a:srgbClr val="39C7F8"/>
                    </a:gs>
                    <a:gs pos="53000">
                      <a:srgbClr val="3ECAFB">
                        <a:alpha val="89804"/>
                      </a:srgbClr>
                    </a:gs>
                  </a:gsLst>
                  <a:lin ang="276000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08" name="Graphic 613">
                <a:extLst>
                  <a:ext uri="{FF2B5EF4-FFF2-40B4-BE49-F238E27FC236}">
                    <a16:creationId xmlns:a16="http://schemas.microsoft.com/office/drawing/2014/main" id="{1F051D73-72BD-9C74-92C3-B3DBD7C1765E}"/>
                  </a:ext>
                </a:extLst>
              </p:cNvPr>
              <p:cNvGrpSpPr/>
              <p:nvPr/>
            </p:nvGrpSpPr>
            <p:grpSpPr>
              <a:xfrm>
                <a:off x="8300084" y="683894"/>
                <a:ext cx="3930650" cy="2812414"/>
                <a:chOff x="8300084" y="683894"/>
                <a:chExt cx="3930650" cy="2812414"/>
              </a:xfrm>
            </p:grpSpPr>
            <p:sp>
              <p:nvSpPr>
                <p:cNvPr id="813" name="Freeform: Shape 812">
                  <a:extLst>
                    <a:ext uri="{FF2B5EF4-FFF2-40B4-BE49-F238E27FC236}">
                      <a16:creationId xmlns:a16="http://schemas.microsoft.com/office/drawing/2014/main" id="{5C3FA0E3-5CB3-C626-2F49-C4138EB0FD47}"/>
                    </a:ext>
                  </a:extLst>
                </p:cNvPr>
                <p:cNvSpPr/>
                <p:nvPr/>
              </p:nvSpPr>
              <p:spPr>
                <a:xfrm>
                  <a:off x="8300084" y="683894"/>
                  <a:ext cx="3930650" cy="2812414"/>
                </a:xfrm>
                <a:custGeom>
                  <a:avLst/>
                  <a:gdLst>
                    <a:gd name="connsiteX0" fmla="*/ 3891915 w 3930650"/>
                    <a:gd name="connsiteY0" fmla="*/ 0 h 2812414"/>
                    <a:gd name="connsiteX1" fmla="*/ 0 w 3930650"/>
                    <a:gd name="connsiteY1" fmla="*/ 2812415 h 2812414"/>
                    <a:gd name="connsiteX2" fmla="*/ 3930650 w 3930650"/>
                    <a:gd name="connsiteY2" fmla="*/ 1133158 h 28124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930650" h="2812414">
                      <a:moveTo>
                        <a:pt x="3891915" y="0"/>
                      </a:moveTo>
                      <a:lnTo>
                        <a:pt x="0" y="2812415"/>
                      </a:lnTo>
                      <a:lnTo>
                        <a:pt x="3930650" y="1133158"/>
                      </a:lnTo>
                    </a:path>
                  </a:pathLst>
                </a:custGeom>
                <a:solidFill>
                  <a:srgbClr val="0EAFE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4" name="Freeform: Shape 813">
                  <a:extLst>
                    <a:ext uri="{FF2B5EF4-FFF2-40B4-BE49-F238E27FC236}">
                      <a16:creationId xmlns:a16="http://schemas.microsoft.com/office/drawing/2014/main" id="{4DCD25AA-C4D3-4092-17FA-5FB3F8D8027E}"/>
                    </a:ext>
                  </a:extLst>
                </p:cNvPr>
                <p:cNvSpPr/>
                <p:nvPr/>
              </p:nvSpPr>
              <p:spPr>
                <a:xfrm>
                  <a:off x="8300084" y="683894"/>
                  <a:ext cx="3930650" cy="2812414"/>
                </a:xfrm>
                <a:custGeom>
                  <a:avLst/>
                  <a:gdLst>
                    <a:gd name="connsiteX0" fmla="*/ 3891915 w 3930650"/>
                    <a:gd name="connsiteY0" fmla="*/ 0 h 2812414"/>
                    <a:gd name="connsiteX1" fmla="*/ 0 w 3930650"/>
                    <a:gd name="connsiteY1" fmla="*/ 2812415 h 2812414"/>
                    <a:gd name="connsiteX2" fmla="*/ 3930650 w 3930650"/>
                    <a:gd name="connsiteY2" fmla="*/ 1133158 h 28124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930650" h="2812414">
                      <a:moveTo>
                        <a:pt x="3891915" y="0"/>
                      </a:moveTo>
                      <a:lnTo>
                        <a:pt x="0" y="2812415"/>
                      </a:lnTo>
                      <a:lnTo>
                        <a:pt x="3930650" y="1133158"/>
                      </a:lnTo>
                    </a:path>
                  </a:pathLst>
                </a:custGeom>
                <a:gradFill>
                  <a:gsLst>
                    <a:gs pos="47000">
                      <a:srgbClr val="0068DF">
                        <a:alpha val="89804"/>
                      </a:srgbClr>
                    </a:gs>
                    <a:gs pos="34000">
                      <a:srgbClr val="0068DF">
                        <a:alpha val="89804"/>
                      </a:srgbClr>
                    </a:gs>
                    <a:gs pos="58000">
                      <a:srgbClr val="0EAFE0"/>
                    </a:gs>
                  </a:gsLst>
                  <a:lin ang="360000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09" name="Graphic 613">
                <a:extLst>
                  <a:ext uri="{FF2B5EF4-FFF2-40B4-BE49-F238E27FC236}">
                    <a16:creationId xmlns:a16="http://schemas.microsoft.com/office/drawing/2014/main" id="{F86DF028-5FB0-942A-E7F2-8AA9C98D8144}"/>
                  </a:ext>
                </a:extLst>
              </p:cNvPr>
              <p:cNvGrpSpPr/>
              <p:nvPr/>
            </p:nvGrpSpPr>
            <p:grpSpPr>
              <a:xfrm>
                <a:off x="8300084" y="1817052"/>
                <a:ext cx="3930650" cy="1679257"/>
                <a:chOff x="8300084" y="1817052"/>
                <a:chExt cx="3930650" cy="1679257"/>
              </a:xfrm>
            </p:grpSpPr>
            <p:sp>
              <p:nvSpPr>
                <p:cNvPr id="811" name="Freeform: Shape 810">
                  <a:extLst>
                    <a:ext uri="{FF2B5EF4-FFF2-40B4-BE49-F238E27FC236}">
                      <a16:creationId xmlns:a16="http://schemas.microsoft.com/office/drawing/2014/main" id="{BC93CCD2-D0D8-C6EE-4B82-B5ADC35A6BFE}"/>
                    </a:ext>
                  </a:extLst>
                </p:cNvPr>
                <p:cNvSpPr/>
                <p:nvPr/>
              </p:nvSpPr>
              <p:spPr>
                <a:xfrm>
                  <a:off x="8300084" y="1817052"/>
                  <a:ext cx="3930650" cy="1679257"/>
                </a:xfrm>
                <a:custGeom>
                  <a:avLst/>
                  <a:gdLst>
                    <a:gd name="connsiteX0" fmla="*/ 3930650 w 3930650"/>
                    <a:gd name="connsiteY0" fmla="*/ 0 h 1679257"/>
                    <a:gd name="connsiteX1" fmla="*/ 0 w 3930650"/>
                    <a:gd name="connsiteY1" fmla="*/ 1679257 h 1679257"/>
                    <a:gd name="connsiteX2" fmla="*/ 3928746 w 3930650"/>
                    <a:gd name="connsiteY2" fmla="*/ 279400 h 1679257"/>
                    <a:gd name="connsiteX3" fmla="*/ 3930650 w 3930650"/>
                    <a:gd name="connsiteY3" fmla="*/ 0 h 1679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30650" h="1679257">
                      <a:moveTo>
                        <a:pt x="3930650" y="0"/>
                      </a:moveTo>
                      <a:lnTo>
                        <a:pt x="0" y="1679257"/>
                      </a:lnTo>
                      <a:lnTo>
                        <a:pt x="3928746" y="279400"/>
                      </a:lnTo>
                      <a:lnTo>
                        <a:pt x="3930650" y="0"/>
                      </a:lnTo>
                      <a:close/>
                    </a:path>
                  </a:pathLst>
                </a:custGeom>
                <a:solidFill>
                  <a:srgbClr val="0EAFE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2" name="Freeform: Shape 811">
                  <a:extLst>
                    <a:ext uri="{FF2B5EF4-FFF2-40B4-BE49-F238E27FC236}">
                      <a16:creationId xmlns:a16="http://schemas.microsoft.com/office/drawing/2014/main" id="{11412ACA-0D40-4A13-54E9-1FF967ECAE3B}"/>
                    </a:ext>
                  </a:extLst>
                </p:cNvPr>
                <p:cNvSpPr/>
                <p:nvPr/>
              </p:nvSpPr>
              <p:spPr>
                <a:xfrm>
                  <a:off x="8300084" y="1817052"/>
                  <a:ext cx="3930650" cy="1679257"/>
                </a:xfrm>
                <a:custGeom>
                  <a:avLst/>
                  <a:gdLst>
                    <a:gd name="connsiteX0" fmla="*/ 3930650 w 3930650"/>
                    <a:gd name="connsiteY0" fmla="*/ 0 h 1679257"/>
                    <a:gd name="connsiteX1" fmla="*/ 0 w 3930650"/>
                    <a:gd name="connsiteY1" fmla="*/ 1679257 h 1679257"/>
                    <a:gd name="connsiteX2" fmla="*/ 3928746 w 3930650"/>
                    <a:gd name="connsiteY2" fmla="*/ 279400 h 1679257"/>
                    <a:gd name="connsiteX3" fmla="*/ 3930650 w 3930650"/>
                    <a:gd name="connsiteY3" fmla="*/ 0 h 1679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30650" h="1679257">
                      <a:moveTo>
                        <a:pt x="3930650" y="0"/>
                      </a:moveTo>
                      <a:lnTo>
                        <a:pt x="0" y="1679257"/>
                      </a:lnTo>
                      <a:lnTo>
                        <a:pt x="3928746" y="279400"/>
                      </a:lnTo>
                      <a:lnTo>
                        <a:pt x="3930650" y="0"/>
                      </a:lnTo>
                      <a:close/>
                    </a:path>
                  </a:pathLst>
                </a:custGeom>
                <a:solidFill>
                  <a:srgbClr val="26BCED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810" name="Rectangle 809">
                <a:extLst>
                  <a:ext uri="{FF2B5EF4-FFF2-40B4-BE49-F238E27FC236}">
                    <a16:creationId xmlns:a16="http://schemas.microsoft.com/office/drawing/2014/main" id="{64620E3A-B676-25BB-B8B2-720BE7C665CF}"/>
                  </a:ext>
                </a:extLst>
              </p:cNvPr>
              <p:cNvSpPr/>
              <p:nvPr userDrawn="1"/>
            </p:nvSpPr>
            <p:spPr>
              <a:xfrm>
                <a:off x="12200310" y="0"/>
                <a:ext cx="92408" cy="6858000"/>
              </a:xfrm>
              <a:prstGeom prst="rect">
                <a:avLst/>
              </a:prstGeom>
              <a:solidFill>
                <a:srgbClr val="E9ED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64008" bIns="64008" rtlCol="0" anchor="t"/>
              <a:lstStyle/>
              <a:p>
                <a:pPr algn="l"/>
                <a:endParaRPr lang="en-US" dirty="0">
                  <a:latin typeface="Poppins SemiBold" panose="00000700000000000000" pitchFamily="2" charset="0"/>
                  <a:cs typeface="Poppins SemiBold" panose="000007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43361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t in tou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6B2404B-61EC-F3F7-AAAA-6B9C2AF8CB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2" name="Rectangle: Rounded Corners 11">
            <a:hlinkClick r:id="rId2"/>
            <a:extLst>
              <a:ext uri="{FF2B5EF4-FFF2-40B4-BE49-F238E27FC236}">
                <a16:creationId xmlns:a16="http://schemas.microsoft.com/office/drawing/2014/main" id="{75A8E5E3-17F6-9917-83F2-08D1544F023A}"/>
              </a:ext>
            </a:extLst>
          </p:cNvPr>
          <p:cNvSpPr/>
          <p:nvPr/>
        </p:nvSpPr>
        <p:spPr>
          <a:xfrm>
            <a:off x="1342652" y="5351951"/>
            <a:ext cx="1509927" cy="305544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sz="13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nxp.com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4BD66F51-07B2-8F1A-36BF-9A36550A0381}"/>
              </a:ext>
            </a:extLst>
          </p:cNvPr>
          <p:cNvSpPr txBox="1">
            <a:spLocks/>
          </p:cNvSpPr>
          <p:nvPr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Internal  |  </a:t>
            </a:r>
            <a:r>
              <a:rPr lang="en-US" sz="8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2025 NXP B.V. Version 2.9.</a:t>
            </a:r>
          </a:p>
        </p:txBody>
      </p:sp>
      <p:sp>
        <p:nvSpPr>
          <p:cNvPr id="14" name="Title 6">
            <a:extLst>
              <a:ext uri="{FF2B5EF4-FFF2-40B4-BE49-F238E27FC236}">
                <a16:creationId xmlns:a16="http://schemas.microsoft.com/office/drawing/2014/main" id="{AD22C40A-025C-3A65-C23E-81F44AD3D9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2650" y="2122688"/>
            <a:ext cx="5122863" cy="1593836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4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Get in touch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3AF13F-9AC9-D9C7-4132-82EBF52AEA7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42650" y="4184148"/>
            <a:ext cx="5122863" cy="42315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2200" b="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507C134-47D6-3A51-C496-34B2B2CFCF7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42650" y="4685635"/>
            <a:ext cx="5122863" cy="531824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400" b="0">
                <a:solidFill>
                  <a:schemeClr val="tx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email@nxp.com</a:t>
            </a:r>
          </a:p>
          <a:p>
            <a:pPr lvl="0"/>
            <a:r>
              <a:rPr lang="en-US" dirty="0"/>
              <a:t>+00 000 000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5EC22B7-AC50-3533-ED12-C2CA0A67E113}"/>
              </a:ext>
            </a:extLst>
          </p:cNvPr>
          <p:cNvGrpSpPr/>
          <p:nvPr/>
        </p:nvGrpSpPr>
        <p:grpSpPr>
          <a:xfrm>
            <a:off x="532238" y="532263"/>
            <a:ext cx="1522954" cy="515204"/>
            <a:chOff x="532238" y="532263"/>
            <a:chExt cx="1522954" cy="515204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F54202B-6604-81FD-EFD4-BD64CAFE0D1D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anose="00000500000000000000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1BFDC21-8E21-AA5D-658E-54E8B310028F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anose="00000500000000000000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9209123-D416-9ED3-EDB4-22B8716724A4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EAF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anose="00000500000000000000" pitchFamily="2" charset="0"/>
              </a:endParaRPr>
            </a:p>
          </p:txBody>
        </p:sp>
      </p:grpSp>
      <p:grpSp>
        <p:nvGrpSpPr>
          <p:cNvPr id="542" name="Group 541">
            <a:extLst>
              <a:ext uri="{FF2B5EF4-FFF2-40B4-BE49-F238E27FC236}">
                <a16:creationId xmlns:a16="http://schemas.microsoft.com/office/drawing/2014/main" id="{6A53357D-FBFD-3576-4D82-C43A46D6F22E}"/>
              </a:ext>
            </a:extLst>
          </p:cNvPr>
          <p:cNvGrpSpPr/>
          <p:nvPr/>
        </p:nvGrpSpPr>
        <p:grpSpPr>
          <a:xfrm>
            <a:off x="6473825" y="1"/>
            <a:ext cx="5818893" cy="6866964"/>
            <a:chOff x="6473825" y="1"/>
            <a:chExt cx="5818893" cy="6866964"/>
          </a:xfrm>
        </p:grpSpPr>
        <p:sp>
          <p:nvSpPr>
            <p:cNvPr id="543" name="Rectangle 261">
              <a:extLst>
                <a:ext uri="{FF2B5EF4-FFF2-40B4-BE49-F238E27FC236}">
                  <a16:creationId xmlns:a16="http://schemas.microsoft.com/office/drawing/2014/main" id="{B26EC4DC-8AD7-D9F6-2780-F2AE60E035FE}"/>
                </a:ext>
              </a:extLst>
            </p:cNvPr>
            <p:cNvSpPr/>
            <p:nvPr userDrawn="1"/>
          </p:nvSpPr>
          <p:spPr>
            <a:xfrm>
              <a:off x="8319247" y="1"/>
              <a:ext cx="2498165" cy="3446946"/>
            </a:xfrm>
            <a:custGeom>
              <a:avLst/>
              <a:gdLst>
                <a:gd name="connsiteX0" fmla="*/ 0 w 723153"/>
                <a:gd name="connsiteY0" fmla="*/ 0 h 328706"/>
                <a:gd name="connsiteX1" fmla="*/ 723153 w 723153"/>
                <a:gd name="connsiteY1" fmla="*/ 0 h 328706"/>
                <a:gd name="connsiteX2" fmla="*/ 723153 w 723153"/>
                <a:gd name="connsiteY2" fmla="*/ 328706 h 328706"/>
                <a:gd name="connsiteX3" fmla="*/ 0 w 723153"/>
                <a:gd name="connsiteY3" fmla="*/ 328706 h 328706"/>
                <a:gd name="connsiteX4" fmla="*/ 0 w 723153"/>
                <a:gd name="connsiteY4" fmla="*/ 0 h 328706"/>
                <a:gd name="connsiteX0" fmla="*/ 1775012 w 2498165"/>
                <a:gd name="connsiteY0" fmla="*/ 0 h 3442447"/>
                <a:gd name="connsiteX1" fmla="*/ 2498165 w 2498165"/>
                <a:gd name="connsiteY1" fmla="*/ 0 h 3442447"/>
                <a:gd name="connsiteX2" fmla="*/ 2498165 w 2498165"/>
                <a:gd name="connsiteY2" fmla="*/ 328706 h 3442447"/>
                <a:gd name="connsiteX3" fmla="*/ 0 w 2498165"/>
                <a:gd name="connsiteY3" fmla="*/ 3442447 h 3442447"/>
                <a:gd name="connsiteX4" fmla="*/ 1775012 w 2498165"/>
                <a:gd name="connsiteY4" fmla="*/ 0 h 3442447"/>
                <a:gd name="connsiteX0" fmla="*/ 1775012 w 2498165"/>
                <a:gd name="connsiteY0" fmla="*/ 0 h 3442447"/>
                <a:gd name="connsiteX1" fmla="*/ 2498165 w 2498165"/>
                <a:gd name="connsiteY1" fmla="*/ 0 h 3442447"/>
                <a:gd name="connsiteX2" fmla="*/ 0 w 2498165"/>
                <a:gd name="connsiteY2" fmla="*/ 3442447 h 3442447"/>
                <a:gd name="connsiteX3" fmla="*/ 1775012 w 2498165"/>
                <a:gd name="connsiteY3" fmla="*/ 0 h 344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8165" h="3442447">
                  <a:moveTo>
                    <a:pt x="1775012" y="0"/>
                  </a:moveTo>
                  <a:lnTo>
                    <a:pt x="2498165" y="0"/>
                  </a:lnTo>
                  <a:lnTo>
                    <a:pt x="0" y="3442447"/>
                  </a:lnTo>
                  <a:lnTo>
                    <a:pt x="1775012" y="0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544" name="Rectangle 260">
              <a:extLst>
                <a:ext uri="{FF2B5EF4-FFF2-40B4-BE49-F238E27FC236}">
                  <a16:creationId xmlns:a16="http://schemas.microsoft.com/office/drawing/2014/main" id="{DDF80EDE-CC24-05E3-6B51-3E37E4FDEE86}"/>
                </a:ext>
              </a:extLst>
            </p:cNvPr>
            <p:cNvSpPr/>
            <p:nvPr userDrawn="1"/>
          </p:nvSpPr>
          <p:spPr>
            <a:xfrm>
              <a:off x="7129929" y="1"/>
              <a:ext cx="1176282" cy="3464900"/>
            </a:xfrm>
            <a:custGeom>
              <a:avLst/>
              <a:gdLst>
                <a:gd name="connsiteX0" fmla="*/ 0 w 644376"/>
                <a:gd name="connsiteY0" fmla="*/ 0 h 1392518"/>
                <a:gd name="connsiteX1" fmla="*/ 644376 w 644376"/>
                <a:gd name="connsiteY1" fmla="*/ 0 h 1392518"/>
                <a:gd name="connsiteX2" fmla="*/ 644376 w 644376"/>
                <a:gd name="connsiteY2" fmla="*/ 1392518 h 1392518"/>
                <a:gd name="connsiteX3" fmla="*/ 0 w 644376"/>
                <a:gd name="connsiteY3" fmla="*/ 1392518 h 1392518"/>
                <a:gd name="connsiteX4" fmla="*/ 0 w 644376"/>
                <a:gd name="connsiteY4" fmla="*/ 0 h 1392518"/>
                <a:gd name="connsiteX0" fmla="*/ 0 w 1176282"/>
                <a:gd name="connsiteY0" fmla="*/ 0 h 3460377"/>
                <a:gd name="connsiteX1" fmla="*/ 644376 w 1176282"/>
                <a:gd name="connsiteY1" fmla="*/ 0 h 3460377"/>
                <a:gd name="connsiteX2" fmla="*/ 1176282 w 1176282"/>
                <a:gd name="connsiteY2" fmla="*/ 3460377 h 3460377"/>
                <a:gd name="connsiteX3" fmla="*/ 0 w 1176282"/>
                <a:gd name="connsiteY3" fmla="*/ 1392518 h 3460377"/>
                <a:gd name="connsiteX4" fmla="*/ 0 w 1176282"/>
                <a:gd name="connsiteY4" fmla="*/ 0 h 3460377"/>
                <a:gd name="connsiteX0" fmla="*/ 0 w 1176282"/>
                <a:gd name="connsiteY0" fmla="*/ 0 h 3460377"/>
                <a:gd name="connsiteX1" fmla="*/ 644376 w 1176282"/>
                <a:gd name="connsiteY1" fmla="*/ 0 h 3460377"/>
                <a:gd name="connsiteX2" fmla="*/ 1176282 w 1176282"/>
                <a:gd name="connsiteY2" fmla="*/ 3460377 h 3460377"/>
                <a:gd name="connsiteX3" fmla="*/ 0 w 1176282"/>
                <a:gd name="connsiteY3" fmla="*/ 0 h 3460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6282" h="3460377">
                  <a:moveTo>
                    <a:pt x="0" y="0"/>
                  </a:moveTo>
                  <a:lnTo>
                    <a:pt x="644376" y="0"/>
                  </a:lnTo>
                  <a:lnTo>
                    <a:pt x="1176282" y="34603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545" name="Rectangle 259">
              <a:extLst>
                <a:ext uri="{FF2B5EF4-FFF2-40B4-BE49-F238E27FC236}">
                  <a16:creationId xmlns:a16="http://schemas.microsoft.com/office/drawing/2014/main" id="{55A4D127-B57F-7E40-EE1F-DFC12FC49113}"/>
                </a:ext>
              </a:extLst>
            </p:cNvPr>
            <p:cNvSpPr/>
            <p:nvPr userDrawn="1"/>
          </p:nvSpPr>
          <p:spPr>
            <a:xfrm>
              <a:off x="8331201" y="3535753"/>
              <a:ext cx="3762468" cy="3331212"/>
            </a:xfrm>
            <a:custGeom>
              <a:avLst/>
              <a:gdLst>
                <a:gd name="connsiteX0" fmla="*/ 0 w 792163"/>
                <a:gd name="connsiteY0" fmla="*/ 0 h 786864"/>
                <a:gd name="connsiteX1" fmla="*/ 792163 w 792163"/>
                <a:gd name="connsiteY1" fmla="*/ 0 h 786864"/>
                <a:gd name="connsiteX2" fmla="*/ 792163 w 792163"/>
                <a:gd name="connsiteY2" fmla="*/ 786864 h 786864"/>
                <a:gd name="connsiteX3" fmla="*/ 0 w 792163"/>
                <a:gd name="connsiteY3" fmla="*/ 786864 h 786864"/>
                <a:gd name="connsiteX4" fmla="*/ 0 w 792163"/>
                <a:gd name="connsiteY4" fmla="*/ 0 h 786864"/>
                <a:gd name="connsiteX0" fmla="*/ 0 w 3762468"/>
                <a:gd name="connsiteY0" fmla="*/ 0 h 3326864"/>
                <a:gd name="connsiteX1" fmla="*/ 3762468 w 3762468"/>
                <a:gd name="connsiteY1" fmla="*/ 2540000 h 3326864"/>
                <a:gd name="connsiteX2" fmla="*/ 3762468 w 3762468"/>
                <a:gd name="connsiteY2" fmla="*/ 3326864 h 3326864"/>
                <a:gd name="connsiteX3" fmla="*/ 2970305 w 3762468"/>
                <a:gd name="connsiteY3" fmla="*/ 3326864 h 3326864"/>
                <a:gd name="connsiteX4" fmla="*/ 0 w 3762468"/>
                <a:gd name="connsiteY4" fmla="*/ 0 h 3326864"/>
                <a:gd name="connsiteX0" fmla="*/ 0 w 3762468"/>
                <a:gd name="connsiteY0" fmla="*/ 0 h 3326864"/>
                <a:gd name="connsiteX1" fmla="*/ 3744539 w 3762468"/>
                <a:gd name="connsiteY1" fmla="*/ 3036047 h 3326864"/>
                <a:gd name="connsiteX2" fmla="*/ 3762468 w 3762468"/>
                <a:gd name="connsiteY2" fmla="*/ 3326864 h 3326864"/>
                <a:gd name="connsiteX3" fmla="*/ 2970305 w 3762468"/>
                <a:gd name="connsiteY3" fmla="*/ 3326864 h 3326864"/>
                <a:gd name="connsiteX4" fmla="*/ 0 w 3762468"/>
                <a:gd name="connsiteY4" fmla="*/ 0 h 3326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62468" h="3326864">
                  <a:moveTo>
                    <a:pt x="0" y="0"/>
                  </a:moveTo>
                  <a:lnTo>
                    <a:pt x="3744539" y="3036047"/>
                  </a:lnTo>
                  <a:lnTo>
                    <a:pt x="3762468" y="3326864"/>
                  </a:lnTo>
                  <a:lnTo>
                    <a:pt x="2970305" y="3326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6FA44955-B0B9-6561-885D-7FAC1CB018FE}"/>
                </a:ext>
              </a:extLst>
            </p:cNvPr>
            <p:cNvSpPr/>
            <p:nvPr userDrawn="1"/>
          </p:nvSpPr>
          <p:spPr>
            <a:xfrm>
              <a:off x="8189844" y="3527033"/>
              <a:ext cx="747423" cy="3339931"/>
            </a:xfrm>
            <a:custGeom>
              <a:avLst/>
              <a:gdLst>
                <a:gd name="connsiteX0" fmla="*/ 115294 w 747423"/>
                <a:gd name="connsiteY0" fmla="*/ 0 h 3319669"/>
                <a:gd name="connsiteX1" fmla="*/ 0 w 747423"/>
                <a:gd name="connsiteY1" fmla="*/ 3319669 h 3319669"/>
                <a:gd name="connsiteX2" fmla="*/ 747423 w 747423"/>
                <a:gd name="connsiteY2" fmla="*/ 3319669 h 3319669"/>
                <a:gd name="connsiteX3" fmla="*/ 115294 w 747423"/>
                <a:gd name="connsiteY3" fmla="*/ 0 h 3319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423" h="3319669">
                  <a:moveTo>
                    <a:pt x="115294" y="0"/>
                  </a:moveTo>
                  <a:lnTo>
                    <a:pt x="0" y="3319669"/>
                  </a:lnTo>
                  <a:lnTo>
                    <a:pt x="747423" y="3319669"/>
                  </a:lnTo>
                  <a:lnTo>
                    <a:pt x="115294" y="0"/>
                  </a:lnTo>
                  <a:close/>
                </a:path>
              </a:pathLst>
            </a:custGeom>
            <a:solidFill>
              <a:srgbClr val="FF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547" name="Isosceles Triangle 724">
              <a:extLst>
                <a:ext uri="{FF2B5EF4-FFF2-40B4-BE49-F238E27FC236}">
                  <a16:creationId xmlns:a16="http://schemas.microsoft.com/office/drawing/2014/main" id="{72F55682-DBB6-D123-D1F7-14B8CF7BEE83}"/>
                </a:ext>
              </a:extLst>
            </p:cNvPr>
            <p:cNvSpPr/>
            <p:nvPr userDrawn="1"/>
          </p:nvSpPr>
          <p:spPr>
            <a:xfrm>
              <a:off x="8300084" y="3532015"/>
              <a:ext cx="126740" cy="3334947"/>
            </a:xfrm>
            <a:custGeom>
              <a:avLst/>
              <a:gdLst>
                <a:gd name="connsiteX0" fmla="*/ 0 w 126740"/>
                <a:gd name="connsiteY0" fmla="*/ 3361690 h 3361690"/>
                <a:gd name="connsiteX1" fmla="*/ 63370 w 126740"/>
                <a:gd name="connsiteY1" fmla="*/ 0 h 3361690"/>
                <a:gd name="connsiteX2" fmla="*/ 126740 w 126740"/>
                <a:gd name="connsiteY2" fmla="*/ 3361690 h 3361690"/>
                <a:gd name="connsiteX3" fmla="*/ 0 w 126740"/>
                <a:gd name="connsiteY3" fmla="*/ 3361690 h 3361690"/>
                <a:gd name="connsiteX0" fmla="*/ 0 w 126740"/>
                <a:gd name="connsiteY0" fmla="*/ 3325831 h 3325831"/>
                <a:gd name="connsiteX1" fmla="*/ 27511 w 126740"/>
                <a:gd name="connsiteY1" fmla="*/ 0 h 3325831"/>
                <a:gd name="connsiteX2" fmla="*/ 126740 w 126740"/>
                <a:gd name="connsiteY2" fmla="*/ 3325831 h 3325831"/>
                <a:gd name="connsiteX3" fmla="*/ 0 w 126740"/>
                <a:gd name="connsiteY3" fmla="*/ 3325831 h 3325831"/>
                <a:gd name="connsiteX0" fmla="*/ 0 w 126740"/>
                <a:gd name="connsiteY0" fmla="*/ 3330594 h 3330594"/>
                <a:gd name="connsiteX1" fmla="*/ 1318 w 126740"/>
                <a:gd name="connsiteY1" fmla="*/ 0 h 3330594"/>
                <a:gd name="connsiteX2" fmla="*/ 126740 w 126740"/>
                <a:gd name="connsiteY2" fmla="*/ 3330594 h 3330594"/>
                <a:gd name="connsiteX3" fmla="*/ 0 w 126740"/>
                <a:gd name="connsiteY3" fmla="*/ 3330594 h 333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740" h="3330594">
                  <a:moveTo>
                    <a:pt x="0" y="3330594"/>
                  </a:moveTo>
                  <a:cubicBezTo>
                    <a:pt x="439" y="2220396"/>
                    <a:pt x="879" y="1110198"/>
                    <a:pt x="1318" y="0"/>
                  </a:cubicBezTo>
                  <a:lnTo>
                    <a:pt x="126740" y="3330594"/>
                  </a:lnTo>
                  <a:lnTo>
                    <a:pt x="0" y="3330594"/>
                  </a:lnTo>
                  <a:close/>
                </a:path>
              </a:pathLst>
            </a:custGeom>
            <a:solidFill>
              <a:srgbClr val="F8AC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548" name="Isosceles Triangle 721">
              <a:extLst>
                <a:ext uri="{FF2B5EF4-FFF2-40B4-BE49-F238E27FC236}">
                  <a16:creationId xmlns:a16="http://schemas.microsoft.com/office/drawing/2014/main" id="{5AF07073-E310-EB88-3C43-97465922C8EA}"/>
                </a:ext>
              </a:extLst>
            </p:cNvPr>
            <p:cNvSpPr/>
            <p:nvPr userDrawn="1"/>
          </p:nvSpPr>
          <p:spPr>
            <a:xfrm rot="10800000">
              <a:off x="8326958" y="2"/>
              <a:ext cx="1112912" cy="3452931"/>
            </a:xfrm>
            <a:custGeom>
              <a:avLst/>
              <a:gdLst>
                <a:gd name="connsiteX0" fmla="*/ 0 w 659990"/>
                <a:gd name="connsiteY0" fmla="*/ 2946400 h 2946400"/>
                <a:gd name="connsiteX1" fmla="*/ 329995 w 659990"/>
                <a:gd name="connsiteY1" fmla="*/ 0 h 2946400"/>
                <a:gd name="connsiteX2" fmla="*/ 659990 w 659990"/>
                <a:gd name="connsiteY2" fmla="*/ 2946400 h 2946400"/>
                <a:gd name="connsiteX3" fmla="*/ 0 w 659990"/>
                <a:gd name="connsiteY3" fmla="*/ 2946400 h 2946400"/>
                <a:gd name="connsiteX0" fmla="*/ 0 w 682606"/>
                <a:gd name="connsiteY0" fmla="*/ 3442447 h 3442447"/>
                <a:gd name="connsiteX1" fmla="*/ 682606 w 682606"/>
                <a:gd name="connsiteY1" fmla="*/ 0 h 3442447"/>
                <a:gd name="connsiteX2" fmla="*/ 659990 w 682606"/>
                <a:gd name="connsiteY2" fmla="*/ 3442447 h 3442447"/>
                <a:gd name="connsiteX3" fmla="*/ 0 w 682606"/>
                <a:gd name="connsiteY3" fmla="*/ 3442447 h 3442447"/>
                <a:gd name="connsiteX0" fmla="*/ 0 w 682606"/>
                <a:gd name="connsiteY0" fmla="*/ 3442447 h 3442447"/>
                <a:gd name="connsiteX1" fmla="*/ 682606 w 682606"/>
                <a:gd name="connsiteY1" fmla="*/ 0 h 3442447"/>
                <a:gd name="connsiteX2" fmla="*/ 361166 w 682606"/>
                <a:gd name="connsiteY2" fmla="*/ 3442447 h 3442447"/>
                <a:gd name="connsiteX3" fmla="*/ 0 w 682606"/>
                <a:gd name="connsiteY3" fmla="*/ 3442447 h 3442447"/>
                <a:gd name="connsiteX0" fmla="*/ 0 w 1112912"/>
                <a:gd name="connsiteY0" fmla="*/ 3448424 h 3448424"/>
                <a:gd name="connsiteX1" fmla="*/ 1112912 w 1112912"/>
                <a:gd name="connsiteY1" fmla="*/ 0 h 3448424"/>
                <a:gd name="connsiteX2" fmla="*/ 361166 w 1112912"/>
                <a:gd name="connsiteY2" fmla="*/ 3448424 h 3448424"/>
                <a:gd name="connsiteX3" fmla="*/ 0 w 1112912"/>
                <a:gd name="connsiteY3" fmla="*/ 3448424 h 3448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2912" h="3448424">
                  <a:moveTo>
                    <a:pt x="0" y="3448424"/>
                  </a:moveTo>
                  <a:lnTo>
                    <a:pt x="1112912" y="0"/>
                  </a:lnTo>
                  <a:lnTo>
                    <a:pt x="361166" y="3448424"/>
                  </a:lnTo>
                  <a:lnTo>
                    <a:pt x="0" y="3448424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grpSp>
          <p:nvGrpSpPr>
            <p:cNvPr id="549" name="Group 548">
              <a:extLst>
                <a:ext uri="{FF2B5EF4-FFF2-40B4-BE49-F238E27FC236}">
                  <a16:creationId xmlns:a16="http://schemas.microsoft.com/office/drawing/2014/main" id="{09F4899F-5F33-7774-3B76-4F39365788C0}"/>
                </a:ext>
              </a:extLst>
            </p:cNvPr>
            <p:cNvGrpSpPr/>
            <p:nvPr userDrawn="1"/>
          </p:nvGrpSpPr>
          <p:grpSpPr>
            <a:xfrm>
              <a:off x="6473825" y="1"/>
              <a:ext cx="5818893" cy="6866963"/>
              <a:chOff x="6473825" y="0"/>
              <a:chExt cx="5818893" cy="6858000"/>
            </a:xfrm>
          </p:grpSpPr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0EE07984-9ADC-71CB-D91E-B039EF784B0C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1438592" cy="3361690"/>
              </a:xfrm>
              <a:custGeom>
                <a:avLst/>
                <a:gdLst>
                  <a:gd name="connsiteX0" fmla="*/ 1438593 w 1438592"/>
                  <a:gd name="connsiteY0" fmla="*/ 3361690 h 3361690"/>
                  <a:gd name="connsiteX1" fmla="*/ 0 w 1438592"/>
                  <a:gd name="connsiteY1" fmla="*/ 0 h 3361690"/>
                  <a:gd name="connsiteX2" fmla="*/ 530543 w 1438592"/>
                  <a:gd name="connsiteY2" fmla="*/ 3361690 h 3361690"/>
                  <a:gd name="connsiteX3" fmla="*/ 1438593 w 143859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8592" h="3361690">
                    <a:moveTo>
                      <a:pt x="1438593" y="3361690"/>
                    </a:moveTo>
                    <a:lnTo>
                      <a:pt x="0" y="0"/>
                    </a:lnTo>
                    <a:lnTo>
                      <a:pt x="530543" y="3361690"/>
                    </a:lnTo>
                    <a:lnTo>
                      <a:pt x="1438593" y="3361690"/>
                    </a:lnTo>
                    <a:close/>
                  </a:path>
                </a:pathLst>
              </a:custGeom>
              <a:solidFill>
                <a:srgbClr val="FF9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62F70EBA-43A4-43E0-B698-C8CD3A6B6E7C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2147570" cy="3361690"/>
              </a:xfrm>
              <a:custGeom>
                <a:avLst/>
                <a:gdLst>
                  <a:gd name="connsiteX0" fmla="*/ 2147571 w 2147570"/>
                  <a:gd name="connsiteY0" fmla="*/ 3361690 h 3361690"/>
                  <a:gd name="connsiteX1" fmla="*/ 0 w 2147570"/>
                  <a:gd name="connsiteY1" fmla="*/ 0 h 3361690"/>
                  <a:gd name="connsiteX2" fmla="*/ 1438593 w 2147570"/>
                  <a:gd name="connsiteY2" fmla="*/ 3361690 h 3361690"/>
                  <a:gd name="connsiteX3" fmla="*/ 2147571 w 2147570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7570" h="3361690">
                    <a:moveTo>
                      <a:pt x="2147571" y="3361690"/>
                    </a:moveTo>
                    <a:lnTo>
                      <a:pt x="0" y="0"/>
                    </a:lnTo>
                    <a:lnTo>
                      <a:pt x="1438593" y="3361690"/>
                    </a:lnTo>
                    <a:lnTo>
                      <a:pt x="2147571" y="3361690"/>
                    </a:lnTo>
                    <a:close/>
                  </a:path>
                </a:pathLst>
              </a:custGeom>
              <a:solidFill>
                <a:srgbClr val="FFDD1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12BBE7EB-1A2D-94D4-69C9-2959A1FA99F2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530542" cy="3361690"/>
              </a:xfrm>
              <a:custGeom>
                <a:avLst/>
                <a:gdLst>
                  <a:gd name="connsiteX0" fmla="*/ 530543 w 530542"/>
                  <a:gd name="connsiteY0" fmla="*/ 3361690 h 3361690"/>
                  <a:gd name="connsiteX1" fmla="*/ 0 w 530542"/>
                  <a:gd name="connsiteY1" fmla="*/ 0 h 3361690"/>
                  <a:gd name="connsiteX2" fmla="*/ 240983 w 530542"/>
                  <a:gd name="connsiteY2" fmla="*/ 3361690 h 3361690"/>
                  <a:gd name="connsiteX3" fmla="*/ 530543 w 53054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0542" h="3361690">
                    <a:moveTo>
                      <a:pt x="530543" y="3361690"/>
                    </a:moveTo>
                    <a:lnTo>
                      <a:pt x="0" y="0"/>
                    </a:lnTo>
                    <a:lnTo>
                      <a:pt x="240983" y="3361690"/>
                    </a:lnTo>
                    <a:lnTo>
                      <a:pt x="530543" y="3361690"/>
                    </a:lnTo>
                    <a:close/>
                  </a:path>
                </a:pathLst>
              </a:custGeom>
              <a:solidFill>
                <a:srgbClr val="FFB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289BA457-E500-D870-9DD0-DC56A9775A15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240982" cy="3361690"/>
              </a:xfrm>
              <a:custGeom>
                <a:avLst/>
                <a:gdLst>
                  <a:gd name="connsiteX0" fmla="*/ 240983 w 240982"/>
                  <a:gd name="connsiteY0" fmla="*/ 3361690 h 3361690"/>
                  <a:gd name="connsiteX1" fmla="*/ 0 w 240982"/>
                  <a:gd name="connsiteY1" fmla="*/ 0 h 3361690"/>
                  <a:gd name="connsiteX2" fmla="*/ 58420 w 240982"/>
                  <a:gd name="connsiteY2" fmla="*/ 3361690 h 3361690"/>
                  <a:gd name="connsiteX3" fmla="*/ 240983 w 24098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0982" h="3361690">
                    <a:moveTo>
                      <a:pt x="240983" y="3361690"/>
                    </a:moveTo>
                    <a:lnTo>
                      <a:pt x="0" y="0"/>
                    </a:lnTo>
                    <a:lnTo>
                      <a:pt x="58420" y="3361690"/>
                    </a:lnTo>
                    <a:lnTo>
                      <a:pt x="240983" y="3361690"/>
                    </a:lnTo>
                    <a:close/>
                  </a:path>
                </a:pathLst>
              </a:custGeom>
              <a:solidFill>
                <a:srgbClr val="FF91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6FF0E3EE-7DBC-057D-8F9B-2F9805BE146C}"/>
                  </a:ext>
                </a:extLst>
              </p:cNvPr>
              <p:cNvSpPr/>
              <p:nvPr/>
            </p:nvSpPr>
            <p:spPr>
              <a:xfrm>
                <a:off x="7504747" y="3496309"/>
                <a:ext cx="853757" cy="3361690"/>
              </a:xfrm>
              <a:custGeom>
                <a:avLst/>
                <a:gdLst>
                  <a:gd name="connsiteX0" fmla="*/ 853758 w 853757"/>
                  <a:gd name="connsiteY0" fmla="*/ 3361690 h 3361690"/>
                  <a:gd name="connsiteX1" fmla="*/ 795338 w 853757"/>
                  <a:gd name="connsiteY1" fmla="*/ 0 h 3361690"/>
                  <a:gd name="connsiteX2" fmla="*/ 0 w 853757"/>
                  <a:gd name="connsiteY2" fmla="*/ 3361690 h 3361690"/>
                  <a:gd name="connsiteX3" fmla="*/ 853758 w 853757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53757" h="3361690">
                    <a:moveTo>
                      <a:pt x="853758" y="3361690"/>
                    </a:moveTo>
                    <a:lnTo>
                      <a:pt x="795338" y="0"/>
                    </a:lnTo>
                    <a:lnTo>
                      <a:pt x="0" y="3361690"/>
                    </a:lnTo>
                    <a:lnTo>
                      <a:pt x="853758" y="3361690"/>
                    </a:lnTo>
                    <a:close/>
                  </a:path>
                </a:pathLst>
              </a:custGeom>
              <a:gradFill>
                <a:gsLst>
                  <a:gs pos="0">
                    <a:srgbClr val="FF7400">
                      <a:alpha val="89804"/>
                    </a:srgbClr>
                  </a:gs>
                  <a:gs pos="20000">
                    <a:srgbClr val="FD7F04">
                      <a:alpha val="89804"/>
                    </a:srgbClr>
                  </a:gs>
                  <a:gs pos="70000">
                    <a:srgbClr val="F99E0F"/>
                  </a:gs>
                  <a:gs pos="100000">
                    <a:srgbClr val="F7B518"/>
                  </a:gs>
                </a:gsLst>
                <a:lin ang="0" scaled="1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C0D4900B-AB30-6342-0B9F-803B896C8A3B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3891915" cy="3361690"/>
              </a:xfrm>
              <a:custGeom>
                <a:avLst/>
                <a:gdLst>
                  <a:gd name="connsiteX0" fmla="*/ 3891915 w 3891915"/>
                  <a:gd name="connsiteY0" fmla="*/ 3361690 h 3361690"/>
                  <a:gd name="connsiteX1" fmla="*/ 3306763 w 3891915"/>
                  <a:gd name="connsiteY1" fmla="*/ 3361690 h 3361690"/>
                  <a:gd name="connsiteX2" fmla="*/ 0 w 3891915"/>
                  <a:gd name="connsiteY2" fmla="*/ 0 h 3361690"/>
                  <a:gd name="connsiteX3" fmla="*/ 3891915 w 3891915"/>
                  <a:gd name="connsiteY3" fmla="*/ 2713990 h 3361690"/>
                  <a:gd name="connsiteX4" fmla="*/ 3891915 w 3891915"/>
                  <a:gd name="connsiteY4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91915" h="3361690">
                    <a:moveTo>
                      <a:pt x="3891915" y="3361690"/>
                    </a:moveTo>
                    <a:lnTo>
                      <a:pt x="3306763" y="3361690"/>
                    </a:lnTo>
                    <a:lnTo>
                      <a:pt x="0" y="0"/>
                    </a:lnTo>
                    <a:lnTo>
                      <a:pt x="3891915" y="2713990"/>
                    </a:lnTo>
                    <a:lnTo>
                      <a:pt x="3891915" y="3361690"/>
                    </a:lnTo>
                    <a:close/>
                  </a:path>
                </a:pathLst>
              </a:custGeom>
              <a:solidFill>
                <a:srgbClr val="FF9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73A586D3-FF0C-2472-C777-A07221EFCE10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3306762" cy="3361690"/>
              </a:xfrm>
              <a:custGeom>
                <a:avLst/>
                <a:gdLst>
                  <a:gd name="connsiteX0" fmla="*/ 3306763 w 3306762"/>
                  <a:gd name="connsiteY0" fmla="*/ 3361690 h 3361690"/>
                  <a:gd name="connsiteX1" fmla="*/ 3012440 w 3306762"/>
                  <a:gd name="connsiteY1" fmla="*/ 3361690 h 3361690"/>
                  <a:gd name="connsiteX2" fmla="*/ 0 w 3306762"/>
                  <a:gd name="connsiteY2" fmla="*/ 0 h 3361690"/>
                  <a:gd name="connsiteX3" fmla="*/ 3306763 w 330676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06762" h="3361690">
                    <a:moveTo>
                      <a:pt x="3306763" y="3361690"/>
                    </a:moveTo>
                    <a:lnTo>
                      <a:pt x="3012440" y="3361690"/>
                    </a:lnTo>
                    <a:lnTo>
                      <a:pt x="0" y="0"/>
                    </a:lnTo>
                    <a:lnTo>
                      <a:pt x="3306763" y="3361690"/>
                    </a:lnTo>
                    <a:close/>
                  </a:path>
                </a:pathLst>
              </a:custGeom>
              <a:solidFill>
                <a:srgbClr val="FF8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D6773414-47F2-DABD-61D5-E6ED06DD05D9}"/>
                  </a:ext>
                </a:extLst>
              </p:cNvPr>
              <p:cNvSpPr/>
              <p:nvPr/>
            </p:nvSpPr>
            <p:spPr>
              <a:xfrm>
                <a:off x="7310119" y="0"/>
                <a:ext cx="989965" cy="3496309"/>
              </a:xfrm>
              <a:custGeom>
                <a:avLst/>
                <a:gdLst>
                  <a:gd name="connsiteX0" fmla="*/ 0 w 989965"/>
                  <a:gd name="connsiteY0" fmla="*/ 0 h 3496309"/>
                  <a:gd name="connsiteX1" fmla="*/ 989965 w 989965"/>
                  <a:gd name="connsiteY1" fmla="*/ 3496310 h 3496309"/>
                  <a:gd name="connsiteX2" fmla="*/ 464186 w 989965"/>
                  <a:gd name="connsiteY2" fmla="*/ 0 h 3496309"/>
                  <a:gd name="connsiteX3" fmla="*/ 0 w 98996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9965" h="3496309">
                    <a:moveTo>
                      <a:pt x="0" y="0"/>
                    </a:moveTo>
                    <a:lnTo>
                      <a:pt x="989965" y="3496310"/>
                    </a:lnTo>
                    <a:lnTo>
                      <a:pt x="46418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9C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558" name="Graphic 613">
                <a:extLst>
                  <a:ext uri="{FF2B5EF4-FFF2-40B4-BE49-F238E27FC236}">
                    <a16:creationId xmlns:a16="http://schemas.microsoft.com/office/drawing/2014/main" id="{376AE789-A4A9-C82A-FF1B-28206395134E}"/>
                  </a:ext>
                </a:extLst>
              </p:cNvPr>
              <p:cNvGrpSpPr/>
              <p:nvPr/>
            </p:nvGrpSpPr>
            <p:grpSpPr>
              <a:xfrm>
                <a:off x="6473825" y="0"/>
                <a:ext cx="1826259" cy="3496309"/>
                <a:chOff x="6473825" y="0"/>
                <a:chExt cx="1826259" cy="3496309"/>
              </a:xfrm>
            </p:grpSpPr>
            <p:sp>
              <p:nvSpPr>
                <p:cNvPr id="586" name="Freeform: Shape 585">
                  <a:extLst>
                    <a:ext uri="{FF2B5EF4-FFF2-40B4-BE49-F238E27FC236}">
                      <a16:creationId xmlns:a16="http://schemas.microsoft.com/office/drawing/2014/main" id="{EEBD9E5A-599F-B6EC-311B-4DEA4B23AE73}"/>
                    </a:ext>
                  </a:extLst>
                </p:cNvPr>
                <p:cNvSpPr/>
                <p:nvPr/>
              </p:nvSpPr>
              <p:spPr>
                <a:xfrm>
                  <a:off x="6473825" y="0"/>
                  <a:ext cx="1826259" cy="3496309"/>
                </a:xfrm>
                <a:custGeom>
                  <a:avLst/>
                  <a:gdLst>
                    <a:gd name="connsiteX0" fmla="*/ 0 w 1826259"/>
                    <a:gd name="connsiteY0" fmla="*/ 0 h 3496309"/>
                    <a:gd name="connsiteX1" fmla="*/ 1826260 w 1826259"/>
                    <a:gd name="connsiteY1" fmla="*/ 3496310 h 3496309"/>
                    <a:gd name="connsiteX2" fmla="*/ 180340 w 1826259"/>
                    <a:gd name="connsiteY2" fmla="*/ 0 h 3496309"/>
                    <a:gd name="connsiteX3" fmla="*/ 0 w 182625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26259" h="3496309">
                      <a:moveTo>
                        <a:pt x="0" y="0"/>
                      </a:moveTo>
                      <a:lnTo>
                        <a:pt x="1826260" y="3496310"/>
                      </a:lnTo>
                      <a:lnTo>
                        <a:pt x="18034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9CA0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7" name="Freeform: Shape 586">
                  <a:extLst>
                    <a:ext uri="{FF2B5EF4-FFF2-40B4-BE49-F238E27FC236}">
                      <a16:creationId xmlns:a16="http://schemas.microsoft.com/office/drawing/2014/main" id="{9DF72B13-3207-BE92-6FD0-D41D43CE8F2E}"/>
                    </a:ext>
                  </a:extLst>
                </p:cNvPr>
                <p:cNvSpPr/>
                <p:nvPr/>
              </p:nvSpPr>
              <p:spPr>
                <a:xfrm>
                  <a:off x="6473825" y="0"/>
                  <a:ext cx="1826259" cy="3496309"/>
                </a:xfrm>
                <a:custGeom>
                  <a:avLst/>
                  <a:gdLst>
                    <a:gd name="connsiteX0" fmla="*/ 0 w 1826259"/>
                    <a:gd name="connsiteY0" fmla="*/ 0 h 3496309"/>
                    <a:gd name="connsiteX1" fmla="*/ 1826260 w 1826259"/>
                    <a:gd name="connsiteY1" fmla="*/ 3496310 h 3496309"/>
                    <a:gd name="connsiteX2" fmla="*/ 180340 w 1826259"/>
                    <a:gd name="connsiteY2" fmla="*/ 0 h 3496309"/>
                    <a:gd name="connsiteX3" fmla="*/ 0 w 182625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26259" h="3496309">
                      <a:moveTo>
                        <a:pt x="0" y="0"/>
                      </a:moveTo>
                      <a:lnTo>
                        <a:pt x="1826260" y="3496310"/>
                      </a:lnTo>
                      <a:lnTo>
                        <a:pt x="18034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B221">
                    <a:alpha val="60000"/>
                  </a:srgbClr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59" name="Graphic 613">
                <a:extLst>
                  <a:ext uri="{FF2B5EF4-FFF2-40B4-BE49-F238E27FC236}">
                    <a16:creationId xmlns:a16="http://schemas.microsoft.com/office/drawing/2014/main" id="{AEE842FF-5A1B-65D2-6276-E4D41C58D86B}"/>
                  </a:ext>
                </a:extLst>
              </p:cNvPr>
              <p:cNvGrpSpPr/>
              <p:nvPr/>
            </p:nvGrpSpPr>
            <p:grpSpPr>
              <a:xfrm>
                <a:off x="6654165" y="0"/>
                <a:ext cx="1645919" cy="3496309"/>
                <a:chOff x="6654165" y="0"/>
                <a:chExt cx="1645919" cy="3496309"/>
              </a:xfrm>
            </p:grpSpPr>
            <p:sp>
              <p:nvSpPr>
                <p:cNvPr id="584" name="Freeform: Shape 583">
                  <a:extLst>
                    <a:ext uri="{FF2B5EF4-FFF2-40B4-BE49-F238E27FC236}">
                      <a16:creationId xmlns:a16="http://schemas.microsoft.com/office/drawing/2014/main" id="{13CE096A-0EA6-6C28-8D39-B6A423BFA9D7}"/>
                    </a:ext>
                  </a:extLst>
                </p:cNvPr>
                <p:cNvSpPr/>
                <p:nvPr/>
              </p:nvSpPr>
              <p:spPr>
                <a:xfrm>
                  <a:off x="6654165" y="0"/>
                  <a:ext cx="1645919" cy="3496309"/>
                </a:xfrm>
                <a:custGeom>
                  <a:avLst/>
                  <a:gdLst>
                    <a:gd name="connsiteX0" fmla="*/ 655955 w 1645919"/>
                    <a:gd name="connsiteY0" fmla="*/ 0 h 3496309"/>
                    <a:gd name="connsiteX1" fmla="*/ 1645920 w 1645919"/>
                    <a:gd name="connsiteY1" fmla="*/ 3496310 h 3496309"/>
                    <a:gd name="connsiteX2" fmla="*/ 0 w 1645919"/>
                    <a:gd name="connsiteY2" fmla="*/ 0 h 3496309"/>
                    <a:gd name="connsiteX3" fmla="*/ 655955 w 164591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45919" h="3496309">
                      <a:moveTo>
                        <a:pt x="655955" y="0"/>
                      </a:moveTo>
                      <a:lnTo>
                        <a:pt x="1645920" y="3496310"/>
                      </a:lnTo>
                      <a:lnTo>
                        <a:pt x="0" y="0"/>
                      </a:lnTo>
                      <a:lnTo>
                        <a:pt x="655955" y="0"/>
                      </a:lnTo>
                      <a:close/>
                    </a:path>
                  </a:pathLst>
                </a:custGeom>
                <a:solidFill>
                  <a:srgbClr val="80D226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5" name="Freeform: Shape 584">
                  <a:extLst>
                    <a:ext uri="{FF2B5EF4-FFF2-40B4-BE49-F238E27FC236}">
                      <a16:creationId xmlns:a16="http://schemas.microsoft.com/office/drawing/2014/main" id="{4BC33E0A-1A5C-540C-15B9-9808AA0C6F4D}"/>
                    </a:ext>
                  </a:extLst>
                </p:cNvPr>
                <p:cNvSpPr/>
                <p:nvPr/>
              </p:nvSpPr>
              <p:spPr>
                <a:xfrm>
                  <a:off x="6654165" y="0"/>
                  <a:ext cx="1645919" cy="3496309"/>
                </a:xfrm>
                <a:custGeom>
                  <a:avLst/>
                  <a:gdLst>
                    <a:gd name="connsiteX0" fmla="*/ 655955 w 1645919"/>
                    <a:gd name="connsiteY0" fmla="*/ 0 h 3496309"/>
                    <a:gd name="connsiteX1" fmla="*/ 1645920 w 1645919"/>
                    <a:gd name="connsiteY1" fmla="*/ 3496310 h 3496309"/>
                    <a:gd name="connsiteX2" fmla="*/ 0 w 1645919"/>
                    <a:gd name="connsiteY2" fmla="*/ 0 h 3496309"/>
                    <a:gd name="connsiteX3" fmla="*/ 655955 w 164591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45919" h="3496309">
                      <a:moveTo>
                        <a:pt x="655955" y="0"/>
                      </a:moveTo>
                      <a:lnTo>
                        <a:pt x="1645920" y="3496310"/>
                      </a:lnTo>
                      <a:lnTo>
                        <a:pt x="0" y="0"/>
                      </a:lnTo>
                      <a:lnTo>
                        <a:pt x="655955" y="0"/>
                      </a:lnTo>
                      <a:close/>
                    </a:path>
                  </a:pathLst>
                </a:custGeom>
                <a:gradFill>
                  <a:gsLst>
                    <a:gs pos="10000">
                      <a:srgbClr val="C6EB00"/>
                    </a:gs>
                    <a:gs pos="41000">
                      <a:srgbClr val="C6EB00"/>
                    </a:gs>
                    <a:gs pos="67000">
                      <a:srgbClr val="00A700">
                        <a:alpha val="49804"/>
                      </a:srgbClr>
                    </a:gs>
                    <a:gs pos="83000">
                      <a:schemeClr val="accent6"/>
                    </a:gs>
                  </a:gsLst>
                  <a:lin ang="2046000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60" name="Graphic 613">
                <a:extLst>
                  <a:ext uri="{FF2B5EF4-FFF2-40B4-BE49-F238E27FC236}">
                    <a16:creationId xmlns:a16="http://schemas.microsoft.com/office/drawing/2014/main" id="{F188C402-C54C-A8C2-D898-0B11DBA3C367}"/>
                  </a:ext>
                </a:extLst>
              </p:cNvPr>
              <p:cNvGrpSpPr/>
              <p:nvPr/>
            </p:nvGrpSpPr>
            <p:grpSpPr>
              <a:xfrm>
                <a:off x="7774305" y="0"/>
                <a:ext cx="960437" cy="3496309"/>
                <a:chOff x="7774305" y="0"/>
                <a:chExt cx="960437" cy="3496309"/>
              </a:xfrm>
            </p:grpSpPr>
            <p:sp>
              <p:nvSpPr>
                <p:cNvPr id="582" name="Freeform: Shape 581">
                  <a:extLst>
                    <a:ext uri="{FF2B5EF4-FFF2-40B4-BE49-F238E27FC236}">
                      <a16:creationId xmlns:a16="http://schemas.microsoft.com/office/drawing/2014/main" id="{2737D7C4-310C-16B8-DD2D-18B6A9958E83}"/>
                    </a:ext>
                  </a:extLst>
                </p:cNvPr>
                <p:cNvSpPr/>
                <p:nvPr/>
              </p:nvSpPr>
              <p:spPr>
                <a:xfrm>
                  <a:off x="7774305" y="0"/>
                  <a:ext cx="960437" cy="3496309"/>
                </a:xfrm>
                <a:custGeom>
                  <a:avLst/>
                  <a:gdLst>
                    <a:gd name="connsiteX0" fmla="*/ 960438 w 960437"/>
                    <a:gd name="connsiteY0" fmla="*/ 0 h 3496309"/>
                    <a:gd name="connsiteX1" fmla="*/ 525780 w 960437"/>
                    <a:gd name="connsiteY1" fmla="*/ 3496310 h 3496309"/>
                    <a:gd name="connsiteX2" fmla="*/ 0 w 960437"/>
                    <a:gd name="connsiteY2" fmla="*/ 0 h 3496309"/>
                    <a:gd name="connsiteX3" fmla="*/ 960438 w 960437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437" h="3496309">
                      <a:moveTo>
                        <a:pt x="960438" y="0"/>
                      </a:moveTo>
                      <a:lnTo>
                        <a:pt x="525780" y="3496310"/>
                      </a:lnTo>
                      <a:lnTo>
                        <a:pt x="0" y="0"/>
                      </a:lnTo>
                      <a:lnTo>
                        <a:pt x="960438" y="0"/>
                      </a:lnTo>
                      <a:close/>
                    </a:path>
                  </a:pathLst>
                </a:custGeom>
                <a:solidFill>
                  <a:srgbClr val="69CA0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3" name="Freeform: Shape 582">
                  <a:extLst>
                    <a:ext uri="{FF2B5EF4-FFF2-40B4-BE49-F238E27FC236}">
                      <a16:creationId xmlns:a16="http://schemas.microsoft.com/office/drawing/2014/main" id="{43D83EF8-E53E-A4FE-1E44-486DFD3CDAFD}"/>
                    </a:ext>
                  </a:extLst>
                </p:cNvPr>
                <p:cNvSpPr/>
                <p:nvPr/>
              </p:nvSpPr>
              <p:spPr>
                <a:xfrm>
                  <a:off x="7774305" y="0"/>
                  <a:ext cx="960437" cy="3496309"/>
                </a:xfrm>
                <a:custGeom>
                  <a:avLst/>
                  <a:gdLst>
                    <a:gd name="connsiteX0" fmla="*/ 960438 w 960437"/>
                    <a:gd name="connsiteY0" fmla="*/ 0 h 3496309"/>
                    <a:gd name="connsiteX1" fmla="*/ 525780 w 960437"/>
                    <a:gd name="connsiteY1" fmla="*/ 3496310 h 3496309"/>
                    <a:gd name="connsiteX2" fmla="*/ 0 w 960437"/>
                    <a:gd name="connsiteY2" fmla="*/ 0 h 3496309"/>
                    <a:gd name="connsiteX3" fmla="*/ 960438 w 960437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437" h="3496309">
                      <a:moveTo>
                        <a:pt x="960438" y="0"/>
                      </a:moveTo>
                      <a:lnTo>
                        <a:pt x="525780" y="3496310"/>
                      </a:lnTo>
                      <a:lnTo>
                        <a:pt x="0" y="0"/>
                      </a:lnTo>
                      <a:lnTo>
                        <a:pt x="960438" y="0"/>
                      </a:lnTo>
                      <a:close/>
                    </a:path>
                  </a:pathLst>
                </a:custGeom>
                <a:gradFill>
                  <a:gsLst>
                    <a:gs pos="22000">
                      <a:srgbClr val="C6EB00">
                        <a:alpha val="89804"/>
                      </a:srgbClr>
                    </a:gs>
                    <a:gs pos="35000">
                      <a:srgbClr val="C6EB00">
                        <a:alpha val="69804"/>
                      </a:srgbClr>
                    </a:gs>
                    <a:gs pos="60000">
                      <a:srgbClr val="C6EB00">
                        <a:alpha val="29804"/>
                      </a:srgbClr>
                    </a:gs>
                    <a:gs pos="90000">
                      <a:srgbClr val="C6EB00">
                        <a:alpha val="0"/>
                      </a:srgbClr>
                    </a:gs>
                  </a:gsLst>
                  <a:lin ang="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7B5068F8-DEDD-1F3E-6761-C7A2D37011DC}"/>
                  </a:ext>
                </a:extLst>
              </p:cNvPr>
              <p:cNvSpPr/>
              <p:nvPr/>
            </p:nvSpPr>
            <p:spPr>
              <a:xfrm>
                <a:off x="8300084" y="0"/>
                <a:ext cx="2220595" cy="3496309"/>
              </a:xfrm>
              <a:custGeom>
                <a:avLst/>
                <a:gdLst>
                  <a:gd name="connsiteX0" fmla="*/ 2220596 w 2220595"/>
                  <a:gd name="connsiteY0" fmla="*/ 0 h 3496309"/>
                  <a:gd name="connsiteX1" fmla="*/ 0 w 2220595"/>
                  <a:gd name="connsiteY1" fmla="*/ 3496310 h 3496309"/>
                  <a:gd name="connsiteX2" fmla="*/ 1883093 w 2220595"/>
                  <a:gd name="connsiteY2" fmla="*/ 0 h 3496309"/>
                  <a:gd name="connsiteX3" fmla="*/ 2220596 w 222059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20595" h="3496309">
                    <a:moveTo>
                      <a:pt x="2220596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2220596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D61AA6BA-4AF6-1388-6BDD-24007C34E660}"/>
                  </a:ext>
                </a:extLst>
              </p:cNvPr>
              <p:cNvSpPr/>
              <p:nvPr/>
            </p:nvSpPr>
            <p:spPr>
              <a:xfrm>
                <a:off x="8300084" y="0"/>
                <a:ext cx="1398587" cy="3496309"/>
              </a:xfrm>
              <a:custGeom>
                <a:avLst/>
                <a:gdLst>
                  <a:gd name="connsiteX0" fmla="*/ 1046163 w 1398587"/>
                  <a:gd name="connsiteY0" fmla="*/ 0 h 3496309"/>
                  <a:gd name="connsiteX1" fmla="*/ 0 w 1398587"/>
                  <a:gd name="connsiteY1" fmla="*/ 3496310 h 3496309"/>
                  <a:gd name="connsiteX2" fmla="*/ 1398588 w 1398587"/>
                  <a:gd name="connsiteY2" fmla="*/ 0 h 3496309"/>
                  <a:gd name="connsiteX3" fmla="*/ 1046163 w 1398587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98587" h="3496309">
                    <a:moveTo>
                      <a:pt x="1046163" y="0"/>
                    </a:moveTo>
                    <a:lnTo>
                      <a:pt x="0" y="3496310"/>
                    </a:lnTo>
                    <a:lnTo>
                      <a:pt x="1398588" y="0"/>
                    </a:lnTo>
                    <a:lnTo>
                      <a:pt x="1046163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86CBF267-D079-8CF7-381F-5B2DF7E426B2}"/>
                  </a:ext>
                </a:extLst>
              </p:cNvPr>
              <p:cNvSpPr/>
              <p:nvPr/>
            </p:nvSpPr>
            <p:spPr>
              <a:xfrm>
                <a:off x="8300084" y="0"/>
                <a:ext cx="1046162" cy="3496309"/>
              </a:xfrm>
              <a:custGeom>
                <a:avLst/>
                <a:gdLst>
                  <a:gd name="connsiteX0" fmla="*/ 434658 w 1046162"/>
                  <a:gd name="connsiteY0" fmla="*/ 0 h 3496309"/>
                  <a:gd name="connsiteX1" fmla="*/ 0 w 1046162"/>
                  <a:gd name="connsiteY1" fmla="*/ 3496310 h 3496309"/>
                  <a:gd name="connsiteX2" fmla="*/ 1046163 w 1046162"/>
                  <a:gd name="connsiteY2" fmla="*/ 0 h 3496309"/>
                  <a:gd name="connsiteX3" fmla="*/ 434658 w 104616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6162" h="3496309">
                    <a:moveTo>
                      <a:pt x="434658" y="0"/>
                    </a:moveTo>
                    <a:lnTo>
                      <a:pt x="0" y="3496310"/>
                    </a:lnTo>
                    <a:lnTo>
                      <a:pt x="1046163" y="0"/>
                    </a:lnTo>
                    <a:lnTo>
                      <a:pt x="434658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33867109-A07A-77BE-8263-A9EDCC2AC995}"/>
                  </a:ext>
                </a:extLst>
              </p:cNvPr>
              <p:cNvSpPr/>
              <p:nvPr/>
            </p:nvSpPr>
            <p:spPr>
              <a:xfrm>
                <a:off x="8300084" y="0"/>
                <a:ext cx="1046162" cy="3496309"/>
              </a:xfrm>
              <a:custGeom>
                <a:avLst/>
                <a:gdLst>
                  <a:gd name="connsiteX0" fmla="*/ 434658 w 1046162"/>
                  <a:gd name="connsiteY0" fmla="*/ 0 h 3496309"/>
                  <a:gd name="connsiteX1" fmla="*/ 0 w 1046162"/>
                  <a:gd name="connsiteY1" fmla="*/ 3496310 h 3496309"/>
                  <a:gd name="connsiteX2" fmla="*/ 1046163 w 1046162"/>
                  <a:gd name="connsiteY2" fmla="*/ 0 h 3496309"/>
                  <a:gd name="connsiteX3" fmla="*/ 434658 w 104616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6162" h="3496309">
                    <a:moveTo>
                      <a:pt x="434658" y="0"/>
                    </a:moveTo>
                    <a:lnTo>
                      <a:pt x="0" y="3496310"/>
                    </a:lnTo>
                    <a:lnTo>
                      <a:pt x="1046163" y="0"/>
                    </a:lnTo>
                    <a:lnTo>
                      <a:pt x="434658" y="0"/>
                    </a:lnTo>
                    <a:close/>
                  </a:path>
                </a:pathLst>
              </a:custGeom>
              <a:gradFill>
                <a:gsLst>
                  <a:gs pos="36000">
                    <a:srgbClr val="C6EB00"/>
                  </a:gs>
                  <a:gs pos="43000">
                    <a:srgbClr val="9EE545">
                      <a:alpha val="69804"/>
                    </a:srgbClr>
                  </a:gs>
                  <a:gs pos="100000">
                    <a:schemeClr val="accent1"/>
                  </a:gs>
                  <a:gs pos="53000">
                    <a:srgbClr val="4EDAD3">
                      <a:alpha val="0"/>
                    </a:srgbClr>
                  </a:gs>
                </a:gsLst>
                <a:lin ang="78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913924CB-A31F-3DAF-FBF0-6297B2026BF3}"/>
                  </a:ext>
                </a:extLst>
              </p:cNvPr>
              <p:cNvSpPr/>
              <p:nvPr/>
            </p:nvSpPr>
            <p:spPr>
              <a:xfrm>
                <a:off x="8300084" y="0"/>
                <a:ext cx="1883092" cy="3496309"/>
              </a:xfrm>
              <a:custGeom>
                <a:avLst/>
                <a:gdLst>
                  <a:gd name="connsiteX0" fmla="*/ 1398588 w 1883092"/>
                  <a:gd name="connsiteY0" fmla="*/ 0 h 3496309"/>
                  <a:gd name="connsiteX1" fmla="*/ 0 w 1883092"/>
                  <a:gd name="connsiteY1" fmla="*/ 3496310 h 3496309"/>
                  <a:gd name="connsiteX2" fmla="*/ 1883093 w 1883092"/>
                  <a:gd name="connsiteY2" fmla="*/ 0 h 3496309"/>
                  <a:gd name="connsiteX3" fmla="*/ 1398588 w 188309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3092" h="3496309">
                    <a:moveTo>
                      <a:pt x="1398588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1398588" y="0"/>
                    </a:lnTo>
                    <a:close/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08DE9BCB-26FF-D132-E6FE-A2B0C55C6DFE}"/>
                  </a:ext>
                </a:extLst>
              </p:cNvPr>
              <p:cNvSpPr/>
              <p:nvPr/>
            </p:nvSpPr>
            <p:spPr>
              <a:xfrm>
                <a:off x="8300084" y="0"/>
                <a:ext cx="1883092" cy="3496309"/>
              </a:xfrm>
              <a:custGeom>
                <a:avLst/>
                <a:gdLst>
                  <a:gd name="connsiteX0" fmla="*/ 1398588 w 1883092"/>
                  <a:gd name="connsiteY0" fmla="*/ 0 h 3496309"/>
                  <a:gd name="connsiteX1" fmla="*/ 0 w 1883092"/>
                  <a:gd name="connsiteY1" fmla="*/ 3496310 h 3496309"/>
                  <a:gd name="connsiteX2" fmla="*/ 1883093 w 1883092"/>
                  <a:gd name="connsiteY2" fmla="*/ 0 h 3496309"/>
                  <a:gd name="connsiteX3" fmla="*/ 1398588 w 188309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3092" h="3496309">
                    <a:moveTo>
                      <a:pt x="1398588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1398588" y="0"/>
                    </a:lnTo>
                    <a:close/>
                  </a:path>
                </a:pathLst>
              </a:custGeom>
              <a:solidFill>
                <a:srgbClr val="1F7AE3">
                  <a:alpha val="60000"/>
                </a:srgbClr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DA557349-E83A-AE87-617D-15870485DEF0}"/>
                  </a:ext>
                </a:extLst>
              </p:cNvPr>
              <p:cNvSpPr/>
              <p:nvPr/>
            </p:nvSpPr>
            <p:spPr>
              <a:xfrm>
                <a:off x="8300084" y="0"/>
                <a:ext cx="1883092" cy="3496309"/>
              </a:xfrm>
              <a:custGeom>
                <a:avLst/>
                <a:gdLst>
                  <a:gd name="connsiteX0" fmla="*/ 1398588 w 1883092"/>
                  <a:gd name="connsiteY0" fmla="*/ 0 h 3496309"/>
                  <a:gd name="connsiteX1" fmla="*/ 0 w 1883092"/>
                  <a:gd name="connsiteY1" fmla="*/ 3496310 h 3496309"/>
                  <a:gd name="connsiteX2" fmla="*/ 1883093 w 1883092"/>
                  <a:gd name="connsiteY2" fmla="*/ 0 h 3496309"/>
                  <a:gd name="connsiteX3" fmla="*/ 1398588 w 188309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3092" h="3496309">
                    <a:moveTo>
                      <a:pt x="1398588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1398588" y="0"/>
                    </a:lnTo>
                    <a:close/>
                  </a:path>
                </a:pathLst>
              </a:custGeom>
              <a:no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7588C8A7-A8D4-4C3C-09CF-B33E8114E142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29C46CB8-3174-E785-A530-66805B72FD11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312C16AC-9215-F844-0FB7-6DB28D3A6308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gradFill>
                <a:gsLst>
                  <a:gs pos="0">
                    <a:srgbClr val="3ECAFB">
                      <a:alpha val="0"/>
                    </a:srgbClr>
                  </a:gs>
                  <a:gs pos="40000">
                    <a:srgbClr val="3CC7FA">
                      <a:alpha val="52000"/>
                    </a:srgbClr>
                  </a:gs>
                  <a:gs pos="54000">
                    <a:srgbClr val="0068DF"/>
                  </a:gs>
                </a:gsLst>
                <a:lin ang="240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727F0B40-57ED-F61E-025E-CA220D24904E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no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572" name="Graphic 613">
                <a:extLst>
                  <a:ext uri="{FF2B5EF4-FFF2-40B4-BE49-F238E27FC236}">
                    <a16:creationId xmlns:a16="http://schemas.microsoft.com/office/drawing/2014/main" id="{AAC0A093-AC47-9AA2-282E-D4EDB4145CC7}"/>
                  </a:ext>
                </a:extLst>
              </p:cNvPr>
              <p:cNvGrpSpPr/>
              <p:nvPr/>
            </p:nvGrpSpPr>
            <p:grpSpPr>
              <a:xfrm>
                <a:off x="8300084" y="0"/>
                <a:ext cx="3891915" cy="3496309"/>
                <a:chOff x="8300084" y="0"/>
                <a:chExt cx="3891915" cy="3496309"/>
              </a:xfrm>
            </p:grpSpPr>
            <p:sp>
              <p:nvSpPr>
                <p:cNvPr id="580" name="Freeform: Shape 579">
                  <a:extLst>
                    <a:ext uri="{FF2B5EF4-FFF2-40B4-BE49-F238E27FC236}">
                      <a16:creationId xmlns:a16="http://schemas.microsoft.com/office/drawing/2014/main" id="{C7960140-9961-AE28-A4C0-5BCE303CFE73}"/>
                    </a:ext>
                  </a:extLst>
                </p:cNvPr>
                <p:cNvSpPr/>
                <p:nvPr/>
              </p:nvSpPr>
              <p:spPr>
                <a:xfrm>
                  <a:off x="8300084" y="0"/>
                  <a:ext cx="3891915" cy="3496309"/>
                </a:xfrm>
                <a:custGeom>
                  <a:avLst/>
                  <a:gdLst>
                    <a:gd name="connsiteX0" fmla="*/ 3891915 w 3891915"/>
                    <a:gd name="connsiteY0" fmla="*/ 683895 h 3496309"/>
                    <a:gd name="connsiteX1" fmla="*/ 0 w 3891915"/>
                    <a:gd name="connsiteY1" fmla="*/ 3496310 h 3496309"/>
                    <a:gd name="connsiteX2" fmla="*/ 3284855 w 3891915"/>
                    <a:gd name="connsiteY2" fmla="*/ 0 h 3496309"/>
                    <a:gd name="connsiteX3" fmla="*/ 3891915 w 3891915"/>
                    <a:gd name="connsiteY3" fmla="*/ 0 h 3496309"/>
                    <a:gd name="connsiteX4" fmla="*/ 3891915 w 3891915"/>
                    <a:gd name="connsiteY4" fmla="*/ 683895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91915" h="3496309">
                      <a:moveTo>
                        <a:pt x="3891915" y="683895"/>
                      </a:moveTo>
                      <a:lnTo>
                        <a:pt x="0" y="3496310"/>
                      </a:lnTo>
                      <a:lnTo>
                        <a:pt x="3284855" y="0"/>
                      </a:lnTo>
                      <a:lnTo>
                        <a:pt x="3891915" y="0"/>
                      </a:lnTo>
                      <a:lnTo>
                        <a:pt x="3891915" y="683895"/>
                      </a:lnTo>
                      <a:close/>
                    </a:path>
                  </a:pathLst>
                </a:custGeom>
                <a:solidFill>
                  <a:srgbClr val="0EAFE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1" name="Freeform: Shape 580">
                  <a:extLst>
                    <a:ext uri="{FF2B5EF4-FFF2-40B4-BE49-F238E27FC236}">
                      <a16:creationId xmlns:a16="http://schemas.microsoft.com/office/drawing/2014/main" id="{CB7EE95B-82F4-5438-4F8E-5CCAB1B0ED77}"/>
                    </a:ext>
                  </a:extLst>
                </p:cNvPr>
                <p:cNvSpPr/>
                <p:nvPr/>
              </p:nvSpPr>
              <p:spPr>
                <a:xfrm>
                  <a:off x="8300084" y="0"/>
                  <a:ext cx="3891915" cy="3496309"/>
                </a:xfrm>
                <a:custGeom>
                  <a:avLst/>
                  <a:gdLst>
                    <a:gd name="connsiteX0" fmla="*/ 3891915 w 3891915"/>
                    <a:gd name="connsiteY0" fmla="*/ 683895 h 3496309"/>
                    <a:gd name="connsiteX1" fmla="*/ 0 w 3891915"/>
                    <a:gd name="connsiteY1" fmla="*/ 3496310 h 3496309"/>
                    <a:gd name="connsiteX2" fmla="*/ 3284855 w 3891915"/>
                    <a:gd name="connsiteY2" fmla="*/ 0 h 3496309"/>
                    <a:gd name="connsiteX3" fmla="*/ 3891915 w 3891915"/>
                    <a:gd name="connsiteY3" fmla="*/ 0 h 3496309"/>
                    <a:gd name="connsiteX4" fmla="*/ 3891915 w 3891915"/>
                    <a:gd name="connsiteY4" fmla="*/ 683895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91915" h="3496309">
                      <a:moveTo>
                        <a:pt x="3891915" y="683895"/>
                      </a:moveTo>
                      <a:lnTo>
                        <a:pt x="0" y="3496310"/>
                      </a:lnTo>
                      <a:lnTo>
                        <a:pt x="3284855" y="0"/>
                      </a:lnTo>
                      <a:lnTo>
                        <a:pt x="3891915" y="0"/>
                      </a:lnTo>
                      <a:lnTo>
                        <a:pt x="3891915" y="683895"/>
                      </a:lnTo>
                      <a:close/>
                    </a:path>
                  </a:pathLst>
                </a:custGeom>
                <a:gradFill>
                  <a:gsLst>
                    <a:gs pos="46000">
                      <a:srgbClr val="0068DF"/>
                    </a:gs>
                    <a:gs pos="100000">
                      <a:srgbClr val="39C7F8"/>
                    </a:gs>
                    <a:gs pos="53000">
                      <a:srgbClr val="3ECAFB">
                        <a:alpha val="89804"/>
                      </a:srgbClr>
                    </a:gs>
                  </a:gsLst>
                  <a:lin ang="276000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73" name="Graphic 613">
                <a:extLst>
                  <a:ext uri="{FF2B5EF4-FFF2-40B4-BE49-F238E27FC236}">
                    <a16:creationId xmlns:a16="http://schemas.microsoft.com/office/drawing/2014/main" id="{DB9493C0-9509-654C-3FED-CC28DD2F6DAE}"/>
                  </a:ext>
                </a:extLst>
              </p:cNvPr>
              <p:cNvGrpSpPr/>
              <p:nvPr/>
            </p:nvGrpSpPr>
            <p:grpSpPr>
              <a:xfrm>
                <a:off x="8300084" y="683894"/>
                <a:ext cx="3930650" cy="2812414"/>
                <a:chOff x="8300084" y="683894"/>
                <a:chExt cx="3930650" cy="2812414"/>
              </a:xfrm>
            </p:grpSpPr>
            <p:sp>
              <p:nvSpPr>
                <p:cNvPr id="578" name="Freeform: Shape 577">
                  <a:extLst>
                    <a:ext uri="{FF2B5EF4-FFF2-40B4-BE49-F238E27FC236}">
                      <a16:creationId xmlns:a16="http://schemas.microsoft.com/office/drawing/2014/main" id="{4D301E49-C924-436F-4D11-E6EDF4A99E63}"/>
                    </a:ext>
                  </a:extLst>
                </p:cNvPr>
                <p:cNvSpPr/>
                <p:nvPr/>
              </p:nvSpPr>
              <p:spPr>
                <a:xfrm>
                  <a:off x="8300084" y="683894"/>
                  <a:ext cx="3930650" cy="2812414"/>
                </a:xfrm>
                <a:custGeom>
                  <a:avLst/>
                  <a:gdLst>
                    <a:gd name="connsiteX0" fmla="*/ 3891915 w 3930650"/>
                    <a:gd name="connsiteY0" fmla="*/ 0 h 2812414"/>
                    <a:gd name="connsiteX1" fmla="*/ 0 w 3930650"/>
                    <a:gd name="connsiteY1" fmla="*/ 2812415 h 2812414"/>
                    <a:gd name="connsiteX2" fmla="*/ 3930650 w 3930650"/>
                    <a:gd name="connsiteY2" fmla="*/ 1133158 h 28124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930650" h="2812414">
                      <a:moveTo>
                        <a:pt x="3891915" y="0"/>
                      </a:moveTo>
                      <a:lnTo>
                        <a:pt x="0" y="2812415"/>
                      </a:lnTo>
                      <a:lnTo>
                        <a:pt x="3930650" y="1133158"/>
                      </a:lnTo>
                    </a:path>
                  </a:pathLst>
                </a:custGeom>
                <a:solidFill>
                  <a:srgbClr val="0EAFE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9" name="Freeform: Shape 578">
                  <a:extLst>
                    <a:ext uri="{FF2B5EF4-FFF2-40B4-BE49-F238E27FC236}">
                      <a16:creationId xmlns:a16="http://schemas.microsoft.com/office/drawing/2014/main" id="{300F5E3D-4670-8DBB-BC89-9E4B1BFFE7B4}"/>
                    </a:ext>
                  </a:extLst>
                </p:cNvPr>
                <p:cNvSpPr/>
                <p:nvPr/>
              </p:nvSpPr>
              <p:spPr>
                <a:xfrm>
                  <a:off x="8300084" y="683894"/>
                  <a:ext cx="3930650" cy="2812414"/>
                </a:xfrm>
                <a:custGeom>
                  <a:avLst/>
                  <a:gdLst>
                    <a:gd name="connsiteX0" fmla="*/ 3891915 w 3930650"/>
                    <a:gd name="connsiteY0" fmla="*/ 0 h 2812414"/>
                    <a:gd name="connsiteX1" fmla="*/ 0 w 3930650"/>
                    <a:gd name="connsiteY1" fmla="*/ 2812415 h 2812414"/>
                    <a:gd name="connsiteX2" fmla="*/ 3930650 w 3930650"/>
                    <a:gd name="connsiteY2" fmla="*/ 1133158 h 28124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930650" h="2812414">
                      <a:moveTo>
                        <a:pt x="3891915" y="0"/>
                      </a:moveTo>
                      <a:lnTo>
                        <a:pt x="0" y="2812415"/>
                      </a:lnTo>
                      <a:lnTo>
                        <a:pt x="3930650" y="1133158"/>
                      </a:lnTo>
                    </a:path>
                  </a:pathLst>
                </a:custGeom>
                <a:gradFill>
                  <a:gsLst>
                    <a:gs pos="47000">
                      <a:srgbClr val="0068DF">
                        <a:alpha val="89804"/>
                      </a:srgbClr>
                    </a:gs>
                    <a:gs pos="34000">
                      <a:srgbClr val="0068DF">
                        <a:alpha val="89804"/>
                      </a:srgbClr>
                    </a:gs>
                    <a:gs pos="58000">
                      <a:srgbClr val="0EAFE0"/>
                    </a:gs>
                  </a:gsLst>
                  <a:lin ang="360000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74" name="Graphic 613">
                <a:extLst>
                  <a:ext uri="{FF2B5EF4-FFF2-40B4-BE49-F238E27FC236}">
                    <a16:creationId xmlns:a16="http://schemas.microsoft.com/office/drawing/2014/main" id="{66B9EF31-F4DA-0968-A2C0-4DA2F48D72F6}"/>
                  </a:ext>
                </a:extLst>
              </p:cNvPr>
              <p:cNvGrpSpPr/>
              <p:nvPr/>
            </p:nvGrpSpPr>
            <p:grpSpPr>
              <a:xfrm>
                <a:off x="8300084" y="1817052"/>
                <a:ext cx="3930650" cy="1679257"/>
                <a:chOff x="8300084" y="1817052"/>
                <a:chExt cx="3930650" cy="1679257"/>
              </a:xfrm>
            </p:grpSpPr>
            <p:sp>
              <p:nvSpPr>
                <p:cNvPr id="576" name="Freeform: Shape 575">
                  <a:extLst>
                    <a:ext uri="{FF2B5EF4-FFF2-40B4-BE49-F238E27FC236}">
                      <a16:creationId xmlns:a16="http://schemas.microsoft.com/office/drawing/2014/main" id="{75CB0E3C-E019-2D4E-C972-AAF5484CA661}"/>
                    </a:ext>
                  </a:extLst>
                </p:cNvPr>
                <p:cNvSpPr/>
                <p:nvPr/>
              </p:nvSpPr>
              <p:spPr>
                <a:xfrm>
                  <a:off x="8300084" y="1817052"/>
                  <a:ext cx="3930650" cy="1679257"/>
                </a:xfrm>
                <a:custGeom>
                  <a:avLst/>
                  <a:gdLst>
                    <a:gd name="connsiteX0" fmla="*/ 3930650 w 3930650"/>
                    <a:gd name="connsiteY0" fmla="*/ 0 h 1679257"/>
                    <a:gd name="connsiteX1" fmla="*/ 0 w 3930650"/>
                    <a:gd name="connsiteY1" fmla="*/ 1679257 h 1679257"/>
                    <a:gd name="connsiteX2" fmla="*/ 3928746 w 3930650"/>
                    <a:gd name="connsiteY2" fmla="*/ 279400 h 1679257"/>
                    <a:gd name="connsiteX3" fmla="*/ 3930650 w 3930650"/>
                    <a:gd name="connsiteY3" fmla="*/ 0 h 1679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30650" h="1679257">
                      <a:moveTo>
                        <a:pt x="3930650" y="0"/>
                      </a:moveTo>
                      <a:lnTo>
                        <a:pt x="0" y="1679257"/>
                      </a:lnTo>
                      <a:lnTo>
                        <a:pt x="3928746" y="279400"/>
                      </a:lnTo>
                      <a:lnTo>
                        <a:pt x="3930650" y="0"/>
                      </a:lnTo>
                      <a:close/>
                    </a:path>
                  </a:pathLst>
                </a:custGeom>
                <a:solidFill>
                  <a:srgbClr val="0EAFE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7" name="Freeform: Shape 576">
                  <a:extLst>
                    <a:ext uri="{FF2B5EF4-FFF2-40B4-BE49-F238E27FC236}">
                      <a16:creationId xmlns:a16="http://schemas.microsoft.com/office/drawing/2014/main" id="{07065F56-579E-7E54-D8D1-0F2A8FD85266}"/>
                    </a:ext>
                  </a:extLst>
                </p:cNvPr>
                <p:cNvSpPr/>
                <p:nvPr/>
              </p:nvSpPr>
              <p:spPr>
                <a:xfrm>
                  <a:off x="8300084" y="1817052"/>
                  <a:ext cx="3930650" cy="1679257"/>
                </a:xfrm>
                <a:custGeom>
                  <a:avLst/>
                  <a:gdLst>
                    <a:gd name="connsiteX0" fmla="*/ 3930650 w 3930650"/>
                    <a:gd name="connsiteY0" fmla="*/ 0 h 1679257"/>
                    <a:gd name="connsiteX1" fmla="*/ 0 w 3930650"/>
                    <a:gd name="connsiteY1" fmla="*/ 1679257 h 1679257"/>
                    <a:gd name="connsiteX2" fmla="*/ 3928746 w 3930650"/>
                    <a:gd name="connsiteY2" fmla="*/ 279400 h 1679257"/>
                    <a:gd name="connsiteX3" fmla="*/ 3930650 w 3930650"/>
                    <a:gd name="connsiteY3" fmla="*/ 0 h 1679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30650" h="1679257">
                      <a:moveTo>
                        <a:pt x="3930650" y="0"/>
                      </a:moveTo>
                      <a:lnTo>
                        <a:pt x="0" y="1679257"/>
                      </a:lnTo>
                      <a:lnTo>
                        <a:pt x="3928746" y="279400"/>
                      </a:lnTo>
                      <a:lnTo>
                        <a:pt x="3930650" y="0"/>
                      </a:lnTo>
                      <a:close/>
                    </a:path>
                  </a:pathLst>
                </a:custGeom>
                <a:solidFill>
                  <a:srgbClr val="26BCED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575" name="Rectangle 574">
                <a:extLst>
                  <a:ext uri="{FF2B5EF4-FFF2-40B4-BE49-F238E27FC236}">
                    <a16:creationId xmlns:a16="http://schemas.microsoft.com/office/drawing/2014/main" id="{F59E1798-679A-ACCE-B23E-3DA9B1034F53}"/>
                  </a:ext>
                </a:extLst>
              </p:cNvPr>
              <p:cNvSpPr/>
              <p:nvPr userDrawn="1"/>
            </p:nvSpPr>
            <p:spPr>
              <a:xfrm>
                <a:off x="12200310" y="0"/>
                <a:ext cx="92408" cy="6858000"/>
              </a:xfrm>
              <a:prstGeom prst="rect">
                <a:avLst/>
              </a:prstGeom>
              <a:solidFill>
                <a:srgbClr val="E9ED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64008" bIns="64008" rtlCol="0" anchor="t"/>
              <a:lstStyle/>
              <a:p>
                <a:pPr algn="l"/>
                <a:endParaRPr lang="en-US" dirty="0">
                  <a:latin typeface="Poppins SemiBold" panose="00000700000000000000" pitchFamily="2" charset="0"/>
                  <a:cs typeface="Poppins SemiBold" panose="000007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656151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XP +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22FC6D-3A99-72A8-37DD-B039741D48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2" name="Rectangle: Rounded Corners 11">
            <a:hlinkClick r:id="rId2"/>
            <a:extLst>
              <a:ext uri="{FF2B5EF4-FFF2-40B4-BE49-F238E27FC236}">
                <a16:creationId xmlns:a16="http://schemas.microsoft.com/office/drawing/2014/main" id="{75A8E5E3-17F6-9917-83F2-08D1544F023A}"/>
              </a:ext>
            </a:extLst>
          </p:cNvPr>
          <p:cNvSpPr/>
          <p:nvPr/>
        </p:nvSpPr>
        <p:spPr>
          <a:xfrm>
            <a:off x="1342652" y="5761384"/>
            <a:ext cx="1509927" cy="305544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nxp.com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CC26F959-7025-876F-2A7E-2AB97F839FF3}"/>
              </a:ext>
            </a:extLst>
          </p:cNvPr>
          <p:cNvSpPr txBox="1">
            <a:spLocks/>
          </p:cNvSpPr>
          <p:nvPr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Internal  |  </a:t>
            </a:r>
            <a:r>
              <a:rPr lang="en-US" sz="8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2025 NXP B.V. Version 2.9.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5FAFE7F-AEF0-56AE-7B4A-483342818015}"/>
              </a:ext>
            </a:extLst>
          </p:cNvPr>
          <p:cNvGrpSpPr/>
          <p:nvPr/>
        </p:nvGrpSpPr>
        <p:grpSpPr>
          <a:xfrm>
            <a:off x="1329004" y="2629430"/>
            <a:ext cx="2894619" cy="979228"/>
            <a:chOff x="532238" y="532263"/>
            <a:chExt cx="1522954" cy="515204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D955D61-89AD-68BF-11BE-DC3C64CA2E04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anose="00000500000000000000" pitchFamily="2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3D381AC-9A91-27C3-372C-83904DA3EC10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anose="00000500000000000000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86545B6-1A77-CD99-D604-0CBE2C8A50BC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EAF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anose="00000500000000000000" pitchFamily="2" charset="0"/>
              </a:endParaRPr>
            </a:p>
          </p:txBody>
        </p:sp>
      </p:grp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78B3459A-8CA0-8653-BC63-848030D1104E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9A00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8ECAB471-DD36-B765-A319-2A51EA7E5DCC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7400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3A3C7847-072F-8F06-63B7-E92BC4E886C9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DD1F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3ED91732-4AFF-250B-862A-E31EF85BD96F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DD1F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6D825D5B-241C-B463-31A9-CC50DAF439D8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F1E5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6F660E30-65C4-DD19-2F3D-D00BFB54CB6A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F1E5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49355F97-AAF9-11E2-5334-7FAF3A4D3D7E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7F14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5958EFF5-7C87-9E2A-94A8-2A03D995FCA9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9A00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E2109D5B-1C51-CEB5-2275-324D2106108D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4EDAD3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32B38B4A-3114-34EF-100B-EB8B9AEE05EA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65D5EF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1F9B240B-2ACB-6AAA-2472-DB6DA68F0D89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0068DF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E92B4398-67A6-3F67-E3DA-B9E51F86091E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65D5EF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C79EAD67-10C9-603E-1EBD-D000686C1744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3ECAFB">
              <a:alpha val="50000"/>
            </a:srgbClr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C339BAC4-0B00-E89A-EC79-25E15A67A83D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0068DF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BC792D86-477E-5276-145A-CE3B4CA38385}"/>
              </a:ext>
            </a:extLst>
          </p:cNvPr>
          <p:cNvGrpSpPr/>
          <p:nvPr/>
        </p:nvGrpSpPr>
        <p:grpSpPr>
          <a:xfrm>
            <a:off x="3881118" y="0"/>
            <a:ext cx="8315959" cy="6857999"/>
            <a:chOff x="4609967" y="0"/>
            <a:chExt cx="8315959" cy="6857999"/>
          </a:xfrm>
        </p:grpSpPr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36DD5F0-C72A-F3BE-8C6B-AFB60BAD558D}"/>
                </a:ext>
              </a:extLst>
            </p:cNvPr>
            <p:cNvSpPr/>
            <p:nvPr/>
          </p:nvSpPr>
          <p:spPr>
            <a:xfrm>
              <a:off x="4609967" y="0"/>
              <a:ext cx="5878512" cy="3493452"/>
            </a:xfrm>
            <a:custGeom>
              <a:avLst/>
              <a:gdLst>
                <a:gd name="connsiteX0" fmla="*/ 5878513 w 5878512"/>
                <a:gd name="connsiteY0" fmla="*/ 3493453 h 3493452"/>
                <a:gd name="connsiteX1" fmla="*/ 5857557 w 5878512"/>
                <a:gd name="connsiteY1" fmla="*/ 0 h 3493452"/>
                <a:gd name="connsiteX2" fmla="*/ 2393315 w 5878512"/>
                <a:gd name="connsiteY2" fmla="*/ 0 h 3493452"/>
                <a:gd name="connsiteX3" fmla="*/ 0 w 5878512"/>
                <a:gd name="connsiteY3" fmla="*/ 0 h 3493452"/>
                <a:gd name="connsiteX4" fmla="*/ 5878513 w 5878512"/>
                <a:gd name="connsiteY4" fmla="*/ 3493453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8512" h="3493452">
                  <a:moveTo>
                    <a:pt x="5878513" y="3493453"/>
                  </a:moveTo>
                  <a:lnTo>
                    <a:pt x="5857557" y="0"/>
                  </a:lnTo>
                  <a:lnTo>
                    <a:pt x="2393315" y="0"/>
                  </a:lnTo>
                  <a:lnTo>
                    <a:pt x="0" y="0"/>
                  </a:lnTo>
                  <a:lnTo>
                    <a:pt x="5878513" y="3493453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DC9571F9-A6AA-F72C-84A9-F5F77C277DCD}"/>
                </a:ext>
              </a:extLst>
            </p:cNvPr>
            <p:cNvSpPr/>
            <p:nvPr/>
          </p:nvSpPr>
          <p:spPr>
            <a:xfrm>
              <a:off x="4609967" y="0"/>
              <a:ext cx="5878512" cy="3493452"/>
            </a:xfrm>
            <a:custGeom>
              <a:avLst/>
              <a:gdLst>
                <a:gd name="connsiteX0" fmla="*/ 0 w 5878512"/>
                <a:gd name="connsiteY0" fmla="*/ 0 h 3493452"/>
                <a:gd name="connsiteX1" fmla="*/ 5878513 w 5878512"/>
                <a:gd name="connsiteY1" fmla="*/ 3493453 h 3493452"/>
                <a:gd name="connsiteX2" fmla="*/ 2393315 w 5878512"/>
                <a:gd name="connsiteY2" fmla="*/ 0 h 3493452"/>
                <a:gd name="connsiteX3" fmla="*/ 2393315 w 5878512"/>
                <a:gd name="connsiteY3" fmla="*/ 0 h 3493452"/>
                <a:gd name="connsiteX4" fmla="*/ 0 w 5878512"/>
                <a:gd name="connsiteY4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8512" h="3493452">
                  <a:moveTo>
                    <a:pt x="0" y="0"/>
                  </a:moveTo>
                  <a:lnTo>
                    <a:pt x="5878513" y="3493453"/>
                  </a:lnTo>
                  <a:lnTo>
                    <a:pt x="2393315" y="0"/>
                  </a:lnTo>
                  <a:lnTo>
                    <a:pt x="2393315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2521">
                  <a:schemeClr val="accent6"/>
                </a:gs>
                <a:gs pos="49000">
                  <a:schemeClr val="accent3"/>
                </a:gs>
                <a:gs pos="63000">
                  <a:srgbClr val="C6EB00"/>
                </a:gs>
                <a:gs pos="94000">
                  <a:srgbClr val="C6EB00"/>
                </a:gs>
              </a:gsLst>
              <a:lin ang="1848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CCCC7286-8BDB-26DD-B782-CA454A627D91}"/>
                </a:ext>
              </a:extLst>
            </p:cNvPr>
            <p:cNvSpPr/>
            <p:nvPr/>
          </p:nvSpPr>
          <p:spPr>
            <a:xfrm>
              <a:off x="7003281" y="0"/>
              <a:ext cx="3485197" cy="3493452"/>
            </a:xfrm>
            <a:custGeom>
              <a:avLst/>
              <a:gdLst>
                <a:gd name="connsiteX0" fmla="*/ 0 w 3485197"/>
                <a:gd name="connsiteY0" fmla="*/ 0 h 3493452"/>
                <a:gd name="connsiteX1" fmla="*/ 3485198 w 3485197"/>
                <a:gd name="connsiteY1" fmla="*/ 3493453 h 3493452"/>
                <a:gd name="connsiteX2" fmla="*/ 287973 w 3485197"/>
                <a:gd name="connsiteY2" fmla="*/ 0 h 3493452"/>
                <a:gd name="connsiteX3" fmla="*/ 0 w 3485197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85197" h="3493452">
                  <a:moveTo>
                    <a:pt x="0" y="0"/>
                  </a:moveTo>
                  <a:lnTo>
                    <a:pt x="3485198" y="3493453"/>
                  </a:lnTo>
                  <a:lnTo>
                    <a:pt x="28797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B972">
                <a:alpha val="4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BC96A91D-2A15-E82B-B83F-9F71ECBC5D59}"/>
                </a:ext>
              </a:extLst>
            </p:cNvPr>
            <p:cNvSpPr/>
            <p:nvPr/>
          </p:nvSpPr>
          <p:spPr>
            <a:xfrm>
              <a:off x="7291254" y="0"/>
              <a:ext cx="3197225" cy="3493452"/>
            </a:xfrm>
            <a:custGeom>
              <a:avLst/>
              <a:gdLst>
                <a:gd name="connsiteX0" fmla="*/ 628650 w 3197225"/>
                <a:gd name="connsiteY0" fmla="*/ 0 h 3493452"/>
                <a:gd name="connsiteX1" fmla="*/ 3197225 w 3197225"/>
                <a:gd name="connsiteY1" fmla="*/ 3493453 h 3493452"/>
                <a:gd name="connsiteX2" fmla="*/ 0 w 3197225"/>
                <a:gd name="connsiteY2" fmla="*/ 0 h 3493452"/>
                <a:gd name="connsiteX3" fmla="*/ 628650 w 319722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97225" h="3493452">
                  <a:moveTo>
                    <a:pt x="628650" y="0"/>
                  </a:moveTo>
                  <a:lnTo>
                    <a:pt x="3197225" y="3493453"/>
                  </a:lnTo>
                  <a:lnTo>
                    <a:pt x="0" y="0"/>
                  </a:lnTo>
                  <a:lnTo>
                    <a:pt x="628650" y="0"/>
                  </a:lnTo>
                  <a:close/>
                </a:path>
              </a:pathLst>
            </a:custGeom>
            <a:gradFill>
              <a:gsLst>
                <a:gs pos="46000">
                  <a:schemeClr val="accent3"/>
                </a:gs>
                <a:gs pos="64000">
                  <a:srgbClr val="C6EB00"/>
                </a:gs>
              </a:gsLst>
              <a:lin ang="18810059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17BDE33A-7F5F-E171-2859-4A2944ADEB84}"/>
                </a:ext>
              </a:extLst>
            </p:cNvPr>
            <p:cNvSpPr/>
            <p:nvPr/>
          </p:nvSpPr>
          <p:spPr>
            <a:xfrm>
              <a:off x="7919904" y="0"/>
              <a:ext cx="2568575" cy="3493452"/>
            </a:xfrm>
            <a:custGeom>
              <a:avLst/>
              <a:gdLst>
                <a:gd name="connsiteX0" fmla="*/ 0 w 2568575"/>
                <a:gd name="connsiteY0" fmla="*/ 0 h 3493452"/>
                <a:gd name="connsiteX1" fmla="*/ 2568575 w 2568575"/>
                <a:gd name="connsiteY1" fmla="*/ 3493453 h 3493452"/>
                <a:gd name="connsiteX2" fmla="*/ 173672 w 2568575"/>
                <a:gd name="connsiteY2" fmla="*/ 0 h 3493452"/>
                <a:gd name="connsiteX3" fmla="*/ 0 w 256857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8575" h="3493452">
                  <a:moveTo>
                    <a:pt x="0" y="0"/>
                  </a:moveTo>
                  <a:lnTo>
                    <a:pt x="2568575" y="3493453"/>
                  </a:lnTo>
                  <a:lnTo>
                    <a:pt x="1736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4A99F4E-02ED-DC0A-C352-32D0A8001760}"/>
                </a:ext>
              </a:extLst>
            </p:cNvPr>
            <p:cNvSpPr/>
            <p:nvPr/>
          </p:nvSpPr>
          <p:spPr>
            <a:xfrm>
              <a:off x="8093577" y="0"/>
              <a:ext cx="2394902" cy="3493452"/>
            </a:xfrm>
            <a:custGeom>
              <a:avLst/>
              <a:gdLst>
                <a:gd name="connsiteX0" fmla="*/ 0 w 2394902"/>
                <a:gd name="connsiteY0" fmla="*/ 0 h 3493452"/>
                <a:gd name="connsiteX1" fmla="*/ 2394903 w 2394902"/>
                <a:gd name="connsiteY1" fmla="*/ 3493453 h 3493452"/>
                <a:gd name="connsiteX2" fmla="*/ 0 w 2394902"/>
                <a:gd name="connsiteY2" fmla="*/ 0 h 3493452"/>
                <a:gd name="connsiteX3" fmla="*/ 0 w 239490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4902" h="3493452">
                  <a:moveTo>
                    <a:pt x="0" y="0"/>
                  </a:moveTo>
                  <a:lnTo>
                    <a:pt x="2394903" y="349345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E9C80E6E-26E4-17DB-0F9D-829E26937A7E}"/>
                </a:ext>
              </a:extLst>
            </p:cNvPr>
            <p:cNvSpPr/>
            <p:nvPr/>
          </p:nvSpPr>
          <p:spPr>
            <a:xfrm>
              <a:off x="8267884" y="0"/>
              <a:ext cx="2220595" cy="3493452"/>
            </a:xfrm>
            <a:custGeom>
              <a:avLst/>
              <a:gdLst>
                <a:gd name="connsiteX0" fmla="*/ 0 w 2220595"/>
                <a:gd name="connsiteY0" fmla="*/ 0 h 3493452"/>
                <a:gd name="connsiteX1" fmla="*/ 2220596 w 2220595"/>
                <a:gd name="connsiteY1" fmla="*/ 3493453 h 3493452"/>
                <a:gd name="connsiteX2" fmla="*/ 187643 w 2220595"/>
                <a:gd name="connsiteY2" fmla="*/ 0 h 3493452"/>
                <a:gd name="connsiteX3" fmla="*/ 0 w 222059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0595" h="3493452">
                  <a:moveTo>
                    <a:pt x="0" y="0"/>
                  </a:moveTo>
                  <a:lnTo>
                    <a:pt x="2220596" y="3493453"/>
                  </a:lnTo>
                  <a:lnTo>
                    <a:pt x="1876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B221">
                <a:alpha val="6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5FCE6926-0F18-1A91-E89F-FC6A2A258C35}"/>
                </a:ext>
              </a:extLst>
            </p:cNvPr>
            <p:cNvSpPr/>
            <p:nvPr/>
          </p:nvSpPr>
          <p:spPr>
            <a:xfrm>
              <a:off x="8455527" y="0"/>
              <a:ext cx="2032952" cy="3493452"/>
            </a:xfrm>
            <a:custGeom>
              <a:avLst/>
              <a:gdLst>
                <a:gd name="connsiteX0" fmla="*/ 663893 w 2032952"/>
                <a:gd name="connsiteY0" fmla="*/ 0 h 3493452"/>
                <a:gd name="connsiteX1" fmla="*/ 2032953 w 2032952"/>
                <a:gd name="connsiteY1" fmla="*/ 3493453 h 3493452"/>
                <a:gd name="connsiteX2" fmla="*/ 0 w 2032952"/>
                <a:gd name="connsiteY2" fmla="*/ 0 h 3493452"/>
                <a:gd name="connsiteX3" fmla="*/ 663893 w 203295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2952" h="3493452">
                  <a:moveTo>
                    <a:pt x="663893" y="0"/>
                  </a:moveTo>
                  <a:lnTo>
                    <a:pt x="2032953" y="3493453"/>
                  </a:lnTo>
                  <a:lnTo>
                    <a:pt x="0" y="0"/>
                  </a:lnTo>
                  <a:lnTo>
                    <a:pt x="663893" y="0"/>
                  </a:lnTo>
                  <a:close/>
                </a:path>
              </a:pathLst>
            </a:custGeom>
            <a:solidFill>
              <a:srgbClr val="80D226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59D48824-9DA0-B59C-3334-5C4EAE7F75E0}"/>
                </a:ext>
              </a:extLst>
            </p:cNvPr>
            <p:cNvSpPr/>
            <p:nvPr/>
          </p:nvSpPr>
          <p:spPr>
            <a:xfrm>
              <a:off x="8455527" y="0"/>
              <a:ext cx="2032952" cy="3493452"/>
            </a:xfrm>
            <a:custGeom>
              <a:avLst/>
              <a:gdLst>
                <a:gd name="connsiteX0" fmla="*/ 663893 w 2032952"/>
                <a:gd name="connsiteY0" fmla="*/ 0 h 3493452"/>
                <a:gd name="connsiteX1" fmla="*/ 2032953 w 2032952"/>
                <a:gd name="connsiteY1" fmla="*/ 3493453 h 3493452"/>
                <a:gd name="connsiteX2" fmla="*/ 0 w 2032952"/>
                <a:gd name="connsiteY2" fmla="*/ 0 h 3493452"/>
                <a:gd name="connsiteX3" fmla="*/ 663893 w 203295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2952" h="3493452">
                  <a:moveTo>
                    <a:pt x="663893" y="0"/>
                  </a:moveTo>
                  <a:lnTo>
                    <a:pt x="2032953" y="3493453"/>
                  </a:lnTo>
                  <a:lnTo>
                    <a:pt x="0" y="0"/>
                  </a:lnTo>
                  <a:lnTo>
                    <a:pt x="663893" y="0"/>
                  </a:lnTo>
                  <a:close/>
                </a:path>
              </a:pathLst>
            </a:custGeom>
            <a:gradFill>
              <a:gsLst>
                <a:gs pos="38000">
                  <a:srgbClr val="C6EB00"/>
                </a:gs>
                <a:gs pos="52000">
                  <a:schemeClr val="accent3"/>
                </a:gs>
                <a:gs pos="74000">
                  <a:srgbClr val="00A700"/>
                </a:gs>
              </a:gsLst>
              <a:lin ang="2022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5D03C791-9A9B-877C-6C7D-323E516A7616}"/>
                </a:ext>
              </a:extLst>
            </p:cNvPr>
            <p:cNvSpPr/>
            <p:nvPr/>
          </p:nvSpPr>
          <p:spPr>
            <a:xfrm>
              <a:off x="9119419" y="0"/>
              <a:ext cx="1369059" cy="3493452"/>
            </a:xfrm>
            <a:custGeom>
              <a:avLst/>
              <a:gdLst>
                <a:gd name="connsiteX0" fmla="*/ 0 w 1369059"/>
                <a:gd name="connsiteY0" fmla="*/ 0 h 3493452"/>
                <a:gd name="connsiteX1" fmla="*/ 1369060 w 1369059"/>
                <a:gd name="connsiteY1" fmla="*/ 3493453 h 3493452"/>
                <a:gd name="connsiteX2" fmla="*/ 452755 w 1369059"/>
                <a:gd name="connsiteY2" fmla="*/ 0 h 3493452"/>
                <a:gd name="connsiteX3" fmla="*/ 0 w 1369059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059" h="3493452">
                  <a:moveTo>
                    <a:pt x="0" y="0"/>
                  </a:moveTo>
                  <a:lnTo>
                    <a:pt x="1369060" y="3493453"/>
                  </a:lnTo>
                  <a:lnTo>
                    <a:pt x="4527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8EEF5257-0622-A30B-DDEF-9C166A25E883}"/>
                </a:ext>
              </a:extLst>
            </p:cNvPr>
            <p:cNvSpPr/>
            <p:nvPr/>
          </p:nvSpPr>
          <p:spPr>
            <a:xfrm>
              <a:off x="9572174" y="0"/>
              <a:ext cx="916305" cy="3493452"/>
            </a:xfrm>
            <a:custGeom>
              <a:avLst/>
              <a:gdLst>
                <a:gd name="connsiteX0" fmla="*/ 895350 w 916305"/>
                <a:gd name="connsiteY0" fmla="*/ 0 h 3493452"/>
                <a:gd name="connsiteX1" fmla="*/ 916305 w 916305"/>
                <a:gd name="connsiteY1" fmla="*/ 3493453 h 3493452"/>
                <a:gd name="connsiteX2" fmla="*/ 0 w 916305"/>
                <a:gd name="connsiteY2" fmla="*/ 0 h 3493452"/>
                <a:gd name="connsiteX3" fmla="*/ 895350 w 91630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305" h="3493452">
                  <a:moveTo>
                    <a:pt x="895350" y="0"/>
                  </a:moveTo>
                  <a:lnTo>
                    <a:pt x="916305" y="3493453"/>
                  </a:lnTo>
                  <a:lnTo>
                    <a:pt x="0" y="0"/>
                  </a:lnTo>
                  <a:lnTo>
                    <a:pt x="895350" y="0"/>
                  </a:lnTo>
                  <a:close/>
                </a:path>
              </a:pathLst>
            </a:custGeom>
            <a:gradFill>
              <a:gsLst>
                <a:gs pos="20000">
                  <a:srgbClr val="C6EB00"/>
                </a:gs>
                <a:gs pos="20000">
                  <a:srgbClr val="C6EB00">
                    <a:alpha val="89804"/>
                  </a:srgbClr>
                </a:gs>
                <a:gs pos="40000">
                  <a:srgbClr val="C6EB00">
                    <a:alpha val="69804"/>
                  </a:srgbClr>
                </a:gs>
                <a:gs pos="70000">
                  <a:srgbClr val="C6EB00">
                    <a:alpha val="29804"/>
                  </a:srgbClr>
                </a:gs>
                <a:gs pos="90000">
                  <a:srgbClr val="C6EB00">
                    <a:alpha val="0"/>
                  </a:srgbClr>
                </a:gs>
              </a:gsLst>
              <a:lin ang="21210000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FE935E3E-7A03-937C-4835-B1294719DF52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0 w 2343784"/>
                <a:gd name="connsiteY0" fmla="*/ 3493453 h 3493452"/>
                <a:gd name="connsiteX1" fmla="*/ 521335 w 2343784"/>
                <a:gd name="connsiteY1" fmla="*/ 0 h 3493452"/>
                <a:gd name="connsiteX2" fmla="*/ 2343785 w 2343784"/>
                <a:gd name="connsiteY2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43784" h="3493452">
                  <a:moveTo>
                    <a:pt x="0" y="3493453"/>
                  </a:moveTo>
                  <a:lnTo>
                    <a:pt x="521335" y="0"/>
                  </a:lnTo>
                  <a:lnTo>
                    <a:pt x="2343785" y="0"/>
                  </a:lnTo>
                </a:path>
              </a:pathLst>
            </a:custGeom>
            <a:solidFill>
              <a:srgbClr val="0EAFE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49F41B27-2B02-47A8-E3EA-FCD496ADFC6B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2343785 w 2343784"/>
                <a:gd name="connsiteY0" fmla="*/ 0 h 3493452"/>
                <a:gd name="connsiteX1" fmla="*/ 0 w 2343784"/>
                <a:gd name="connsiteY1" fmla="*/ 3493453 h 3493452"/>
                <a:gd name="connsiteX2" fmla="*/ 1507490 w 2343784"/>
                <a:gd name="connsiteY2" fmla="*/ 0 h 3493452"/>
                <a:gd name="connsiteX3" fmla="*/ 2343785 w 2343784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784" h="3493452">
                  <a:moveTo>
                    <a:pt x="234378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234378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F55EB0D-C383-C3B5-34A8-96714E899719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2343785 w 2343784"/>
                <a:gd name="connsiteY0" fmla="*/ 0 h 3493452"/>
                <a:gd name="connsiteX1" fmla="*/ 0 w 2343784"/>
                <a:gd name="connsiteY1" fmla="*/ 3493453 h 3493452"/>
                <a:gd name="connsiteX2" fmla="*/ 1507490 w 2343784"/>
                <a:gd name="connsiteY2" fmla="*/ 0 h 3493452"/>
                <a:gd name="connsiteX3" fmla="*/ 2343785 w 2343784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784" h="3493452">
                  <a:moveTo>
                    <a:pt x="234378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2343785" y="0"/>
                  </a:lnTo>
                  <a:close/>
                </a:path>
              </a:pathLst>
            </a:custGeom>
            <a:gradFill>
              <a:gsLst>
                <a:gs pos="24000">
                  <a:srgbClr val="3ECAFB">
                    <a:alpha val="0"/>
                  </a:srgbClr>
                </a:gs>
                <a:gs pos="47000">
                  <a:srgbClr val="188EEA"/>
                </a:gs>
                <a:gs pos="57000">
                  <a:srgbClr val="0068DF"/>
                </a:gs>
              </a:gsLst>
              <a:lin ang="198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E6FA0420-4F28-A03C-4C3B-B7AC80C41F02}"/>
                </a:ext>
              </a:extLst>
            </p:cNvPr>
            <p:cNvSpPr/>
            <p:nvPr/>
          </p:nvSpPr>
          <p:spPr>
            <a:xfrm>
              <a:off x="10488479" y="0"/>
              <a:ext cx="1231265" cy="3493452"/>
            </a:xfrm>
            <a:custGeom>
              <a:avLst/>
              <a:gdLst>
                <a:gd name="connsiteX0" fmla="*/ 824547 w 1231265"/>
                <a:gd name="connsiteY0" fmla="*/ 0 h 3493452"/>
                <a:gd name="connsiteX1" fmla="*/ 0 w 1231265"/>
                <a:gd name="connsiteY1" fmla="*/ 3493453 h 3493452"/>
                <a:gd name="connsiteX2" fmla="*/ 1231265 w 1231265"/>
                <a:gd name="connsiteY2" fmla="*/ 0 h 3493452"/>
                <a:gd name="connsiteX3" fmla="*/ 824547 w 123126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1265" h="3493452">
                  <a:moveTo>
                    <a:pt x="824547" y="0"/>
                  </a:moveTo>
                  <a:lnTo>
                    <a:pt x="0" y="3493453"/>
                  </a:lnTo>
                  <a:lnTo>
                    <a:pt x="1231265" y="0"/>
                  </a:lnTo>
                  <a:lnTo>
                    <a:pt x="824547" y="0"/>
                  </a:lnTo>
                  <a:close/>
                </a:path>
              </a:pathLst>
            </a:custGeom>
            <a:solidFill>
              <a:srgbClr val="1F7AE3">
                <a:alpha val="6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EB33CA9-2A58-2DF6-9DE1-14BFD9D06BBF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542290 w 542290"/>
                <a:gd name="connsiteY0" fmla="*/ 0 h 3493452"/>
                <a:gd name="connsiteX1" fmla="*/ 20955 w 542290"/>
                <a:gd name="connsiteY1" fmla="*/ 3493453 h 3493452"/>
                <a:gd name="connsiteX2" fmla="*/ 0 w 542290"/>
                <a:gd name="connsiteY2" fmla="*/ 0 h 3493452"/>
                <a:gd name="connsiteX3" fmla="*/ 54229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542290" y="0"/>
                  </a:moveTo>
                  <a:lnTo>
                    <a:pt x="20955" y="3493453"/>
                  </a:lnTo>
                  <a:lnTo>
                    <a:pt x="0" y="0"/>
                  </a:lnTo>
                  <a:lnTo>
                    <a:pt x="542290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DE86A2F-B70A-B395-A7DD-114FD7E2BE72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0 w 542290"/>
                <a:gd name="connsiteY0" fmla="*/ 0 h 3493452"/>
                <a:gd name="connsiteX1" fmla="*/ 20955 w 542290"/>
                <a:gd name="connsiteY1" fmla="*/ 3493453 h 3493452"/>
                <a:gd name="connsiteX2" fmla="*/ 542290 w 542290"/>
                <a:gd name="connsiteY2" fmla="*/ 0 h 3493452"/>
                <a:gd name="connsiteX3" fmla="*/ 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0" y="0"/>
                  </a:moveTo>
                  <a:lnTo>
                    <a:pt x="20955" y="3493453"/>
                  </a:lnTo>
                  <a:lnTo>
                    <a:pt x="54229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76DB"/>
                </a:gs>
                <a:gs pos="50000">
                  <a:srgbClr val="2A9FED"/>
                </a:gs>
                <a:gs pos="100000">
                  <a:srgbClr val="54C8FF"/>
                </a:gs>
              </a:gsLst>
              <a:lin ang="20920988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801BC16E-170D-8AAA-829D-40C1A1103560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0 w 542290"/>
                <a:gd name="connsiteY0" fmla="*/ 0 h 3493452"/>
                <a:gd name="connsiteX1" fmla="*/ 20955 w 542290"/>
                <a:gd name="connsiteY1" fmla="*/ 3493453 h 3493452"/>
                <a:gd name="connsiteX2" fmla="*/ 542290 w 542290"/>
                <a:gd name="connsiteY2" fmla="*/ 0 h 3493452"/>
                <a:gd name="connsiteX3" fmla="*/ 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0" y="0"/>
                  </a:moveTo>
                  <a:lnTo>
                    <a:pt x="20955" y="3493453"/>
                  </a:lnTo>
                  <a:lnTo>
                    <a:pt x="54229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C5AC35A-A136-E2AA-B6B6-C60AC938C068}"/>
                </a:ext>
              </a:extLst>
            </p:cNvPr>
            <p:cNvSpPr/>
            <p:nvPr/>
          </p:nvSpPr>
          <p:spPr>
            <a:xfrm>
              <a:off x="9572174" y="0"/>
              <a:ext cx="916305" cy="3493452"/>
            </a:xfrm>
            <a:custGeom>
              <a:avLst/>
              <a:gdLst>
                <a:gd name="connsiteX0" fmla="*/ 0 w 916305"/>
                <a:gd name="connsiteY0" fmla="*/ 0 h 3493452"/>
                <a:gd name="connsiteX1" fmla="*/ 916305 w 916305"/>
                <a:gd name="connsiteY1" fmla="*/ 3493453 h 3493452"/>
                <a:gd name="connsiteX2" fmla="*/ 895350 w 916305"/>
                <a:gd name="connsiteY2" fmla="*/ 0 h 3493452"/>
                <a:gd name="connsiteX3" fmla="*/ 0 w 91630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305" h="3493452">
                  <a:moveTo>
                    <a:pt x="0" y="0"/>
                  </a:moveTo>
                  <a:lnTo>
                    <a:pt x="916305" y="3493453"/>
                  </a:lnTo>
                  <a:lnTo>
                    <a:pt x="89535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36000">
                  <a:srgbClr val="C6EB00"/>
                </a:gs>
                <a:gs pos="54000">
                  <a:srgbClr val="B7D742"/>
                </a:gs>
                <a:gs pos="80000">
                  <a:srgbClr val="5DCAD3"/>
                </a:gs>
                <a:gs pos="100000">
                  <a:srgbClr val="49C8F5"/>
                </a:gs>
              </a:gsLst>
              <a:lin ang="2094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3B217707-250A-66D7-D5E6-B099752C419D}"/>
                </a:ext>
              </a:extLst>
            </p:cNvPr>
            <p:cNvSpPr/>
            <p:nvPr/>
          </p:nvSpPr>
          <p:spPr>
            <a:xfrm>
              <a:off x="10488479" y="0"/>
              <a:ext cx="824547" cy="3493452"/>
            </a:xfrm>
            <a:custGeom>
              <a:avLst/>
              <a:gdLst>
                <a:gd name="connsiteX0" fmla="*/ 521335 w 824547"/>
                <a:gd name="connsiteY0" fmla="*/ 0 h 3493452"/>
                <a:gd name="connsiteX1" fmla="*/ 0 w 824547"/>
                <a:gd name="connsiteY1" fmla="*/ 3493453 h 3493452"/>
                <a:gd name="connsiteX2" fmla="*/ 824547 w 824547"/>
                <a:gd name="connsiteY2" fmla="*/ 0 h 3493452"/>
                <a:gd name="connsiteX3" fmla="*/ 521335 w 824547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4547" h="3493452">
                  <a:moveTo>
                    <a:pt x="521335" y="0"/>
                  </a:moveTo>
                  <a:lnTo>
                    <a:pt x="0" y="3493453"/>
                  </a:lnTo>
                  <a:lnTo>
                    <a:pt x="824547" y="0"/>
                  </a:lnTo>
                  <a:lnTo>
                    <a:pt x="52133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6C26E78C-6512-18B1-5E0C-935422C011B4}"/>
                </a:ext>
              </a:extLst>
            </p:cNvPr>
            <p:cNvSpPr/>
            <p:nvPr/>
          </p:nvSpPr>
          <p:spPr>
            <a:xfrm>
              <a:off x="10488479" y="0"/>
              <a:ext cx="1507490" cy="3493452"/>
            </a:xfrm>
            <a:custGeom>
              <a:avLst/>
              <a:gdLst>
                <a:gd name="connsiteX0" fmla="*/ 1231265 w 1507490"/>
                <a:gd name="connsiteY0" fmla="*/ 0 h 3493452"/>
                <a:gd name="connsiteX1" fmla="*/ 0 w 1507490"/>
                <a:gd name="connsiteY1" fmla="*/ 3493453 h 3493452"/>
                <a:gd name="connsiteX2" fmla="*/ 1507490 w 1507490"/>
                <a:gd name="connsiteY2" fmla="*/ 0 h 3493452"/>
                <a:gd name="connsiteX3" fmla="*/ 1231265 w 15074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7490" h="3493452">
                  <a:moveTo>
                    <a:pt x="123126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123126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34" name="Graphic 57">
              <a:extLst>
                <a:ext uri="{FF2B5EF4-FFF2-40B4-BE49-F238E27FC236}">
                  <a16:creationId xmlns:a16="http://schemas.microsoft.com/office/drawing/2014/main" id="{BE5C6FCC-EE7A-91D3-DDC8-05F243C32AE5}"/>
                </a:ext>
              </a:extLst>
            </p:cNvPr>
            <p:cNvGrpSpPr/>
            <p:nvPr/>
          </p:nvGrpSpPr>
          <p:grpSpPr>
            <a:xfrm>
              <a:off x="9375642" y="3493452"/>
              <a:ext cx="3550284" cy="3364547"/>
              <a:chOff x="12299315" y="3493452"/>
              <a:chExt cx="3550284" cy="3364547"/>
            </a:xfrm>
          </p:grpSpPr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ABD84F2F-6AE7-A640-9EBA-0915BC4CA0D0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3550284" cy="3364547"/>
              </a:xfrm>
              <a:custGeom>
                <a:avLst/>
                <a:gdLst>
                  <a:gd name="connsiteX0" fmla="*/ 1112838 w 3550284"/>
                  <a:gd name="connsiteY0" fmla="*/ 0 h 3364547"/>
                  <a:gd name="connsiteX1" fmla="*/ 3550285 w 3550284"/>
                  <a:gd name="connsiteY1" fmla="*/ 879475 h 3364547"/>
                  <a:gd name="connsiteX2" fmla="*/ 3550285 w 3550284"/>
                  <a:gd name="connsiteY2" fmla="*/ 3364547 h 3364547"/>
                  <a:gd name="connsiteX3" fmla="*/ 0 w 3550284"/>
                  <a:gd name="connsiteY3" fmla="*/ 3364547 h 3364547"/>
                  <a:gd name="connsiteX4" fmla="*/ 1112838 w 3550284"/>
                  <a:gd name="connsiteY4" fmla="*/ 0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50284" h="3364547">
                    <a:moveTo>
                      <a:pt x="1112838" y="0"/>
                    </a:moveTo>
                    <a:lnTo>
                      <a:pt x="3550285" y="879475"/>
                    </a:lnTo>
                    <a:lnTo>
                      <a:pt x="3550285" y="3364547"/>
                    </a:lnTo>
                    <a:lnTo>
                      <a:pt x="0" y="3364547"/>
                    </a:lnTo>
                    <a:lnTo>
                      <a:pt x="1112838" y="0"/>
                    </a:lnTo>
                    <a:close/>
                  </a:path>
                </a:pathLst>
              </a:custGeom>
              <a:solidFill>
                <a:srgbClr val="FF9A00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18B11804-DF4E-0342-4589-BA391BEF82FD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1112837" cy="3364547"/>
              </a:xfrm>
              <a:custGeom>
                <a:avLst/>
                <a:gdLst>
                  <a:gd name="connsiteX0" fmla="*/ 943292 w 1112837"/>
                  <a:gd name="connsiteY0" fmla="*/ 3364547 h 3364547"/>
                  <a:gd name="connsiteX1" fmla="*/ 1112838 w 1112837"/>
                  <a:gd name="connsiteY1" fmla="*/ 0 h 3364547"/>
                  <a:gd name="connsiteX2" fmla="*/ 0 w 1112837"/>
                  <a:gd name="connsiteY2" fmla="*/ 3364547 h 3364547"/>
                  <a:gd name="connsiteX3" fmla="*/ 943292 w 111283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2837" h="3364547">
                    <a:moveTo>
                      <a:pt x="943292" y="3364547"/>
                    </a:moveTo>
                    <a:lnTo>
                      <a:pt x="1112838" y="0"/>
                    </a:lnTo>
                    <a:lnTo>
                      <a:pt x="0" y="3364547"/>
                    </a:lnTo>
                    <a:lnTo>
                      <a:pt x="943292" y="3364547"/>
                    </a:lnTo>
                    <a:close/>
                  </a:path>
                </a:pathLst>
              </a:custGeom>
              <a:solidFill>
                <a:srgbClr val="FFD800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D815B004-2378-C71A-661F-759ADBF8D407}"/>
                  </a:ext>
                </a:extLst>
              </p:cNvPr>
              <p:cNvSpPr/>
              <p:nvPr/>
            </p:nvSpPr>
            <p:spPr>
              <a:xfrm>
                <a:off x="13242607" y="3493452"/>
                <a:ext cx="1357312" cy="3364547"/>
              </a:xfrm>
              <a:custGeom>
                <a:avLst/>
                <a:gdLst>
                  <a:gd name="connsiteX0" fmla="*/ 0 w 1357312"/>
                  <a:gd name="connsiteY0" fmla="*/ 3364547 h 3364547"/>
                  <a:gd name="connsiteX1" fmla="*/ 169545 w 1357312"/>
                  <a:gd name="connsiteY1" fmla="*/ 0 h 3364547"/>
                  <a:gd name="connsiteX2" fmla="*/ 1357313 w 1357312"/>
                  <a:gd name="connsiteY2" fmla="*/ 3364547 h 3364547"/>
                  <a:gd name="connsiteX3" fmla="*/ 0 w 1357312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7312" h="3364547">
                    <a:moveTo>
                      <a:pt x="0" y="3364547"/>
                    </a:moveTo>
                    <a:lnTo>
                      <a:pt x="169545" y="0"/>
                    </a:lnTo>
                    <a:lnTo>
                      <a:pt x="1357313" y="3364547"/>
                    </a:lnTo>
                    <a:lnTo>
                      <a:pt x="0" y="3364547"/>
                    </a:lnTo>
                    <a:close/>
                  </a:path>
                </a:pathLst>
              </a:custGeom>
              <a:gradFill>
                <a:gsLst>
                  <a:gs pos="20000">
                    <a:srgbClr val="FF7400"/>
                  </a:gs>
                  <a:gs pos="20000">
                    <a:srgbClr val="FF7F15">
                      <a:alpha val="89804"/>
                    </a:srgbClr>
                  </a:gs>
                  <a:gs pos="40000">
                    <a:srgbClr val="FF9E4D">
                      <a:alpha val="69804"/>
                    </a:srgbClr>
                  </a:gs>
                  <a:gs pos="70000">
                    <a:srgbClr val="FFCFA6">
                      <a:alpha val="29804"/>
                    </a:srgbClr>
                  </a:gs>
                  <a:gs pos="90000">
                    <a:srgbClr val="FFFFFF">
                      <a:alpha val="0"/>
                    </a:srgbClr>
                  </a:gs>
                </a:gsLst>
                <a:lin ang="21066000" scaled="1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80AB79BD-EAFB-1773-5787-AB9BE5EF2B2E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834707" cy="3364547"/>
              </a:xfrm>
              <a:custGeom>
                <a:avLst/>
                <a:gdLst>
                  <a:gd name="connsiteX0" fmla="*/ 834707 w 834707"/>
                  <a:gd name="connsiteY0" fmla="*/ 3364547 h 3364547"/>
                  <a:gd name="connsiteX1" fmla="*/ 0 w 834707"/>
                  <a:gd name="connsiteY1" fmla="*/ 0 h 3364547"/>
                  <a:gd name="connsiteX2" fmla="*/ 641032 w 834707"/>
                  <a:gd name="connsiteY2" fmla="*/ 3364547 h 3364547"/>
                  <a:gd name="connsiteX3" fmla="*/ 834707 w 83470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4707" h="3364547">
                    <a:moveTo>
                      <a:pt x="834707" y="3364547"/>
                    </a:moveTo>
                    <a:lnTo>
                      <a:pt x="0" y="0"/>
                    </a:lnTo>
                    <a:lnTo>
                      <a:pt x="641032" y="3364547"/>
                    </a:lnTo>
                    <a:lnTo>
                      <a:pt x="834707" y="3364547"/>
                    </a:lnTo>
                    <a:close/>
                  </a:path>
                </a:pathLst>
              </a:custGeom>
              <a:solidFill>
                <a:srgbClr val="FFD800">
                  <a:alpha val="40000"/>
                </a:srgbClr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0C5C3A33-DF95-541C-DE48-B04D94E41D95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1816417" cy="3364547"/>
              </a:xfrm>
              <a:custGeom>
                <a:avLst/>
                <a:gdLst>
                  <a:gd name="connsiteX0" fmla="*/ 1816417 w 1816417"/>
                  <a:gd name="connsiteY0" fmla="*/ 3364547 h 3364547"/>
                  <a:gd name="connsiteX1" fmla="*/ 0 w 1816417"/>
                  <a:gd name="connsiteY1" fmla="*/ 0 h 3364547"/>
                  <a:gd name="connsiteX2" fmla="*/ 1187767 w 1816417"/>
                  <a:gd name="connsiteY2" fmla="*/ 3364547 h 3364547"/>
                  <a:gd name="connsiteX3" fmla="*/ 1816417 w 181641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16417" h="3364547">
                    <a:moveTo>
                      <a:pt x="1816417" y="3364547"/>
                    </a:moveTo>
                    <a:lnTo>
                      <a:pt x="0" y="0"/>
                    </a:lnTo>
                    <a:lnTo>
                      <a:pt x="1187767" y="3364547"/>
                    </a:lnTo>
                    <a:lnTo>
                      <a:pt x="1816417" y="3364547"/>
                    </a:lnTo>
                    <a:close/>
                  </a:path>
                </a:pathLst>
              </a:custGeom>
              <a:solidFill>
                <a:srgbClr val="FFDA1B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54B4B118-AE38-9F88-5F91-24B6F78AC099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3364547"/>
              </a:xfrm>
              <a:custGeom>
                <a:avLst/>
                <a:gdLst>
                  <a:gd name="connsiteX0" fmla="*/ 1816417 w 2437447"/>
                  <a:gd name="connsiteY0" fmla="*/ 3364547 h 3364547"/>
                  <a:gd name="connsiteX1" fmla="*/ 0 w 2437447"/>
                  <a:gd name="connsiteY1" fmla="*/ 0 h 3364547"/>
                  <a:gd name="connsiteX2" fmla="*/ 2437447 w 2437447"/>
                  <a:gd name="connsiteY2" fmla="*/ 2812732 h 3364547"/>
                  <a:gd name="connsiteX3" fmla="*/ 2437447 w 2437447"/>
                  <a:gd name="connsiteY3" fmla="*/ 3364547 h 3364547"/>
                  <a:gd name="connsiteX4" fmla="*/ 1816417 w 2437447"/>
                  <a:gd name="connsiteY4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7447" h="3364547">
                    <a:moveTo>
                      <a:pt x="1816417" y="3364547"/>
                    </a:moveTo>
                    <a:lnTo>
                      <a:pt x="0" y="0"/>
                    </a:lnTo>
                    <a:lnTo>
                      <a:pt x="2437447" y="2812732"/>
                    </a:lnTo>
                    <a:lnTo>
                      <a:pt x="2437447" y="3364547"/>
                    </a:lnTo>
                    <a:lnTo>
                      <a:pt x="1816417" y="3364547"/>
                    </a:lnTo>
                    <a:close/>
                  </a:path>
                </a:pathLst>
              </a:custGeom>
              <a:gradFill>
                <a:gsLst>
                  <a:gs pos="44000">
                    <a:srgbClr val="FF9A00"/>
                  </a:gs>
                  <a:gs pos="57000">
                    <a:srgbClr val="FF7400">
                      <a:alpha val="89804"/>
                    </a:srgbClr>
                  </a:gs>
                </a:gsLst>
                <a:lin ang="1956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57411A26-EF57-DC6B-5CD5-80A1F468089C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2812732"/>
              </a:xfrm>
              <a:custGeom>
                <a:avLst/>
                <a:gdLst>
                  <a:gd name="connsiteX0" fmla="*/ 2437447 w 2437447"/>
                  <a:gd name="connsiteY0" fmla="*/ 1587182 h 2812732"/>
                  <a:gd name="connsiteX1" fmla="*/ 0 w 2437447"/>
                  <a:gd name="connsiteY1" fmla="*/ 0 h 2812732"/>
                  <a:gd name="connsiteX2" fmla="*/ 2437447 w 2437447"/>
                  <a:gd name="connsiteY2" fmla="*/ 2812732 h 2812732"/>
                  <a:gd name="connsiteX3" fmla="*/ 2437447 w 2437447"/>
                  <a:gd name="connsiteY3" fmla="*/ 1587182 h 281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2812732">
                    <a:moveTo>
                      <a:pt x="2437447" y="1587182"/>
                    </a:moveTo>
                    <a:lnTo>
                      <a:pt x="0" y="0"/>
                    </a:lnTo>
                    <a:lnTo>
                      <a:pt x="2437447" y="2812732"/>
                    </a:lnTo>
                    <a:lnTo>
                      <a:pt x="2437447" y="1587182"/>
                    </a:lnTo>
                    <a:close/>
                  </a:path>
                </a:pathLst>
              </a:custGeom>
              <a:gradFill>
                <a:gsLst>
                  <a:gs pos="54000">
                    <a:srgbClr val="FF9A00"/>
                  </a:gs>
                  <a:gs pos="64000">
                    <a:srgbClr val="FF7E00"/>
                  </a:gs>
                </a:gsLst>
                <a:lin ang="1890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1DF34A3D-0EA6-1411-1985-196E395393A8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1587182"/>
              </a:xfrm>
              <a:custGeom>
                <a:avLst/>
                <a:gdLst>
                  <a:gd name="connsiteX0" fmla="*/ 2437447 w 2437447"/>
                  <a:gd name="connsiteY0" fmla="*/ 879475 h 1587182"/>
                  <a:gd name="connsiteX1" fmla="*/ 0 w 2437447"/>
                  <a:gd name="connsiteY1" fmla="*/ 0 h 1587182"/>
                  <a:gd name="connsiteX2" fmla="*/ 2437447 w 2437447"/>
                  <a:gd name="connsiteY2" fmla="*/ 1587182 h 1587182"/>
                  <a:gd name="connsiteX3" fmla="*/ 2437447 w 2437447"/>
                  <a:gd name="connsiteY3" fmla="*/ 879475 h 158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1587182">
                    <a:moveTo>
                      <a:pt x="2437447" y="879475"/>
                    </a:moveTo>
                    <a:lnTo>
                      <a:pt x="0" y="0"/>
                    </a:lnTo>
                    <a:lnTo>
                      <a:pt x="2437447" y="1587182"/>
                    </a:lnTo>
                    <a:lnTo>
                      <a:pt x="2437447" y="879475"/>
                    </a:lnTo>
                    <a:close/>
                  </a:path>
                </a:pathLst>
              </a:custGeom>
              <a:solidFill>
                <a:srgbClr val="FFDD1F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F04F8CA5-579F-DE4C-50FD-AEEE4F2CC97D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1587182"/>
              </a:xfrm>
              <a:custGeom>
                <a:avLst/>
                <a:gdLst>
                  <a:gd name="connsiteX0" fmla="*/ 2437447 w 2437447"/>
                  <a:gd name="connsiteY0" fmla="*/ 879475 h 1587182"/>
                  <a:gd name="connsiteX1" fmla="*/ 0 w 2437447"/>
                  <a:gd name="connsiteY1" fmla="*/ 0 h 1587182"/>
                  <a:gd name="connsiteX2" fmla="*/ 2437447 w 2437447"/>
                  <a:gd name="connsiteY2" fmla="*/ 1587182 h 1587182"/>
                  <a:gd name="connsiteX3" fmla="*/ 2437447 w 2437447"/>
                  <a:gd name="connsiteY3" fmla="*/ 879475 h 158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1587182">
                    <a:moveTo>
                      <a:pt x="2437447" y="879475"/>
                    </a:moveTo>
                    <a:lnTo>
                      <a:pt x="0" y="0"/>
                    </a:lnTo>
                    <a:lnTo>
                      <a:pt x="2437447" y="1587182"/>
                    </a:lnTo>
                    <a:lnTo>
                      <a:pt x="2437447" y="879475"/>
                    </a:lnTo>
                    <a:close/>
                  </a:path>
                </a:pathLst>
              </a:custGeom>
              <a:solidFill>
                <a:srgbClr val="FFDA1B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D7F15295-68C3-1577-090C-32AE392AD22E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1112837" cy="3364547"/>
              </a:xfrm>
              <a:custGeom>
                <a:avLst/>
                <a:gdLst>
                  <a:gd name="connsiteX0" fmla="*/ 943292 w 1112837"/>
                  <a:gd name="connsiteY0" fmla="*/ 3364547 h 3364547"/>
                  <a:gd name="connsiteX1" fmla="*/ 1112838 w 1112837"/>
                  <a:gd name="connsiteY1" fmla="*/ 0 h 3364547"/>
                  <a:gd name="connsiteX2" fmla="*/ 0 w 1112837"/>
                  <a:gd name="connsiteY2" fmla="*/ 3364547 h 3364547"/>
                  <a:gd name="connsiteX3" fmla="*/ 943292 w 111283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2837" h="3364547">
                    <a:moveTo>
                      <a:pt x="943292" y="3364547"/>
                    </a:moveTo>
                    <a:lnTo>
                      <a:pt x="1112838" y="0"/>
                    </a:lnTo>
                    <a:lnTo>
                      <a:pt x="0" y="3364547"/>
                    </a:lnTo>
                    <a:lnTo>
                      <a:pt x="943292" y="3364547"/>
                    </a:lnTo>
                    <a:close/>
                  </a:path>
                </a:pathLst>
              </a:custGeom>
              <a:gradFill>
                <a:gsLst>
                  <a:gs pos="0">
                    <a:srgbClr val="FF8700"/>
                  </a:gs>
                  <a:gs pos="16000">
                    <a:srgbClr val="FF7400">
                      <a:alpha val="0"/>
                    </a:srgbClr>
                  </a:gs>
                  <a:gs pos="32000">
                    <a:srgbClr val="FF7400">
                      <a:alpha val="49804"/>
                    </a:srgbClr>
                  </a:gs>
                  <a:gs pos="58000">
                    <a:srgbClr val="FF7400">
                      <a:alpha val="89804"/>
                    </a:srgbClr>
                  </a:gs>
                </a:gsLst>
                <a:lin ang="1158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18769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XP +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A084577-DDF3-0832-E5ED-5FF10B2E3F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2" name="Rectangle: Rounded Corners 11">
            <a:hlinkClick r:id="rId2"/>
            <a:extLst>
              <a:ext uri="{FF2B5EF4-FFF2-40B4-BE49-F238E27FC236}">
                <a16:creationId xmlns:a16="http://schemas.microsoft.com/office/drawing/2014/main" id="{75A8E5E3-17F6-9917-83F2-08D1544F023A}"/>
              </a:ext>
            </a:extLst>
          </p:cNvPr>
          <p:cNvSpPr/>
          <p:nvPr/>
        </p:nvSpPr>
        <p:spPr>
          <a:xfrm>
            <a:off x="1342652" y="5761384"/>
            <a:ext cx="1509927" cy="305544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nxp.com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CC26F959-7025-876F-2A7E-2AB97F839FF3}"/>
              </a:ext>
            </a:extLst>
          </p:cNvPr>
          <p:cNvSpPr txBox="1">
            <a:spLocks/>
          </p:cNvSpPr>
          <p:nvPr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Internal  |  </a:t>
            </a:r>
            <a:r>
              <a:rPr lang="en-US" sz="8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2025 NXP B.V. Version 2.9.</a:t>
            </a: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79993E6-A0C2-2282-9D83-AF057F94A080}"/>
              </a:ext>
            </a:extLst>
          </p:cNvPr>
          <p:cNvGrpSpPr/>
          <p:nvPr/>
        </p:nvGrpSpPr>
        <p:grpSpPr>
          <a:xfrm>
            <a:off x="3881118" y="0"/>
            <a:ext cx="8315959" cy="6857999"/>
            <a:chOff x="4609967" y="0"/>
            <a:chExt cx="8315959" cy="6857999"/>
          </a:xfrm>
        </p:grpSpPr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C887985F-1D93-DAFC-74AB-CE8D59DA60B9}"/>
                </a:ext>
              </a:extLst>
            </p:cNvPr>
            <p:cNvSpPr/>
            <p:nvPr/>
          </p:nvSpPr>
          <p:spPr>
            <a:xfrm>
              <a:off x="4609967" y="0"/>
              <a:ext cx="5878512" cy="3493452"/>
            </a:xfrm>
            <a:custGeom>
              <a:avLst/>
              <a:gdLst>
                <a:gd name="connsiteX0" fmla="*/ 5878513 w 5878512"/>
                <a:gd name="connsiteY0" fmla="*/ 3493453 h 3493452"/>
                <a:gd name="connsiteX1" fmla="*/ 5857557 w 5878512"/>
                <a:gd name="connsiteY1" fmla="*/ 0 h 3493452"/>
                <a:gd name="connsiteX2" fmla="*/ 2393315 w 5878512"/>
                <a:gd name="connsiteY2" fmla="*/ 0 h 3493452"/>
                <a:gd name="connsiteX3" fmla="*/ 0 w 5878512"/>
                <a:gd name="connsiteY3" fmla="*/ 0 h 3493452"/>
                <a:gd name="connsiteX4" fmla="*/ 5878513 w 5878512"/>
                <a:gd name="connsiteY4" fmla="*/ 3493453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8512" h="3493452">
                  <a:moveTo>
                    <a:pt x="5878513" y="3493453"/>
                  </a:moveTo>
                  <a:lnTo>
                    <a:pt x="5857557" y="0"/>
                  </a:lnTo>
                  <a:lnTo>
                    <a:pt x="2393315" y="0"/>
                  </a:lnTo>
                  <a:lnTo>
                    <a:pt x="0" y="0"/>
                  </a:lnTo>
                  <a:lnTo>
                    <a:pt x="5878513" y="3493453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E7814D08-EE86-E321-263E-AF405AD40066}"/>
                </a:ext>
              </a:extLst>
            </p:cNvPr>
            <p:cNvSpPr/>
            <p:nvPr/>
          </p:nvSpPr>
          <p:spPr>
            <a:xfrm>
              <a:off x="4609967" y="0"/>
              <a:ext cx="5878512" cy="3493452"/>
            </a:xfrm>
            <a:custGeom>
              <a:avLst/>
              <a:gdLst>
                <a:gd name="connsiteX0" fmla="*/ 0 w 5878512"/>
                <a:gd name="connsiteY0" fmla="*/ 0 h 3493452"/>
                <a:gd name="connsiteX1" fmla="*/ 5878513 w 5878512"/>
                <a:gd name="connsiteY1" fmla="*/ 3493453 h 3493452"/>
                <a:gd name="connsiteX2" fmla="*/ 2393315 w 5878512"/>
                <a:gd name="connsiteY2" fmla="*/ 0 h 3493452"/>
                <a:gd name="connsiteX3" fmla="*/ 2393315 w 5878512"/>
                <a:gd name="connsiteY3" fmla="*/ 0 h 3493452"/>
                <a:gd name="connsiteX4" fmla="*/ 0 w 5878512"/>
                <a:gd name="connsiteY4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8512" h="3493452">
                  <a:moveTo>
                    <a:pt x="0" y="0"/>
                  </a:moveTo>
                  <a:lnTo>
                    <a:pt x="5878513" y="3493453"/>
                  </a:lnTo>
                  <a:lnTo>
                    <a:pt x="2393315" y="0"/>
                  </a:lnTo>
                  <a:lnTo>
                    <a:pt x="2393315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2521">
                  <a:schemeClr val="accent6"/>
                </a:gs>
                <a:gs pos="49000">
                  <a:schemeClr val="accent3"/>
                </a:gs>
                <a:gs pos="63000">
                  <a:srgbClr val="C6EB00"/>
                </a:gs>
                <a:gs pos="94000">
                  <a:srgbClr val="C6EB00"/>
                </a:gs>
              </a:gsLst>
              <a:lin ang="1848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93459D98-54E4-0EEE-94CB-2FCBEEF4A592}"/>
                </a:ext>
              </a:extLst>
            </p:cNvPr>
            <p:cNvSpPr/>
            <p:nvPr/>
          </p:nvSpPr>
          <p:spPr>
            <a:xfrm>
              <a:off x="7003281" y="0"/>
              <a:ext cx="3485197" cy="3493452"/>
            </a:xfrm>
            <a:custGeom>
              <a:avLst/>
              <a:gdLst>
                <a:gd name="connsiteX0" fmla="*/ 0 w 3485197"/>
                <a:gd name="connsiteY0" fmla="*/ 0 h 3493452"/>
                <a:gd name="connsiteX1" fmla="*/ 3485198 w 3485197"/>
                <a:gd name="connsiteY1" fmla="*/ 3493453 h 3493452"/>
                <a:gd name="connsiteX2" fmla="*/ 287973 w 3485197"/>
                <a:gd name="connsiteY2" fmla="*/ 0 h 3493452"/>
                <a:gd name="connsiteX3" fmla="*/ 0 w 3485197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85197" h="3493452">
                  <a:moveTo>
                    <a:pt x="0" y="0"/>
                  </a:moveTo>
                  <a:lnTo>
                    <a:pt x="3485198" y="3493453"/>
                  </a:lnTo>
                  <a:lnTo>
                    <a:pt x="28797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B972">
                <a:alpha val="4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FAEC36D-F404-90FE-3357-7C09FBE64DDD}"/>
                </a:ext>
              </a:extLst>
            </p:cNvPr>
            <p:cNvSpPr/>
            <p:nvPr/>
          </p:nvSpPr>
          <p:spPr>
            <a:xfrm>
              <a:off x="7291254" y="0"/>
              <a:ext cx="3197225" cy="3493452"/>
            </a:xfrm>
            <a:custGeom>
              <a:avLst/>
              <a:gdLst>
                <a:gd name="connsiteX0" fmla="*/ 628650 w 3197225"/>
                <a:gd name="connsiteY0" fmla="*/ 0 h 3493452"/>
                <a:gd name="connsiteX1" fmla="*/ 3197225 w 3197225"/>
                <a:gd name="connsiteY1" fmla="*/ 3493453 h 3493452"/>
                <a:gd name="connsiteX2" fmla="*/ 0 w 3197225"/>
                <a:gd name="connsiteY2" fmla="*/ 0 h 3493452"/>
                <a:gd name="connsiteX3" fmla="*/ 628650 w 319722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97225" h="3493452">
                  <a:moveTo>
                    <a:pt x="628650" y="0"/>
                  </a:moveTo>
                  <a:lnTo>
                    <a:pt x="3197225" y="3493453"/>
                  </a:lnTo>
                  <a:lnTo>
                    <a:pt x="0" y="0"/>
                  </a:lnTo>
                  <a:lnTo>
                    <a:pt x="628650" y="0"/>
                  </a:lnTo>
                  <a:close/>
                </a:path>
              </a:pathLst>
            </a:custGeom>
            <a:gradFill>
              <a:gsLst>
                <a:gs pos="46000">
                  <a:schemeClr val="accent3"/>
                </a:gs>
                <a:gs pos="64000">
                  <a:srgbClr val="C6EB00"/>
                </a:gs>
              </a:gsLst>
              <a:lin ang="18810059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5CA7BF3E-52B1-61EC-32CD-26A550AB40D5}"/>
                </a:ext>
              </a:extLst>
            </p:cNvPr>
            <p:cNvSpPr/>
            <p:nvPr/>
          </p:nvSpPr>
          <p:spPr>
            <a:xfrm>
              <a:off x="7919904" y="0"/>
              <a:ext cx="2568575" cy="3493452"/>
            </a:xfrm>
            <a:custGeom>
              <a:avLst/>
              <a:gdLst>
                <a:gd name="connsiteX0" fmla="*/ 0 w 2568575"/>
                <a:gd name="connsiteY0" fmla="*/ 0 h 3493452"/>
                <a:gd name="connsiteX1" fmla="*/ 2568575 w 2568575"/>
                <a:gd name="connsiteY1" fmla="*/ 3493453 h 3493452"/>
                <a:gd name="connsiteX2" fmla="*/ 173672 w 2568575"/>
                <a:gd name="connsiteY2" fmla="*/ 0 h 3493452"/>
                <a:gd name="connsiteX3" fmla="*/ 0 w 256857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8575" h="3493452">
                  <a:moveTo>
                    <a:pt x="0" y="0"/>
                  </a:moveTo>
                  <a:lnTo>
                    <a:pt x="2568575" y="3493453"/>
                  </a:lnTo>
                  <a:lnTo>
                    <a:pt x="1736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1E3E7-CE0D-4AAA-3FB6-B6726FB0CD12}"/>
                </a:ext>
              </a:extLst>
            </p:cNvPr>
            <p:cNvSpPr/>
            <p:nvPr/>
          </p:nvSpPr>
          <p:spPr>
            <a:xfrm>
              <a:off x="8093577" y="0"/>
              <a:ext cx="2394902" cy="3493452"/>
            </a:xfrm>
            <a:custGeom>
              <a:avLst/>
              <a:gdLst>
                <a:gd name="connsiteX0" fmla="*/ 0 w 2394902"/>
                <a:gd name="connsiteY0" fmla="*/ 0 h 3493452"/>
                <a:gd name="connsiteX1" fmla="*/ 2394903 w 2394902"/>
                <a:gd name="connsiteY1" fmla="*/ 3493453 h 3493452"/>
                <a:gd name="connsiteX2" fmla="*/ 0 w 2394902"/>
                <a:gd name="connsiteY2" fmla="*/ 0 h 3493452"/>
                <a:gd name="connsiteX3" fmla="*/ 0 w 239490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4902" h="3493452">
                  <a:moveTo>
                    <a:pt x="0" y="0"/>
                  </a:moveTo>
                  <a:lnTo>
                    <a:pt x="2394903" y="349345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0F4E2FE-3961-5039-524A-C7BFBEF407E6}"/>
                </a:ext>
              </a:extLst>
            </p:cNvPr>
            <p:cNvSpPr/>
            <p:nvPr/>
          </p:nvSpPr>
          <p:spPr>
            <a:xfrm>
              <a:off x="8267884" y="0"/>
              <a:ext cx="2220595" cy="3493452"/>
            </a:xfrm>
            <a:custGeom>
              <a:avLst/>
              <a:gdLst>
                <a:gd name="connsiteX0" fmla="*/ 0 w 2220595"/>
                <a:gd name="connsiteY0" fmla="*/ 0 h 3493452"/>
                <a:gd name="connsiteX1" fmla="*/ 2220596 w 2220595"/>
                <a:gd name="connsiteY1" fmla="*/ 3493453 h 3493452"/>
                <a:gd name="connsiteX2" fmla="*/ 187643 w 2220595"/>
                <a:gd name="connsiteY2" fmla="*/ 0 h 3493452"/>
                <a:gd name="connsiteX3" fmla="*/ 0 w 222059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0595" h="3493452">
                  <a:moveTo>
                    <a:pt x="0" y="0"/>
                  </a:moveTo>
                  <a:lnTo>
                    <a:pt x="2220596" y="3493453"/>
                  </a:lnTo>
                  <a:lnTo>
                    <a:pt x="1876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B221">
                <a:alpha val="6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8D89A4A1-BD86-2041-AD1E-85D8F0FA7545}"/>
                </a:ext>
              </a:extLst>
            </p:cNvPr>
            <p:cNvSpPr/>
            <p:nvPr/>
          </p:nvSpPr>
          <p:spPr>
            <a:xfrm>
              <a:off x="8455527" y="0"/>
              <a:ext cx="2032952" cy="3493452"/>
            </a:xfrm>
            <a:custGeom>
              <a:avLst/>
              <a:gdLst>
                <a:gd name="connsiteX0" fmla="*/ 663893 w 2032952"/>
                <a:gd name="connsiteY0" fmla="*/ 0 h 3493452"/>
                <a:gd name="connsiteX1" fmla="*/ 2032953 w 2032952"/>
                <a:gd name="connsiteY1" fmla="*/ 3493453 h 3493452"/>
                <a:gd name="connsiteX2" fmla="*/ 0 w 2032952"/>
                <a:gd name="connsiteY2" fmla="*/ 0 h 3493452"/>
                <a:gd name="connsiteX3" fmla="*/ 663893 w 203295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2952" h="3493452">
                  <a:moveTo>
                    <a:pt x="663893" y="0"/>
                  </a:moveTo>
                  <a:lnTo>
                    <a:pt x="2032953" y="3493453"/>
                  </a:lnTo>
                  <a:lnTo>
                    <a:pt x="0" y="0"/>
                  </a:lnTo>
                  <a:lnTo>
                    <a:pt x="663893" y="0"/>
                  </a:lnTo>
                  <a:close/>
                </a:path>
              </a:pathLst>
            </a:custGeom>
            <a:solidFill>
              <a:srgbClr val="80D226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746FA9E-2870-9A65-A5F0-0F8571A42208}"/>
                </a:ext>
              </a:extLst>
            </p:cNvPr>
            <p:cNvSpPr/>
            <p:nvPr/>
          </p:nvSpPr>
          <p:spPr>
            <a:xfrm>
              <a:off x="8455527" y="0"/>
              <a:ext cx="2032952" cy="3493452"/>
            </a:xfrm>
            <a:custGeom>
              <a:avLst/>
              <a:gdLst>
                <a:gd name="connsiteX0" fmla="*/ 663893 w 2032952"/>
                <a:gd name="connsiteY0" fmla="*/ 0 h 3493452"/>
                <a:gd name="connsiteX1" fmla="*/ 2032953 w 2032952"/>
                <a:gd name="connsiteY1" fmla="*/ 3493453 h 3493452"/>
                <a:gd name="connsiteX2" fmla="*/ 0 w 2032952"/>
                <a:gd name="connsiteY2" fmla="*/ 0 h 3493452"/>
                <a:gd name="connsiteX3" fmla="*/ 663893 w 203295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2952" h="3493452">
                  <a:moveTo>
                    <a:pt x="663893" y="0"/>
                  </a:moveTo>
                  <a:lnTo>
                    <a:pt x="2032953" y="3493453"/>
                  </a:lnTo>
                  <a:lnTo>
                    <a:pt x="0" y="0"/>
                  </a:lnTo>
                  <a:lnTo>
                    <a:pt x="663893" y="0"/>
                  </a:lnTo>
                  <a:close/>
                </a:path>
              </a:pathLst>
            </a:custGeom>
            <a:gradFill>
              <a:gsLst>
                <a:gs pos="38000">
                  <a:srgbClr val="C6EB00"/>
                </a:gs>
                <a:gs pos="52000">
                  <a:schemeClr val="accent3"/>
                </a:gs>
                <a:gs pos="74000">
                  <a:srgbClr val="00A700"/>
                </a:gs>
              </a:gsLst>
              <a:lin ang="2022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98B01B5A-9CCD-0927-40F5-07AE1EB05810}"/>
                </a:ext>
              </a:extLst>
            </p:cNvPr>
            <p:cNvSpPr/>
            <p:nvPr/>
          </p:nvSpPr>
          <p:spPr>
            <a:xfrm>
              <a:off x="9119419" y="0"/>
              <a:ext cx="1369059" cy="3493452"/>
            </a:xfrm>
            <a:custGeom>
              <a:avLst/>
              <a:gdLst>
                <a:gd name="connsiteX0" fmla="*/ 0 w 1369059"/>
                <a:gd name="connsiteY0" fmla="*/ 0 h 3493452"/>
                <a:gd name="connsiteX1" fmla="*/ 1369060 w 1369059"/>
                <a:gd name="connsiteY1" fmla="*/ 3493453 h 3493452"/>
                <a:gd name="connsiteX2" fmla="*/ 452755 w 1369059"/>
                <a:gd name="connsiteY2" fmla="*/ 0 h 3493452"/>
                <a:gd name="connsiteX3" fmla="*/ 0 w 1369059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059" h="3493452">
                  <a:moveTo>
                    <a:pt x="0" y="0"/>
                  </a:moveTo>
                  <a:lnTo>
                    <a:pt x="1369060" y="3493453"/>
                  </a:lnTo>
                  <a:lnTo>
                    <a:pt x="4527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84530221-7573-6728-6902-AE3BCFD1B788}"/>
                </a:ext>
              </a:extLst>
            </p:cNvPr>
            <p:cNvSpPr/>
            <p:nvPr/>
          </p:nvSpPr>
          <p:spPr>
            <a:xfrm>
              <a:off x="9572174" y="0"/>
              <a:ext cx="916305" cy="3493452"/>
            </a:xfrm>
            <a:custGeom>
              <a:avLst/>
              <a:gdLst>
                <a:gd name="connsiteX0" fmla="*/ 895350 w 916305"/>
                <a:gd name="connsiteY0" fmla="*/ 0 h 3493452"/>
                <a:gd name="connsiteX1" fmla="*/ 916305 w 916305"/>
                <a:gd name="connsiteY1" fmla="*/ 3493453 h 3493452"/>
                <a:gd name="connsiteX2" fmla="*/ 0 w 916305"/>
                <a:gd name="connsiteY2" fmla="*/ 0 h 3493452"/>
                <a:gd name="connsiteX3" fmla="*/ 895350 w 91630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305" h="3493452">
                  <a:moveTo>
                    <a:pt x="895350" y="0"/>
                  </a:moveTo>
                  <a:lnTo>
                    <a:pt x="916305" y="3493453"/>
                  </a:lnTo>
                  <a:lnTo>
                    <a:pt x="0" y="0"/>
                  </a:lnTo>
                  <a:lnTo>
                    <a:pt x="895350" y="0"/>
                  </a:lnTo>
                  <a:close/>
                </a:path>
              </a:pathLst>
            </a:custGeom>
            <a:gradFill>
              <a:gsLst>
                <a:gs pos="20000">
                  <a:srgbClr val="C6EB00"/>
                </a:gs>
                <a:gs pos="20000">
                  <a:srgbClr val="C6EB00">
                    <a:alpha val="89804"/>
                  </a:srgbClr>
                </a:gs>
                <a:gs pos="40000">
                  <a:srgbClr val="C6EB00">
                    <a:alpha val="69804"/>
                  </a:srgbClr>
                </a:gs>
                <a:gs pos="70000">
                  <a:srgbClr val="C6EB00">
                    <a:alpha val="29804"/>
                  </a:srgbClr>
                </a:gs>
                <a:gs pos="90000">
                  <a:srgbClr val="C6EB00">
                    <a:alpha val="0"/>
                  </a:srgbClr>
                </a:gs>
              </a:gsLst>
              <a:lin ang="21210000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E305A30F-4210-E96A-694A-6E516693D43F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0 w 2343784"/>
                <a:gd name="connsiteY0" fmla="*/ 3493453 h 3493452"/>
                <a:gd name="connsiteX1" fmla="*/ 521335 w 2343784"/>
                <a:gd name="connsiteY1" fmla="*/ 0 h 3493452"/>
                <a:gd name="connsiteX2" fmla="*/ 2343785 w 2343784"/>
                <a:gd name="connsiteY2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43784" h="3493452">
                  <a:moveTo>
                    <a:pt x="0" y="3493453"/>
                  </a:moveTo>
                  <a:lnTo>
                    <a:pt x="521335" y="0"/>
                  </a:lnTo>
                  <a:lnTo>
                    <a:pt x="2343785" y="0"/>
                  </a:lnTo>
                </a:path>
              </a:pathLst>
            </a:custGeom>
            <a:solidFill>
              <a:srgbClr val="0EAFE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ECFBB89E-BEBC-7CD6-1982-E69C64F41F32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2343785 w 2343784"/>
                <a:gd name="connsiteY0" fmla="*/ 0 h 3493452"/>
                <a:gd name="connsiteX1" fmla="*/ 0 w 2343784"/>
                <a:gd name="connsiteY1" fmla="*/ 3493453 h 3493452"/>
                <a:gd name="connsiteX2" fmla="*/ 1507490 w 2343784"/>
                <a:gd name="connsiteY2" fmla="*/ 0 h 3493452"/>
                <a:gd name="connsiteX3" fmla="*/ 2343785 w 2343784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784" h="3493452">
                  <a:moveTo>
                    <a:pt x="234378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234378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FC9CBB3D-10AB-900E-DDFF-874DC2105612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2343785 w 2343784"/>
                <a:gd name="connsiteY0" fmla="*/ 0 h 3493452"/>
                <a:gd name="connsiteX1" fmla="*/ 0 w 2343784"/>
                <a:gd name="connsiteY1" fmla="*/ 3493453 h 3493452"/>
                <a:gd name="connsiteX2" fmla="*/ 1507490 w 2343784"/>
                <a:gd name="connsiteY2" fmla="*/ 0 h 3493452"/>
                <a:gd name="connsiteX3" fmla="*/ 2343785 w 2343784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784" h="3493452">
                  <a:moveTo>
                    <a:pt x="234378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2343785" y="0"/>
                  </a:lnTo>
                  <a:close/>
                </a:path>
              </a:pathLst>
            </a:custGeom>
            <a:gradFill>
              <a:gsLst>
                <a:gs pos="24000">
                  <a:srgbClr val="3ECAFB">
                    <a:alpha val="0"/>
                  </a:srgbClr>
                </a:gs>
                <a:gs pos="47000">
                  <a:srgbClr val="188EEA"/>
                </a:gs>
                <a:gs pos="57000">
                  <a:srgbClr val="0068DF"/>
                </a:gs>
              </a:gsLst>
              <a:lin ang="198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9526ADC2-0154-7098-07BA-C7D05E711BEB}"/>
                </a:ext>
              </a:extLst>
            </p:cNvPr>
            <p:cNvSpPr/>
            <p:nvPr/>
          </p:nvSpPr>
          <p:spPr>
            <a:xfrm>
              <a:off x="10488479" y="0"/>
              <a:ext cx="1231265" cy="3493452"/>
            </a:xfrm>
            <a:custGeom>
              <a:avLst/>
              <a:gdLst>
                <a:gd name="connsiteX0" fmla="*/ 824547 w 1231265"/>
                <a:gd name="connsiteY0" fmla="*/ 0 h 3493452"/>
                <a:gd name="connsiteX1" fmla="*/ 0 w 1231265"/>
                <a:gd name="connsiteY1" fmla="*/ 3493453 h 3493452"/>
                <a:gd name="connsiteX2" fmla="*/ 1231265 w 1231265"/>
                <a:gd name="connsiteY2" fmla="*/ 0 h 3493452"/>
                <a:gd name="connsiteX3" fmla="*/ 824547 w 123126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1265" h="3493452">
                  <a:moveTo>
                    <a:pt x="824547" y="0"/>
                  </a:moveTo>
                  <a:lnTo>
                    <a:pt x="0" y="3493453"/>
                  </a:lnTo>
                  <a:lnTo>
                    <a:pt x="1231265" y="0"/>
                  </a:lnTo>
                  <a:lnTo>
                    <a:pt x="824547" y="0"/>
                  </a:lnTo>
                  <a:close/>
                </a:path>
              </a:pathLst>
            </a:custGeom>
            <a:solidFill>
              <a:srgbClr val="1F7AE3">
                <a:alpha val="6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9AF1836-38F3-443A-FF5B-C263972B1EE7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542290 w 542290"/>
                <a:gd name="connsiteY0" fmla="*/ 0 h 3493452"/>
                <a:gd name="connsiteX1" fmla="*/ 20955 w 542290"/>
                <a:gd name="connsiteY1" fmla="*/ 3493453 h 3493452"/>
                <a:gd name="connsiteX2" fmla="*/ 0 w 542290"/>
                <a:gd name="connsiteY2" fmla="*/ 0 h 3493452"/>
                <a:gd name="connsiteX3" fmla="*/ 54229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542290" y="0"/>
                  </a:moveTo>
                  <a:lnTo>
                    <a:pt x="20955" y="3493453"/>
                  </a:lnTo>
                  <a:lnTo>
                    <a:pt x="0" y="0"/>
                  </a:lnTo>
                  <a:lnTo>
                    <a:pt x="542290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D3A5C3A-736D-166F-F645-3728D9FA9DAA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0 w 542290"/>
                <a:gd name="connsiteY0" fmla="*/ 0 h 3493452"/>
                <a:gd name="connsiteX1" fmla="*/ 20955 w 542290"/>
                <a:gd name="connsiteY1" fmla="*/ 3493453 h 3493452"/>
                <a:gd name="connsiteX2" fmla="*/ 542290 w 542290"/>
                <a:gd name="connsiteY2" fmla="*/ 0 h 3493452"/>
                <a:gd name="connsiteX3" fmla="*/ 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0" y="0"/>
                  </a:moveTo>
                  <a:lnTo>
                    <a:pt x="20955" y="3493453"/>
                  </a:lnTo>
                  <a:lnTo>
                    <a:pt x="54229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76DB"/>
                </a:gs>
                <a:gs pos="50000">
                  <a:srgbClr val="2A9FED"/>
                </a:gs>
                <a:gs pos="100000">
                  <a:srgbClr val="54C8FF"/>
                </a:gs>
              </a:gsLst>
              <a:lin ang="20920988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832D2AC5-692E-3B83-F7EA-7B73246FBF79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0 w 542290"/>
                <a:gd name="connsiteY0" fmla="*/ 0 h 3493452"/>
                <a:gd name="connsiteX1" fmla="*/ 20955 w 542290"/>
                <a:gd name="connsiteY1" fmla="*/ 3493453 h 3493452"/>
                <a:gd name="connsiteX2" fmla="*/ 542290 w 542290"/>
                <a:gd name="connsiteY2" fmla="*/ 0 h 3493452"/>
                <a:gd name="connsiteX3" fmla="*/ 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0" y="0"/>
                  </a:moveTo>
                  <a:lnTo>
                    <a:pt x="20955" y="3493453"/>
                  </a:lnTo>
                  <a:lnTo>
                    <a:pt x="54229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78081749-69BF-173A-EB05-9EEF258EE2B0}"/>
                </a:ext>
              </a:extLst>
            </p:cNvPr>
            <p:cNvSpPr/>
            <p:nvPr/>
          </p:nvSpPr>
          <p:spPr>
            <a:xfrm>
              <a:off x="9572174" y="0"/>
              <a:ext cx="916305" cy="3493452"/>
            </a:xfrm>
            <a:custGeom>
              <a:avLst/>
              <a:gdLst>
                <a:gd name="connsiteX0" fmla="*/ 0 w 916305"/>
                <a:gd name="connsiteY0" fmla="*/ 0 h 3493452"/>
                <a:gd name="connsiteX1" fmla="*/ 916305 w 916305"/>
                <a:gd name="connsiteY1" fmla="*/ 3493453 h 3493452"/>
                <a:gd name="connsiteX2" fmla="*/ 895350 w 916305"/>
                <a:gd name="connsiteY2" fmla="*/ 0 h 3493452"/>
                <a:gd name="connsiteX3" fmla="*/ 0 w 91630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305" h="3493452">
                  <a:moveTo>
                    <a:pt x="0" y="0"/>
                  </a:moveTo>
                  <a:lnTo>
                    <a:pt x="916305" y="3493453"/>
                  </a:lnTo>
                  <a:lnTo>
                    <a:pt x="89535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36000">
                  <a:srgbClr val="C6EB00"/>
                </a:gs>
                <a:gs pos="54000">
                  <a:srgbClr val="B7D742"/>
                </a:gs>
                <a:gs pos="80000">
                  <a:srgbClr val="5DCAD3"/>
                </a:gs>
                <a:gs pos="100000">
                  <a:srgbClr val="49C8F5"/>
                </a:gs>
              </a:gsLst>
              <a:lin ang="2094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12098DD5-2AFE-2F89-353D-97173AC45973}"/>
                </a:ext>
              </a:extLst>
            </p:cNvPr>
            <p:cNvSpPr/>
            <p:nvPr/>
          </p:nvSpPr>
          <p:spPr>
            <a:xfrm>
              <a:off x="10488479" y="0"/>
              <a:ext cx="824547" cy="3493452"/>
            </a:xfrm>
            <a:custGeom>
              <a:avLst/>
              <a:gdLst>
                <a:gd name="connsiteX0" fmla="*/ 521335 w 824547"/>
                <a:gd name="connsiteY0" fmla="*/ 0 h 3493452"/>
                <a:gd name="connsiteX1" fmla="*/ 0 w 824547"/>
                <a:gd name="connsiteY1" fmla="*/ 3493453 h 3493452"/>
                <a:gd name="connsiteX2" fmla="*/ 824547 w 824547"/>
                <a:gd name="connsiteY2" fmla="*/ 0 h 3493452"/>
                <a:gd name="connsiteX3" fmla="*/ 521335 w 824547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4547" h="3493452">
                  <a:moveTo>
                    <a:pt x="521335" y="0"/>
                  </a:moveTo>
                  <a:lnTo>
                    <a:pt x="0" y="3493453"/>
                  </a:lnTo>
                  <a:lnTo>
                    <a:pt x="824547" y="0"/>
                  </a:lnTo>
                  <a:lnTo>
                    <a:pt x="52133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A2CF7D6-9028-349C-9BDD-0D0AB6CA72C0}"/>
                </a:ext>
              </a:extLst>
            </p:cNvPr>
            <p:cNvSpPr/>
            <p:nvPr/>
          </p:nvSpPr>
          <p:spPr>
            <a:xfrm>
              <a:off x="10488479" y="0"/>
              <a:ext cx="1507490" cy="3493452"/>
            </a:xfrm>
            <a:custGeom>
              <a:avLst/>
              <a:gdLst>
                <a:gd name="connsiteX0" fmla="*/ 1231265 w 1507490"/>
                <a:gd name="connsiteY0" fmla="*/ 0 h 3493452"/>
                <a:gd name="connsiteX1" fmla="*/ 0 w 1507490"/>
                <a:gd name="connsiteY1" fmla="*/ 3493453 h 3493452"/>
                <a:gd name="connsiteX2" fmla="*/ 1507490 w 1507490"/>
                <a:gd name="connsiteY2" fmla="*/ 0 h 3493452"/>
                <a:gd name="connsiteX3" fmla="*/ 1231265 w 15074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7490" h="3493452">
                  <a:moveTo>
                    <a:pt x="123126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123126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38" name="Graphic 57">
              <a:extLst>
                <a:ext uri="{FF2B5EF4-FFF2-40B4-BE49-F238E27FC236}">
                  <a16:creationId xmlns:a16="http://schemas.microsoft.com/office/drawing/2014/main" id="{C4FC5CAF-4688-232A-6992-3DBA4628B5E0}"/>
                </a:ext>
              </a:extLst>
            </p:cNvPr>
            <p:cNvGrpSpPr/>
            <p:nvPr/>
          </p:nvGrpSpPr>
          <p:grpSpPr>
            <a:xfrm>
              <a:off x="9375642" y="3493452"/>
              <a:ext cx="3550284" cy="3364547"/>
              <a:chOff x="12299315" y="3493452"/>
              <a:chExt cx="3550284" cy="3364547"/>
            </a:xfrm>
          </p:grpSpPr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E70998FF-F0A7-FC66-8E62-1A96657E7F98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3550284" cy="3364547"/>
              </a:xfrm>
              <a:custGeom>
                <a:avLst/>
                <a:gdLst>
                  <a:gd name="connsiteX0" fmla="*/ 1112838 w 3550284"/>
                  <a:gd name="connsiteY0" fmla="*/ 0 h 3364547"/>
                  <a:gd name="connsiteX1" fmla="*/ 3550285 w 3550284"/>
                  <a:gd name="connsiteY1" fmla="*/ 879475 h 3364547"/>
                  <a:gd name="connsiteX2" fmla="*/ 3550285 w 3550284"/>
                  <a:gd name="connsiteY2" fmla="*/ 3364547 h 3364547"/>
                  <a:gd name="connsiteX3" fmla="*/ 0 w 3550284"/>
                  <a:gd name="connsiteY3" fmla="*/ 3364547 h 3364547"/>
                  <a:gd name="connsiteX4" fmla="*/ 1112838 w 3550284"/>
                  <a:gd name="connsiteY4" fmla="*/ 0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50284" h="3364547">
                    <a:moveTo>
                      <a:pt x="1112838" y="0"/>
                    </a:moveTo>
                    <a:lnTo>
                      <a:pt x="3550285" y="879475"/>
                    </a:lnTo>
                    <a:lnTo>
                      <a:pt x="3550285" y="3364547"/>
                    </a:lnTo>
                    <a:lnTo>
                      <a:pt x="0" y="3364547"/>
                    </a:lnTo>
                    <a:lnTo>
                      <a:pt x="1112838" y="0"/>
                    </a:lnTo>
                    <a:close/>
                  </a:path>
                </a:pathLst>
              </a:custGeom>
              <a:solidFill>
                <a:srgbClr val="FF9A00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F3BA8CEE-0385-A6F0-44A6-C607C3E975A5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1112837" cy="3364547"/>
              </a:xfrm>
              <a:custGeom>
                <a:avLst/>
                <a:gdLst>
                  <a:gd name="connsiteX0" fmla="*/ 943292 w 1112837"/>
                  <a:gd name="connsiteY0" fmla="*/ 3364547 h 3364547"/>
                  <a:gd name="connsiteX1" fmla="*/ 1112838 w 1112837"/>
                  <a:gd name="connsiteY1" fmla="*/ 0 h 3364547"/>
                  <a:gd name="connsiteX2" fmla="*/ 0 w 1112837"/>
                  <a:gd name="connsiteY2" fmla="*/ 3364547 h 3364547"/>
                  <a:gd name="connsiteX3" fmla="*/ 943292 w 111283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2837" h="3364547">
                    <a:moveTo>
                      <a:pt x="943292" y="3364547"/>
                    </a:moveTo>
                    <a:lnTo>
                      <a:pt x="1112838" y="0"/>
                    </a:lnTo>
                    <a:lnTo>
                      <a:pt x="0" y="3364547"/>
                    </a:lnTo>
                    <a:lnTo>
                      <a:pt x="943292" y="3364547"/>
                    </a:lnTo>
                    <a:close/>
                  </a:path>
                </a:pathLst>
              </a:custGeom>
              <a:solidFill>
                <a:srgbClr val="FFD800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8B30A002-E800-2FFC-B6EF-4F4F723C5090}"/>
                  </a:ext>
                </a:extLst>
              </p:cNvPr>
              <p:cNvSpPr/>
              <p:nvPr/>
            </p:nvSpPr>
            <p:spPr>
              <a:xfrm>
                <a:off x="13242607" y="3493452"/>
                <a:ext cx="1357312" cy="3364547"/>
              </a:xfrm>
              <a:custGeom>
                <a:avLst/>
                <a:gdLst>
                  <a:gd name="connsiteX0" fmla="*/ 0 w 1357312"/>
                  <a:gd name="connsiteY0" fmla="*/ 3364547 h 3364547"/>
                  <a:gd name="connsiteX1" fmla="*/ 169545 w 1357312"/>
                  <a:gd name="connsiteY1" fmla="*/ 0 h 3364547"/>
                  <a:gd name="connsiteX2" fmla="*/ 1357313 w 1357312"/>
                  <a:gd name="connsiteY2" fmla="*/ 3364547 h 3364547"/>
                  <a:gd name="connsiteX3" fmla="*/ 0 w 1357312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7312" h="3364547">
                    <a:moveTo>
                      <a:pt x="0" y="3364547"/>
                    </a:moveTo>
                    <a:lnTo>
                      <a:pt x="169545" y="0"/>
                    </a:lnTo>
                    <a:lnTo>
                      <a:pt x="1357313" y="3364547"/>
                    </a:lnTo>
                    <a:lnTo>
                      <a:pt x="0" y="3364547"/>
                    </a:lnTo>
                    <a:close/>
                  </a:path>
                </a:pathLst>
              </a:custGeom>
              <a:gradFill>
                <a:gsLst>
                  <a:gs pos="20000">
                    <a:srgbClr val="FF7400"/>
                  </a:gs>
                  <a:gs pos="20000">
                    <a:srgbClr val="FF7F15">
                      <a:alpha val="89804"/>
                    </a:srgbClr>
                  </a:gs>
                  <a:gs pos="40000">
                    <a:srgbClr val="FF9E4D">
                      <a:alpha val="69804"/>
                    </a:srgbClr>
                  </a:gs>
                  <a:gs pos="70000">
                    <a:srgbClr val="FFCFA6">
                      <a:alpha val="29804"/>
                    </a:srgbClr>
                  </a:gs>
                  <a:gs pos="90000">
                    <a:srgbClr val="FFFFFF">
                      <a:alpha val="0"/>
                    </a:srgbClr>
                  </a:gs>
                </a:gsLst>
                <a:lin ang="21066000" scaled="1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049FD7AD-6741-92FD-F2D4-ADDFCB1E8984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834707" cy="3364547"/>
              </a:xfrm>
              <a:custGeom>
                <a:avLst/>
                <a:gdLst>
                  <a:gd name="connsiteX0" fmla="*/ 834707 w 834707"/>
                  <a:gd name="connsiteY0" fmla="*/ 3364547 h 3364547"/>
                  <a:gd name="connsiteX1" fmla="*/ 0 w 834707"/>
                  <a:gd name="connsiteY1" fmla="*/ 0 h 3364547"/>
                  <a:gd name="connsiteX2" fmla="*/ 641032 w 834707"/>
                  <a:gd name="connsiteY2" fmla="*/ 3364547 h 3364547"/>
                  <a:gd name="connsiteX3" fmla="*/ 834707 w 83470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4707" h="3364547">
                    <a:moveTo>
                      <a:pt x="834707" y="3364547"/>
                    </a:moveTo>
                    <a:lnTo>
                      <a:pt x="0" y="0"/>
                    </a:lnTo>
                    <a:lnTo>
                      <a:pt x="641032" y="3364547"/>
                    </a:lnTo>
                    <a:lnTo>
                      <a:pt x="834707" y="3364547"/>
                    </a:lnTo>
                    <a:close/>
                  </a:path>
                </a:pathLst>
              </a:custGeom>
              <a:solidFill>
                <a:srgbClr val="FFD800">
                  <a:alpha val="40000"/>
                </a:srgbClr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C3489775-C831-B62B-F3F1-FE81AEE78845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1816417" cy="3364547"/>
              </a:xfrm>
              <a:custGeom>
                <a:avLst/>
                <a:gdLst>
                  <a:gd name="connsiteX0" fmla="*/ 1816417 w 1816417"/>
                  <a:gd name="connsiteY0" fmla="*/ 3364547 h 3364547"/>
                  <a:gd name="connsiteX1" fmla="*/ 0 w 1816417"/>
                  <a:gd name="connsiteY1" fmla="*/ 0 h 3364547"/>
                  <a:gd name="connsiteX2" fmla="*/ 1187767 w 1816417"/>
                  <a:gd name="connsiteY2" fmla="*/ 3364547 h 3364547"/>
                  <a:gd name="connsiteX3" fmla="*/ 1816417 w 181641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16417" h="3364547">
                    <a:moveTo>
                      <a:pt x="1816417" y="3364547"/>
                    </a:moveTo>
                    <a:lnTo>
                      <a:pt x="0" y="0"/>
                    </a:lnTo>
                    <a:lnTo>
                      <a:pt x="1187767" y="3364547"/>
                    </a:lnTo>
                    <a:lnTo>
                      <a:pt x="1816417" y="3364547"/>
                    </a:lnTo>
                    <a:close/>
                  </a:path>
                </a:pathLst>
              </a:custGeom>
              <a:solidFill>
                <a:srgbClr val="FFDA1B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FBE244A9-E1B3-7502-C592-65FD5B14AB4B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3364547"/>
              </a:xfrm>
              <a:custGeom>
                <a:avLst/>
                <a:gdLst>
                  <a:gd name="connsiteX0" fmla="*/ 1816417 w 2437447"/>
                  <a:gd name="connsiteY0" fmla="*/ 3364547 h 3364547"/>
                  <a:gd name="connsiteX1" fmla="*/ 0 w 2437447"/>
                  <a:gd name="connsiteY1" fmla="*/ 0 h 3364547"/>
                  <a:gd name="connsiteX2" fmla="*/ 2437447 w 2437447"/>
                  <a:gd name="connsiteY2" fmla="*/ 2812732 h 3364547"/>
                  <a:gd name="connsiteX3" fmla="*/ 2437447 w 2437447"/>
                  <a:gd name="connsiteY3" fmla="*/ 3364547 h 3364547"/>
                  <a:gd name="connsiteX4" fmla="*/ 1816417 w 2437447"/>
                  <a:gd name="connsiteY4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7447" h="3364547">
                    <a:moveTo>
                      <a:pt x="1816417" y="3364547"/>
                    </a:moveTo>
                    <a:lnTo>
                      <a:pt x="0" y="0"/>
                    </a:lnTo>
                    <a:lnTo>
                      <a:pt x="2437447" y="2812732"/>
                    </a:lnTo>
                    <a:lnTo>
                      <a:pt x="2437447" y="3364547"/>
                    </a:lnTo>
                    <a:lnTo>
                      <a:pt x="1816417" y="3364547"/>
                    </a:lnTo>
                    <a:close/>
                  </a:path>
                </a:pathLst>
              </a:custGeom>
              <a:gradFill>
                <a:gsLst>
                  <a:gs pos="44000">
                    <a:srgbClr val="FF9A00"/>
                  </a:gs>
                  <a:gs pos="57000">
                    <a:srgbClr val="FF7400">
                      <a:alpha val="89804"/>
                    </a:srgbClr>
                  </a:gs>
                </a:gsLst>
                <a:lin ang="1956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C33B9AA1-6F8F-0117-7EF5-54D4ACDB7231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2812732"/>
              </a:xfrm>
              <a:custGeom>
                <a:avLst/>
                <a:gdLst>
                  <a:gd name="connsiteX0" fmla="*/ 2437447 w 2437447"/>
                  <a:gd name="connsiteY0" fmla="*/ 1587182 h 2812732"/>
                  <a:gd name="connsiteX1" fmla="*/ 0 w 2437447"/>
                  <a:gd name="connsiteY1" fmla="*/ 0 h 2812732"/>
                  <a:gd name="connsiteX2" fmla="*/ 2437447 w 2437447"/>
                  <a:gd name="connsiteY2" fmla="*/ 2812732 h 2812732"/>
                  <a:gd name="connsiteX3" fmla="*/ 2437447 w 2437447"/>
                  <a:gd name="connsiteY3" fmla="*/ 1587182 h 281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2812732">
                    <a:moveTo>
                      <a:pt x="2437447" y="1587182"/>
                    </a:moveTo>
                    <a:lnTo>
                      <a:pt x="0" y="0"/>
                    </a:lnTo>
                    <a:lnTo>
                      <a:pt x="2437447" y="2812732"/>
                    </a:lnTo>
                    <a:lnTo>
                      <a:pt x="2437447" y="1587182"/>
                    </a:lnTo>
                    <a:close/>
                  </a:path>
                </a:pathLst>
              </a:custGeom>
              <a:gradFill>
                <a:gsLst>
                  <a:gs pos="54000">
                    <a:srgbClr val="FF9A00"/>
                  </a:gs>
                  <a:gs pos="64000">
                    <a:srgbClr val="FF7E00"/>
                  </a:gs>
                </a:gsLst>
                <a:lin ang="1890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FC31BCF2-3799-BEFE-670D-06F6F4301A0A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1587182"/>
              </a:xfrm>
              <a:custGeom>
                <a:avLst/>
                <a:gdLst>
                  <a:gd name="connsiteX0" fmla="*/ 2437447 w 2437447"/>
                  <a:gd name="connsiteY0" fmla="*/ 879475 h 1587182"/>
                  <a:gd name="connsiteX1" fmla="*/ 0 w 2437447"/>
                  <a:gd name="connsiteY1" fmla="*/ 0 h 1587182"/>
                  <a:gd name="connsiteX2" fmla="*/ 2437447 w 2437447"/>
                  <a:gd name="connsiteY2" fmla="*/ 1587182 h 1587182"/>
                  <a:gd name="connsiteX3" fmla="*/ 2437447 w 2437447"/>
                  <a:gd name="connsiteY3" fmla="*/ 879475 h 158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1587182">
                    <a:moveTo>
                      <a:pt x="2437447" y="879475"/>
                    </a:moveTo>
                    <a:lnTo>
                      <a:pt x="0" y="0"/>
                    </a:lnTo>
                    <a:lnTo>
                      <a:pt x="2437447" y="1587182"/>
                    </a:lnTo>
                    <a:lnTo>
                      <a:pt x="2437447" y="879475"/>
                    </a:lnTo>
                    <a:close/>
                  </a:path>
                </a:pathLst>
              </a:custGeom>
              <a:solidFill>
                <a:srgbClr val="FFDD1F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271EA46D-6F7E-63F7-02CD-693E71E0E5EC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1587182"/>
              </a:xfrm>
              <a:custGeom>
                <a:avLst/>
                <a:gdLst>
                  <a:gd name="connsiteX0" fmla="*/ 2437447 w 2437447"/>
                  <a:gd name="connsiteY0" fmla="*/ 879475 h 1587182"/>
                  <a:gd name="connsiteX1" fmla="*/ 0 w 2437447"/>
                  <a:gd name="connsiteY1" fmla="*/ 0 h 1587182"/>
                  <a:gd name="connsiteX2" fmla="*/ 2437447 w 2437447"/>
                  <a:gd name="connsiteY2" fmla="*/ 1587182 h 1587182"/>
                  <a:gd name="connsiteX3" fmla="*/ 2437447 w 2437447"/>
                  <a:gd name="connsiteY3" fmla="*/ 879475 h 158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1587182">
                    <a:moveTo>
                      <a:pt x="2437447" y="879475"/>
                    </a:moveTo>
                    <a:lnTo>
                      <a:pt x="0" y="0"/>
                    </a:lnTo>
                    <a:lnTo>
                      <a:pt x="2437447" y="1587182"/>
                    </a:lnTo>
                    <a:lnTo>
                      <a:pt x="2437447" y="879475"/>
                    </a:lnTo>
                    <a:close/>
                  </a:path>
                </a:pathLst>
              </a:custGeom>
              <a:solidFill>
                <a:srgbClr val="FFDA1B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21BFF8C1-CC60-B92E-553D-C9F448B62B40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1112837" cy="3364547"/>
              </a:xfrm>
              <a:custGeom>
                <a:avLst/>
                <a:gdLst>
                  <a:gd name="connsiteX0" fmla="*/ 943292 w 1112837"/>
                  <a:gd name="connsiteY0" fmla="*/ 3364547 h 3364547"/>
                  <a:gd name="connsiteX1" fmla="*/ 1112838 w 1112837"/>
                  <a:gd name="connsiteY1" fmla="*/ 0 h 3364547"/>
                  <a:gd name="connsiteX2" fmla="*/ 0 w 1112837"/>
                  <a:gd name="connsiteY2" fmla="*/ 3364547 h 3364547"/>
                  <a:gd name="connsiteX3" fmla="*/ 943292 w 111283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2837" h="3364547">
                    <a:moveTo>
                      <a:pt x="943292" y="3364547"/>
                    </a:moveTo>
                    <a:lnTo>
                      <a:pt x="1112838" y="0"/>
                    </a:lnTo>
                    <a:lnTo>
                      <a:pt x="0" y="3364547"/>
                    </a:lnTo>
                    <a:lnTo>
                      <a:pt x="943292" y="3364547"/>
                    </a:lnTo>
                    <a:close/>
                  </a:path>
                </a:pathLst>
              </a:custGeom>
              <a:gradFill>
                <a:gsLst>
                  <a:gs pos="0">
                    <a:srgbClr val="FF8700"/>
                  </a:gs>
                  <a:gs pos="16000">
                    <a:srgbClr val="FF7400">
                      <a:alpha val="0"/>
                    </a:srgbClr>
                  </a:gs>
                  <a:gs pos="32000">
                    <a:srgbClr val="FF7400">
                      <a:alpha val="49804"/>
                    </a:srgbClr>
                  </a:gs>
                  <a:gs pos="58000">
                    <a:srgbClr val="FF7400">
                      <a:alpha val="89804"/>
                    </a:srgbClr>
                  </a:gs>
                </a:gsLst>
                <a:lin ang="1158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324E62A-A266-449D-644F-E0FCFEE9BBBC}"/>
              </a:ext>
            </a:extLst>
          </p:cNvPr>
          <p:cNvGrpSpPr/>
          <p:nvPr/>
        </p:nvGrpSpPr>
        <p:grpSpPr>
          <a:xfrm>
            <a:off x="1329004" y="2629430"/>
            <a:ext cx="5566813" cy="1018700"/>
            <a:chOff x="1329004" y="2629430"/>
            <a:chExt cx="5566813" cy="1018700"/>
          </a:xfrm>
        </p:grpSpPr>
        <p:grpSp>
          <p:nvGrpSpPr>
            <p:cNvPr id="4" name="Graphic 1">
              <a:extLst>
                <a:ext uri="{FF2B5EF4-FFF2-40B4-BE49-F238E27FC236}">
                  <a16:creationId xmlns:a16="http://schemas.microsoft.com/office/drawing/2014/main" id="{7BD040A0-6EB2-4625-2A1C-25C6FC668768}"/>
                </a:ext>
              </a:extLst>
            </p:cNvPr>
            <p:cNvGrpSpPr/>
            <p:nvPr userDrawn="1"/>
          </p:nvGrpSpPr>
          <p:grpSpPr>
            <a:xfrm>
              <a:off x="4783656" y="2681524"/>
              <a:ext cx="2112161" cy="966606"/>
              <a:chOff x="4783656" y="2681524"/>
              <a:chExt cx="2112161" cy="966606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9F4C5BEF-4063-7196-2616-4FE90F82CD7D}"/>
                  </a:ext>
                </a:extLst>
              </p:cNvPr>
              <p:cNvSpPr/>
              <p:nvPr/>
            </p:nvSpPr>
            <p:spPr>
              <a:xfrm>
                <a:off x="4784665" y="2721924"/>
                <a:ext cx="249588" cy="328013"/>
              </a:xfrm>
              <a:custGeom>
                <a:avLst/>
                <a:gdLst>
                  <a:gd name="connsiteX0" fmla="*/ 231723 w 249588"/>
                  <a:gd name="connsiteY0" fmla="*/ 187492 h 328013"/>
                  <a:gd name="connsiteX1" fmla="*/ 249588 w 249588"/>
                  <a:gd name="connsiteY1" fmla="*/ 239179 h 328013"/>
                  <a:gd name="connsiteX2" fmla="*/ 236670 w 249588"/>
                  <a:gd name="connsiteY2" fmla="*/ 285467 h 328013"/>
                  <a:gd name="connsiteX3" fmla="*/ 199313 w 249588"/>
                  <a:gd name="connsiteY3" fmla="*/ 316727 h 328013"/>
                  <a:gd name="connsiteX4" fmla="*/ 141488 w 249588"/>
                  <a:gd name="connsiteY4" fmla="*/ 328014 h 328013"/>
                  <a:gd name="connsiteX5" fmla="*/ 0 w 249588"/>
                  <a:gd name="connsiteY5" fmla="*/ 328014 h 328013"/>
                  <a:gd name="connsiteX6" fmla="*/ 0 w 249588"/>
                  <a:gd name="connsiteY6" fmla="*/ 0 h 328013"/>
                  <a:gd name="connsiteX7" fmla="*/ 135402 w 249588"/>
                  <a:gd name="connsiteY7" fmla="*/ 0 h 328013"/>
                  <a:gd name="connsiteX8" fmla="*/ 193000 w 249588"/>
                  <a:gd name="connsiteY8" fmla="*/ 10799 h 328013"/>
                  <a:gd name="connsiteX9" fmla="*/ 229673 w 249588"/>
                  <a:gd name="connsiteY9" fmla="*/ 40888 h 328013"/>
                  <a:gd name="connsiteX10" fmla="*/ 242137 w 249588"/>
                  <a:gd name="connsiteY10" fmla="*/ 84573 h 328013"/>
                  <a:gd name="connsiteX11" fmla="*/ 226875 w 249588"/>
                  <a:gd name="connsiteY11" fmla="*/ 132520 h 328013"/>
                  <a:gd name="connsiteX12" fmla="*/ 186199 w 249588"/>
                  <a:gd name="connsiteY12" fmla="*/ 159778 h 328013"/>
                  <a:gd name="connsiteX13" fmla="*/ 231788 w 249588"/>
                  <a:gd name="connsiteY13" fmla="*/ 187492 h 328013"/>
                  <a:gd name="connsiteX14" fmla="*/ 65798 w 249588"/>
                  <a:gd name="connsiteY14" fmla="*/ 135317 h 328013"/>
                  <a:gd name="connsiteX15" fmla="*/ 125966 w 249588"/>
                  <a:gd name="connsiteY15" fmla="*/ 135317 h 328013"/>
                  <a:gd name="connsiteX16" fmla="*/ 162151 w 249588"/>
                  <a:gd name="connsiteY16" fmla="*/ 124745 h 328013"/>
                  <a:gd name="connsiteX17" fmla="*/ 174842 w 249588"/>
                  <a:gd name="connsiteY17" fmla="*/ 94429 h 328013"/>
                  <a:gd name="connsiteX18" fmla="*/ 162151 w 249588"/>
                  <a:gd name="connsiteY18" fmla="*/ 63885 h 328013"/>
                  <a:gd name="connsiteX19" fmla="*/ 125966 w 249588"/>
                  <a:gd name="connsiteY19" fmla="*/ 53086 h 328013"/>
                  <a:gd name="connsiteX20" fmla="*/ 65798 w 249588"/>
                  <a:gd name="connsiteY20" fmla="*/ 53086 h 328013"/>
                  <a:gd name="connsiteX21" fmla="*/ 65798 w 249588"/>
                  <a:gd name="connsiteY21" fmla="*/ 135317 h 328013"/>
                  <a:gd name="connsiteX22" fmla="*/ 169440 w 249588"/>
                  <a:gd name="connsiteY22" fmla="*/ 263153 h 328013"/>
                  <a:gd name="connsiteX23" fmla="*/ 182847 w 249588"/>
                  <a:gd name="connsiteY23" fmla="*/ 231210 h 328013"/>
                  <a:gd name="connsiteX24" fmla="*/ 168757 w 249588"/>
                  <a:gd name="connsiteY24" fmla="*/ 198064 h 328013"/>
                  <a:gd name="connsiteX25" fmla="*/ 130684 w 249588"/>
                  <a:gd name="connsiteY25" fmla="*/ 186094 h 328013"/>
                  <a:gd name="connsiteX26" fmla="*/ 65798 w 249588"/>
                  <a:gd name="connsiteY26" fmla="*/ 186094 h 328013"/>
                  <a:gd name="connsiteX27" fmla="*/ 65798 w 249588"/>
                  <a:gd name="connsiteY27" fmla="*/ 274440 h 328013"/>
                  <a:gd name="connsiteX28" fmla="*/ 132083 w 249588"/>
                  <a:gd name="connsiteY28" fmla="*/ 274440 h 328013"/>
                  <a:gd name="connsiteX29" fmla="*/ 169473 w 249588"/>
                  <a:gd name="connsiteY29" fmla="*/ 263153 h 328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49588" h="328013">
                    <a:moveTo>
                      <a:pt x="231723" y="187492"/>
                    </a:moveTo>
                    <a:cubicBezTo>
                      <a:pt x="243633" y="202520"/>
                      <a:pt x="249588" y="219760"/>
                      <a:pt x="249588" y="239179"/>
                    </a:cubicBezTo>
                    <a:cubicBezTo>
                      <a:pt x="249588" y="256712"/>
                      <a:pt x="245260" y="272163"/>
                      <a:pt x="236670" y="285467"/>
                    </a:cubicBezTo>
                    <a:cubicBezTo>
                      <a:pt x="228046" y="298771"/>
                      <a:pt x="215583" y="309213"/>
                      <a:pt x="199313" y="316727"/>
                    </a:cubicBezTo>
                    <a:cubicBezTo>
                      <a:pt x="183010" y="324241"/>
                      <a:pt x="163745" y="328014"/>
                      <a:pt x="141488" y="328014"/>
                    </a:cubicBezTo>
                    <a:lnTo>
                      <a:pt x="0" y="328014"/>
                    </a:lnTo>
                    <a:lnTo>
                      <a:pt x="0" y="0"/>
                    </a:lnTo>
                    <a:lnTo>
                      <a:pt x="135402" y="0"/>
                    </a:lnTo>
                    <a:cubicBezTo>
                      <a:pt x="157660" y="0"/>
                      <a:pt x="176859" y="3611"/>
                      <a:pt x="193000" y="10799"/>
                    </a:cubicBezTo>
                    <a:cubicBezTo>
                      <a:pt x="209140" y="18021"/>
                      <a:pt x="221376" y="28039"/>
                      <a:pt x="229673" y="40888"/>
                    </a:cubicBezTo>
                    <a:cubicBezTo>
                      <a:pt x="237971" y="53737"/>
                      <a:pt x="242137" y="68309"/>
                      <a:pt x="242137" y="84573"/>
                    </a:cubicBezTo>
                    <a:cubicBezTo>
                      <a:pt x="242137" y="103700"/>
                      <a:pt x="237027" y="119671"/>
                      <a:pt x="226875" y="132520"/>
                    </a:cubicBezTo>
                    <a:cubicBezTo>
                      <a:pt x="216689" y="145368"/>
                      <a:pt x="203120" y="154444"/>
                      <a:pt x="186199" y="159778"/>
                    </a:cubicBezTo>
                    <a:cubicBezTo>
                      <a:pt x="204682" y="163226"/>
                      <a:pt x="219878" y="172464"/>
                      <a:pt x="231788" y="187492"/>
                    </a:cubicBezTo>
                    <a:close/>
                    <a:moveTo>
                      <a:pt x="65798" y="135317"/>
                    </a:moveTo>
                    <a:lnTo>
                      <a:pt x="125966" y="135317"/>
                    </a:lnTo>
                    <a:cubicBezTo>
                      <a:pt x="141650" y="135317"/>
                      <a:pt x="153690" y="131804"/>
                      <a:pt x="162151" y="124745"/>
                    </a:cubicBezTo>
                    <a:cubicBezTo>
                      <a:pt x="170611" y="117687"/>
                      <a:pt x="174842" y="107603"/>
                      <a:pt x="174842" y="94429"/>
                    </a:cubicBezTo>
                    <a:cubicBezTo>
                      <a:pt x="174842" y="81255"/>
                      <a:pt x="170611" y="71107"/>
                      <a:pt x="162151" y="63885"/>
                    </a:cubicBezTo>
                    <a:cubicBezTo>
                      <a:pt x="153690" y="56697"/>
                      <a:pt x="141618" y="53086"/>
                      <a:pt x="125966" y="53086"/>
                    </a:cubicBezTo>
                    <a:lnTo>
                      <a:pt x="65798" y="53086"/>
                    </a:lnTo>
                    <a:lnTo>
                      <a:pt x="65798" y="135317"/>
                    </a:lnTo>
                    <a:close/>
                    <a:moveTo>
                      <a:pt x="169440" y="263153"/>
                    </a:moveTo>
                    <a:cubicBezTo>
                      <a:pt x="178356" y="255639"/>
                      <a:pt x="182847" y="245002"/>
                      <a:pt x="182847" y="231210"/>
                    </a:cubicBezTo>
                    <a:cubicBezTo>
                      <a:pt x="182847" y="217418"/>
                      <a:pt x="178161" y="206066"/>
                      <a:pt x="168757" y="198064"/>
                    </a:cubicBezTo>
                    <a:cubicBezTo>
                      <a:pt x="159352" y="190062"/>
                      <a:pt x="146661" y="186094"/>
                      <a:pt x="130684" y="186094"/>
                    </a:cubicBezTo>
                    <a:lnTo>
                      <a:pt x="65798" y="186094"/>
                    </a:lnTo>
                    <a:lnTo>
                      <a:pt x="65798" y="274440"/>
                    </a:lnTo>
                    <a:lnTo>
                      <a:pt x="132083" y="274440"/>
                    </a:lnTo>
                    <a:cubicBezTo>
                      <a:pt x="148061" y="274440"/>
                      <a:pt x="160524" y="270667"/>
                      <a:pt x="169473" y="263153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B287635C-1119-D843-3975-6F586F93251F}"/>
                  </a:ext>
                </a:extLst>
              </p:cNvPr>
              <p:cNvSpPr/>
              <p:nvPr/>
            </p:nvSpPr>
            <p:spPr>
              <a:xfrm>
                <a:off x="5091590" y="2785842"/>
                <a:ext cx="145750" cy="264095"/>
              </a:xfrm>
              <a:custGeom>
                <a:avLst/>
                <a:gdLst>
                  <a:gd name="connsiteX0" fmla="*/ 98989 w 145750"/>
                  <a:gd name="connsiteY0" fmla="*/ 11743 h 264095"/>
                  <a:gd name="connsiteX1" fmla="*/ 145751 w 145750"/>
                  <a:gd name="connsiteY1" fmla="*/ 0 h 264095"/>
                  <a:gd name="connsiteX2" fmla="*/ 145751 w 145750"/>
                  <a:gd name="connsiteY2" fmla="*/ 69090 h 264095"/>
                  <a:gd name="connsiteX3" fmla="*/ 128341 w 145750"/>
                  <a:gd name="connsiteY3" fmla="*/ 69090 h 264095"/>
                  <a:gd name="connsiteX4" fmla="*/ 81580 w 145750"/>
                  <a:gd name="connsiteY4" fmla="*/ 83662 h 264095"/>
                  <a:gd name="connsiteX5" fmla="*/ 65830 w 145750"/>
                  <a:gd name="connsiteY5" fmla="*/ 134406 h 264095"/>
                  <a:gd name="connsiteX6" fmla="*/ 65830 w 145750"/>
                  <a:gd name="connsiteY6" fmla="*/ 264096 h 264095"/>
                  <a:gd name="connsiteX7" fmla="*/ 0 w 145750"/>
                  <a:gd name="connsiteY7" fmla="*/ 264096 h 264095"/>
                  <a:gd name="connsiteX8" fmla="*/ 0 w 145750"/>
                  <a:gd name="connsiteY8" fmla="*/ 3773 h 264095"/>
                  <a:gd name="connsiteX9" fmla="*/ 65830 w 145750"/>
                  <a:gd name="connsiteY9" fmla="*/ 3773 h 264095"/>
                  <a:gd name="connsiteX10" fmla="*/ 65830 w 145750"/>
                  <a:gd name="connsiteY10" fmla="*/ 44173 h 264095"/>
                  <a:gd name="connsiteX11" fmla="*/ 98989 w 145750"/>
                  <a:gd name="connsiteY11" fmla="*/ 11743 h 26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750" h="264095">
                    <a:moveTo>
                      <a:pt x="98989" y="11743"/>
                    </a:moveTo>
                    <a:cubicBezTo>
                      <a:pt x="112624" y="3903"/>
                      <a:pt x="128211" y="0"/>
                      <a:pt x="145751" y="0"/>
                    </a:cubicBezTo>
                    <a:lnTo>
                      <a:pt x="145751" y="69090"/>
                    </a:lnTo>
                    <a:lnTo>
                      <a:pt x="128341" y="69090"/>
                    </a:lnTo>
                    <a:cubicBezTo>
                      <a:pt x="107645" y="69090"/>
                      <a:pt x="92058" y="73936"/>
                      <a:pt x="81580" y="83662"/>
                    </a:cubicBezTo>
                    <a:cubicBezTo>
                      <a:pt x="71070" y="93388"/>
                      <a:pt x="65830" y="110303"/>
                      <a:pt x="65830" y="134406"/>
                    </a:cubicBezTo>
                    <a:lnTo>
                      <a:pt x="65830" y="264096"/>
                    </a:lnTo>
                    <a:lnTo>
                      <a:pt x="0" y="264096"/>
                    </a:lnTo>
                    <a:lnTo>
                      <a:pt x="0" y="3773"/>
                    </a:lnTo>
                    <a:lnTo>
                      <a:pt x="65830" y="3773"/>
                    </a:lnTo>
                    <a:lnTo>
                      <a:pt x="65830" y="44173"/>
                    </a:lnTo>
                    <a:cubicBezTo>
                      <a:pt x="74291" y="30381"/>
                      <a:pt x="85355" y="19582"/>
                      <a:pt x="98989" y="11743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1F5F9BF8-02F2-0E91-3ADB-6D6288C484E6}"/>
                  </a:ext>
                </a:extLst>
              </p:cNvPr>
              <p:cNvSpPr/>
              <p:nvPr/>
            </p:nvSpPr>
            <p:spPr>
              <a:xfrm>
                <a:off x="5279188" y="2681524"/>
                <a:ext cx="80831" cy="368381"/>
              </a:xfrm>
              <a:custGeom>
                <a:avLst/>
                <a:gdLst>
                  <a:gd name="connsiteX0" fmla="*/ 11520 w 80831"/>
                  <a:gd name="connsiteY0" fmla="*/ 66000 h 368381"/>
                  <a:gd name="connsiteX1" fmla="*/ 0 w 80831"/>
                  <a:gd name="connsiteY1" fmla="*/ 38513 h 368381"/>
                  <a:gd name="connsiteX2" fmla="*/ 11520 w 80831"/>
                  <a:gd name="connsiteY2" fmla="*/ 11027 h 368381"/>
                  <a:gd name="connsiteX3" fmla="*/ 40416 w 80831"/>
                  <a:gd name="connsiteY3" fmla="*/ 0 h 368381"/>
                  <a:gd name="connsiteX4" fmla="*/ 69312 w 80831"/>
                  <a:gd name="connsiteY4" fmla="*/ 11027 h 368381"/>
                  <a:gd name="connsiteX5" fmla="*/ 80831 w 80831"/>
                  <a:gd name="connsiteY5" fmla="*/ 38513 h 368381"/>
                  <a:gd name="connsiteX6" fmla="*/ 69312 w 80831"/>
                  <a:gd name="connsiteY6" fmla="*/ 66000 h 368381"/>
                  <a:gd name="connsiteX7" fmla="*/ 40416 w 80831"/>
                  <a:gd name="connsiteY7" fmla="*/ 77059 h 368381"/>
                  <a:gd name="connsiteX8" fmla="*/ 11520 w 80831"/>
                  <a:gd name="connsiteY8" fmla="*/ 66000 h 368381"/>
                  <a:gd name="connsiteX9" fmla="*/ 72859 w 80831"/>
                  <a:gd name="connsiteY9" fmla="*/ 108058 h 368381"/>
                  <a:gd name="connsiteX10" fmla="*/ 72859 w 80831"/>
                  <a:gd name="connsiteY10" fmla="*/ 368381 h 368381"/>
                  <a:gd name="connsiteX11" fmla="*/ 7029 w 80831"/>
                  <a:gd name="connsiteY11" fmla="*/ 368381 h 368381"/>
                  <a:gd name="connsiteX12" fmla="*/ 7029 w 80831"/>
                  <a:gd name="connsiteY12" fmla="*/ 108058 h 368381"/>
                  <a:gd name="connsiteX13" fmla="*/ 72859 w 80831"/>
                  <a:gd name="connsiteY13" fmla="*/ 108058 h 368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0831" h="368381">
                    <a:moveTo>
                      <a:pt x="11520" y="66000"/>
                    </a:moveTo>
                    <a:cubicBezTo>
                      <a:pt x="3840" y="58648"/>
                      <a:pt x="0" y="49475"/>
                      <a:pt x="0" y="38513"/>
                    </a:cubicBezTo>
                    <a:cubicBezTo>
                      <a:pt x="0" y="27551"/>
                      <a:pt x="3840" y="18378"/>
                      <a:pt x="11520" y="11027"/>
                    </a:cubicBezTo>
                    <a:cubicBezTo>
                      <a:pt x="19199" y="3676"/>
                      <a:pt x="28831" y="0"/>
                      <a:pt x="40416" y="0"/>
                    </a:cubicBezTo>
                    <a:cubicBezTo>
                      <a:pt x="52000" y="0"/>
                      <a:pt x="61633" y="3676"/>
                      <a:pt x="69312" y="11027"/>
                    </a:cubicBezTo>
                    <a:cubicBezTo>
                      <a:pt x="76992" y="18378"/>
                      <a:pt x="80831" y="27551"/>
                      <a:pt x="80831" y="38513"/>
                    </a:cubicBezTo>
                    <a:cubicBezTo>
                      <a:pt x="80831" y="49475"/>
                      <a:pt x="76992" y="58648"/>
                      <a:pt x="69312" y="66000"/>
                    </a:cubicBezTo>
                    <a:cubicBezTo>
                      <a:pt x="61633" y="73351"/>
                      <a:pt x="52000" y="77059"/>
                      <a:pt x="40416" y="77059"/>
                    </a:cubicBezTo>
                    <a:cubicBezTo>
                      <a:pt x="28831" y="77059"/>
                      <a:pt x="19167" y="73384"/>
                      <a:pt x="11520" y="66000"/>
                    </a:cubicBezTo>
                    <a:close/>
                    <a:moveTo>
                      <a:pt x="72859" y="108058"/>
                    </a:moveTo>
                    <a:lnTo>
                      <a:pt x="72859" y="368381"/>
                    </a:lnTo>
                    <a:lnTo>
                      <a:pt x="7029" y="368381"/>
                    </a:lnTo>
                    <a:lnTo>
                      <a:pt x="7029" y="108058"/>
                    </a:lnTo>
                    <a:lnTo>
                      <a:pt x="72859" y="108058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D51A46CE-B761-F8DA-16E5-54CA2FA8F43B}"/>
                  </a:ext>
                </a:extLst>
              </p:cNvPr>
              <p:cNvSpPr/>
              <p:nvPr/>
            </p:nvSpPr>
            <p:spPr>
              <a:xfrm>
                <a:off x="5404698" y="2785354"/>
                <a:ext cx="271260" cy="392842"/>
              </a:xfrm>
              <a:custGeom>
                <a:avLst/>
                <a:gdLst>
                  <a:gd name="connsiteX0" fmla="*/ 170188 w 271260"/>
                  <a:gd name="connsiteY0" fmla="*/ 11515 h 392842"/>
                  <a:gd name="connsiteX1" fmla="*/ 204975 w 271260"/>
                  <a:gd name="connsiteY1" fmla="*/ 41343 h 392842"/>
                  <a:gd name="connsiteX2" fmla="*/ 204975 w 271260"/>
                  <a:gd name="connsiteY2" fmla="*/ 4229 h 392842"/>
                  <a:gd name="connsiteX3" fmla="*/ 271261 w 271260"/>
                  <a:gd name="connsiteY3" fmla="*/ 4229 h 392842"/>
                  <a:gd name="connsiteX4" fmla="*/ 271261 w 271260"/>
                  <a:gd name="connsiteY4" fmla="*/ 266438 h 392842"/>
                  <a:gd name="connsiteX5" fmla="*/ 256682 w 271260"/>
                  <a:gd name="connsiteY5" fmla="*/ 331039 h 392842"/>
                  <a:gd name="connsiteX6" fmla="*/ 212947 w 271260"/>
                  <a:gd name="connsiteY6" fmla="*/ 376156 h 392842"/>
                  <a:gd name="connsiteX7" fmla="*/ 142431 w 271260"/>
                  <a:gd name="connsiteY7" fmla="*/ 392842 h 392842"/>
                  <a:gd name="connsiteX8" fmla="*/ 51479 w 271260"/>
                  <a:gd name="connsiteY8" fmla="*/ 366983 h 392842"/>
                  <a:gd name="connsiteX9" fmla="*/ 11292 w 271260"/>
                  <a:gd name="connsiteY9" fmla="*/ 296494 h 392842"/>
                  <a:gd name="connsiteX10" fmla="*/ 76633 w 271260"/>
                  <a:gd name="connsiteY10" fmla="*/ 296494 h 392842"/>
                  <a:gd name="connsiteX11" fmla="*/ 98956 w 271260"/>
                  <a:gd name="connsiteY11" fmla="*/ 324924 h 392842"/>
                  <a:gd name="connsiteX12" fmla="*/ 140576 w 271260"/>
                  <a:gd name="connsiteY12" fmla="*/ 335495 h 392842"/>
                  <a:gd name="connsiteX13" fmla="*/ 187110 w 271260"/>
                  <a:gd name="connsiteY13" fmla="*/ 318353 h 392842"/>
                  <a:gd name="connsiteX14" fmla="*/ 204975 w 271260"/>
                  <a:gd name="connsiteY14" fmla="*/ 266438 h 392842"/>
                  <a:gd name="connsiteX15" fmla="*/ 204975 w 271260"/>
                  <a:gd name="connsiteY15" fmla="*/ 226038 h 392842"/>
                  <a:gd name="connsiteX16" fmla="*/ 169961 w 271260"/>
                  <a:gd name="connsiteY16" fmla="*/ 256582 h 392842"/>
                  <a:gd name="connsiteX17" fmla="*/ 118937 w 271260"/>
                  <a:gd name="connsiteY17" fmla="*/ 268813 h 392842"/>
                  <a:gd name="connsiteX18" fmla="*/ 58769 w 271260"/>
                  <a:gd name="connsiteY18" fmla="*/ 251898 h 392842"/>
                  <a:gd name="connsiteX19" fmla="*/ 15750 w 271260"/>
                  <a:gd name="connsiteY19" fmla="*/ 204212 h 392842"/>
                  <a:gd name="connsiteX20" fmla="*/ 0 w 271260"/>
                  <a:gd name="connsiteY20" fmla="*/ 133496 h 392842"/>
                  <a:gd name="connsiteX21" fmla="*/ 15750 w 271260"/>
                  <a:gd name="connsiteY21" fmla="*/ 63462 h 392842"/>
                  <a:gd name="connsiteX22" fmla="*/ 58541 w 271260"/>
                  <a:gd name="connsiteY22" fmla="*/ 16459 h 392842"/>
                  <a:gd name="connsiteX23" fmla="*/ 118937 w 271260"/>
                  <a:gd name="connsiteY23" fmla="*/ 0 h 392842"/>
                  <a:gd name="connsiteX24" fmla="*/ 170188 w 271260"/>
                  <a:gd name="connsiteY24" fmla="*/ 11515 h 392842"/>
                  <a:gd name="connsiteX25" fmla="*/ 195570 w 271260"/>
                  <a:gd name="connsiteY25" fmla="*/ 93291 h 392842"/>
                  <a:gd name="connsiteX26" fmla="*/ 170188 w 271260"/>
                  <a:gd name="connsiteY26" fmla="*/ 66975 h 392842"/>
                  <a:gd name="connsiteX27" fmla="*/ 135858 w 271260"/>
                  <a:gd name="connsiteY27" fmla="*/ 57803 h 392842"/>
                  <a:gd name="connsiteX28" fmla="*/ 102016 w 271260"/>
                  <a:gd name="connsiteY28" fmla="*/ 66715 h 392842"/>
                  <a:gd name="connsiteX29" fmla="*/ 76861 w 271260"/>
                  <a:gd name="connsiteY29" fmla="*/ 92803 h 392842"/>
                  <a:gd name="connsiteX30" fmla="*/ 67229 w 271260"/>
                  <a:gd name="connsiteY30" fmla="*/ 133463 h 392842"/>
                  <a:gd name="connsiteX31" fmla="*/ 76861 w 271260"/>
                  <a:gd name="connsiteY31" fmla="*/ 174579 h 392842"/>
                  <a:gd name="connsiteX32" fmla="*/ 102243 w 271260"/>
                  <a:gd name="connsiteY32" fmla="*/ 201609 h 392842"/>
                  <a:gd name="connsiteX33" fmla="*/ 135858 w 271260"/>
                  <a:gd name="connsiteY33" fmla="*/ 211010 h 392842"/>
                  <a:gd name="connsiteX34" fmla="*/ 170188 w 271260"/>
                  <a:gd name="connsiteY34" fmla="*/ 201837 h 392842"/>
                  <a:gd name="connsiteX35" fmla="*/ 195570 w 271260"/>
                  <a:gd name="connsiteY35" fmla="*/ 175522 h 392842"/>
                  <a:gd name="connsiteX36" fmla="*/ 204975 w 271260"/>
                  <a:gd name="connsiteY36" fmla="*/ 134406 h 392842"/>
                  <a:gd name="connsiteX37" fmla="*/ 195570 w 271260"/>
                  <a:gd name="connsiteY37" fmla="*/ 93291 h 392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71260" h="392842">
                    <a:moveTo>
                      <a:pt x="170188" y="11515"/>
                    </a:moveTo>
                    <a:cubicBezTo>
                      <a:pt x="184930" y="19192"/>
                      <a:pt x="196514" y="29145"/>
                      <a:pt x="204975" y="41343"/>
                    </a:cubicBezTo>
                    <a:lnTo>
                      <a:pt x="204975" y="4229"/>
                    </a:lnTo>
                    <a:lnTo>
                      <a:pt x="271261" y="4229"/>
                    </a:lnTo>
                    <a:lnTo>
                      <a:pt x="271261" y="266438"/>
                    </a:lnTo>
                    <a:cubicBezTo>
                      <a:pt x="271261" y="290574"/>
                      <a:pt x="266412" y="312108"/>
                      <a:pt x="256682" y="331039"/>
                    </a:cubicBezTo>
                    <a:cubicBezTo>
                      <a:pt x="246952" y="350003"/>
                      <a:pt x="232407" y="365031"/>
                      <a:pt x="212947" y="376156"/>
                    </a:cubicBezTo>
                    <a:cubicBezTo>
                      <a:pt x="193520" y="387280"/>
                      <a:pt x="169993" y="392842"/>
                      <a:pt x="142431" y="392842"/>
                    </a:cubicBezTo>
                    <a:cubicBezTo>
                      <a:pt x="105432" y="392842"/>
                      <a:pt x="75137" y="384222"/>
                      <a:pt x="51479" y="366983"/>
                    </a:cubicBezTo>
                    <a:cubicBezTo>
                      <a:pt x="27822" y="349743"/>
                      <a:pt x="14415" y="326257"/>
                      <a:pt x="11292" y="296494"/>
                    </a:cubicBezTo>
                    <a:lnTo>
                      <a:pt x="76633" y="296494"/>
                    </a:lnTo>
                    <a:cubicBezTo>
                      <a:pt x="80083" y="308399"/>
                      <a:pt x="87535" y="317865"/>
                      <a:pt x="98956" y="324924"/>
                    </a:cubicBezTo>
                    <a:cubicBezTo>
                      <a:pt x="110378" y="331982"/>
                      <a:pt x="124273" y="335495"/>
                      <a:pt x="140576" y="335495"/>
                    </a:cubicBezTo>
                    <a:cubicBezTo>
                      <a:pt x="159678" y="335495"/>
                      <a:pt x="175200" y="329770"/>
                      <a:pt x="187110" y="318353"/>
                    </a:cubicBezTo>
                    <a:cubicBezTo>
                      <a:pt x="199020" y="306903"/>
                      <a:pt x="204975" y="289598"/>
                      <a:pt x="204975" y="266438"/>
                    </a:cubicBezTo>
                    <a:lnTo>
                      <a:pt x="204975" y="226038"/>
                    </a:lnTo>
                    <a:cubicBezTo>
                      <a:pt x="196514" y="238269"/>
                      <a:pt x="184832" y="248450"/>
                      <a:pt x="169961" y="256582"/>
                    </a:cubicBezTo>
                    <a:cubicBezTo>
                      <a:pt x="155057" y="264714"/>
                      <a:pt x="138071" y="268813"/>
                      <a:pt x="118937" y="268813"/>
                    </a:cubicBezTo>
                    <a:cubicBezTo>
                      <a:pt x="97004" y="268813"/>
                      <a:pt x="76926" y="263185"/>
                      <a:pt x="58769" y="251898"/>
                    </a:cubicBezTo>
                    <a:cubicBezTo>
                      <a:pt x="40578" y="240611"/>
                      <a:pt x="26260" y="224737"/>
                      <a:pt x="15750" y="204212"/>
                    </a:cubicBezTo>
                    <a:cubicBezTo>
                      <a:pt x="5239" y="183686"/>
                      <a:pt x="0" y="160136"/>
                      <a:pt x="0" y="133496"/>
                    </a:cubicBezTo>
                    <a:cubicBezTo>
                      <a:pt x="0" y="106855"/>
                      <a:pt x="5239" y="83858"/>
                      <a:pt x="15750" y="63462"/>
                    </a:cubicBezTo>
                    <a:cubicBezTo>
                      <a:pt x="26260" y="43100"/>
                      <a:pt x="40513" y="27454"/>
                      <a:pt x="58541" y="16459"/>
                    </a:cubicBezTo>
                    <a:cubicBezTo>
                      <a:pt x="76568" y="5497"/>
                      <a:pt x="96679" y="0"/>
                      <a:pt x="118937" y="0"/>
                    </a:cubicBezTo>
                    <a:cubicBezTo>
                      <a:pt x="138363" y="0"/>
                      <a:pt x="155447" y="3838"/>
                      <a:pt x="170188" y="11515"/>
                    </a:cubicBezTo>
                    <a:close/>
                    <a:moveTo>
                      <a:pt x="195570" y="93291"/>
                    </a:moveTo>
                    <a:cubicBezTo>
                      <a:pt x="189290" y="81873"/>
                      <a:pt x="180829" y="73091"/>
                      <a:pt x="170188" y="66975"/>
                    </a:cubicBezTo>
                    <a:cubicBezTo>
                      <a:pt x="159515" y="60860"/>
                      <a:pt x="148093" y="57803"/>
                      <a:pt x="135858" y="57803"/>
                    </a:cubicBezTo>
                    <a:cubicBezTo>
                      <a:pt x="123623" y="57803"/>
                      <a:pt x="112363" y="60795"/>
                      <a:pt x="102016" y="66715"/>
                    </a:cubicBezTo>
                    <a:cubicBezTo>
                      <a:pt x="91667" y="72668"/>
                      <a:pt x="83272" y="81353"/>
                      <a:pt x="76861" y="92803"/>
                    </a:cubicBezTo>
                    <a:cubicBezTo>
                      <a:pt x="70418" y="104253"/>
                      <a:pt x="67229" y="117784"/>
                      <a:pt x="67229" y="133463"/>
                    </a:cubicBezTo>
                    <a:cubicBezTo>
                      <a:pt x="67229" y="149142"/>
                      <a:pt x="70451" y="162836"/>
                      <a:pt x="76861" y="174579"/>
                    </a:cubicBezTo>
                    <a:cubicBezTo>
                      <a:pt x="83272" y="186321"/>
                      <a:pt x="91732" y="195332"/>
                      <a:pt x="102243" y="201609"/>
                    </a:cubicBezTo>
                    <a:cubicBezTo>
                      <a:pt x="112754" y="207887"/>
                      <a:pt x="123948" y="211010"/>
                      <a:pt x="135858" y="211010"/>
                    </a:cubicBezTo>
                    <a:cubicBezTo>
                      <a:pt x="147768" y="211010"/>
                      <a:pt x="159515" y="207952"/>
                      <a:pt x="170188" y="201837"/>
                    </a:cubicBezTo>
                    <a:cubicBezTo>
                      <a:pt x="180829" y="195722"/>
                      <a:pt x="189290" y="186972"/>
                      <a:pt x="195570" y="175522"/>
                    </a:cubicBezTo>
                    <a:cubicBezTo>
                      <a:pt x="201851" y="164105"/>
                      <a:pt x="204975" y="150378"/>
                      <a:pt x="204975" y="134406"/>
                    </a:cubicBezTo>
                    <a:cubicBezTo>
                      <a:pt x="204975" y="118435"/>
                      <a:pt x="201851" y="104741"/>
                      <a:pt x="195570" y="93291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4317E66D-89D2-659D-2DC4-CCECF1477E25}"/>
                  </a:ext>
                </a:extLst>
              </p:cNvPr>
              <p:cNvSpPr/>
              <p:nvPr/>
            </p:nvSpPr>
            <p:spPr>
              <a:xfrm>
                <a:off x="5745011" y="2702180"/>
                <a:ext cx="248254" cy="347725"/>
              </a:xfrm>
              <a:custGeom>
                <a:avLst/>
                <a:gdLst>
                  <a:gd name="connsiteX0" fmla="*/ 199378 w 248254"/>
                  <a:gd name="connsiteY0" fmla="*/ 96576 h 347725"/>
                  <a:gd name="connsiteX1" fmla="*/ 235335 w 248254"/>
                  <a:gd name="connsiteY1" fmla="*/ 134634 h 347725"/>
                  <a:gd name="connsiteX2" fmla="*/ 248254 w 248254"/>
                  <a:gd name="connsiteY2" fmla="*/ 195006 h 347725"/>
                  <a:gd name="connsiteX3" fmla="*/ 248254 w 248254"/>
                  <a:gd name="connsiteY3" fmla="*/ 347726 h 347725"/>
                  <a:gd name="connsiteX4" fmla="*/ 182424 w 248254"/>
                  <a:gd name="connsiteY4" fmla="*/ 347726 h 347725"/>
                  <a:gd name="connsiteX5" fmla="*/ 182424 w 248254"/>
                  <a:gd name="connsiteY5" fmla="*/ 203919 h 347725"/>
                  <a:gd name="connsiteX6" fmla="*/ 166902 w 248254"/>
                  <a:gd name="connsiteY6" fmla="*/ 156233 h 347725"/>
                  <a:gd name="connsiteX7" fmla="*/ 124599 w 248254"/>
                  <a:gd name="connsiteY7" fmla="*/ 139546 h 347725"/>
                  <a:gd name="connsiteX8" fmla="*/ 81580 w 248254"/>
                  <a:gd name="connsiteY8" fmla="*/ 156233 h 347725"/>
                  <a:gd name="connsiteX9" fmla="*/ 65830 w 248254"/>
                  <a:gd name="connsiteY9" fmla="*/ 203919 h 347725"/>
                  <a:gd name="connsiteX10" fmla="*/ 65830 w 248254"/>
                  <a:gd name="connsiteY10" fmla="*/ 347726 h 347725"/>
                  <a:gd name="connsiteX11" fmla="*/ 0 w 248254"/>
                  <a:gd name="connsiteY11" fmla="*/ 347726 h 347725"/>
                  <a:gd name="connsiteX12" fmla="*/ 0 w 248254"/>
                  <a:gd name="connsiteY12" fmla="*/ 0 h 347725"/>
                  <a:gd name="connsiteX13" fmla="*/ 65830 w 248254"/>
                  <a:gd name="connsiteY13" fmla="*/ 0 h 347725"/>
                  <a:gd name="connsiteX14" fmla="*/ 65830 w 248254"/>
                  <a:gd name="connsiteY14" fmla="*/ 119834 h 347725"/>
                  <a:gd name="connsiteX15" fmla="*/ 99673 w 248254"/>
                  <a:gd name="connsiteY15" fmla="*/ 93291 h 347725"/>
                  <a:gd name="connsiteX16" fmla="*/ 146694 w 248254"/>
                  <a:gd name="connsiteY16" fmla="*/ 83662 h 347725"/>
                  <a:gd name="connsiteX17" fmla="*/ 199345 w 248254"/>
                  <a:gd name="connsiteY17" fmla="*/ 96576 h 3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48254" h="347725">
                    <a:moveTo>
                      <a:pt x="199378" y="96576"/>
                    </a:moveTo>
                    <a:cubicBezTo>
                      <a:pt x="214737" y="105196"/>
                      <a:pt x="226712" y="117882"/>
                      <a:pt x="235335" y="134634"/>
                    </a:cubicBezTo>
                    <a:cubicBezTo>
                      <a:pt x="243959" y="151386"/>
                      <a:pt x="248254" y="171521"/>
                      <a:pt x="248254" y="195006"/>
                    </a:cubicBezTo>
                    <a:lnTo>
                      <a:pt x="248254" y="347726"/>
                    </a:lnTo>
                    <a:lnTo>
                      <a:pt x="182424" y="347726"/>
                    </a:lnTo>
                    <a:lnTo>
                      <a:pt x="182424" y="203919"/>
                    </a:lnTo>
                    <a:cubicBezTo>
                      <a:pt x="182424" y="183231"/>
                      <a:pt x="177250" y="167357"/>
                      <a:pt x="166902" y="156233"/>
                    </a:cubicBezTo>
                    <a:cubicBezTo>
                      <a:pt x="156554" y="145108"/>
                      <a:pt x="142464" y="139546"/>
                      <a:pt x="124599" y="139546"/>
                    </a:cubicBezTo>
                    <a:cubicBezTo>
                      <a:pt x="106734" y="139546"/>
                      <a:pt x="92091" y="145108"/>
                      <a:pt x="81580" y="156233"/>
                    </a:cubicBezTo>
                    <a:cubicBezTo>
                      <a:pt x="71069" y="167357"/>
                      <a:pt x="65830" y="183264"/>
                      <a:pt x="65830" y="203919"/>
                    </a:cubicBezTo>
                    <a:lnTo>
                      <a:pt x="65830" y="347726"/>
                    </a:lnTo>
                    <a:lnTo>
                      <a:pt x="0" y="347726"/>
                    </a:lnTo>
                    <a:lnTo>
                      <a:pt x="0" y="0"/>
                    </a:lnTo>
                    <a:lnTo>
                      <a:pt x="65830" y="0"/>
                    </a:lnTo>
                    <a:lnTo>
                      <a:pt x="65830" y="119834"/>
                    </a:lnTo>
                    <a:cubicBezTo>
                      <a:pt x="74291" y="108546"/>
                      <a:pt x="85583" y="99699"/>
                      <a:pt x="99673" y="93291"/>
                    </a:cubicBezTo>
                    <a:cubicBezTo>
                      <a:pt x="113763" y="86883"/>
                      <a:pt x="129448" y="83662"/>
                      <a:pt x="146694" y="83662"/>
                    </a:cubicBezTo>
                    <a:cubicBezTo>
                      <a:pt x="166447" y="83662"/>
                      <a:pt x="183986" y="87989"/>
                      <a:pt x="199345" y="96576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CAD75B1-6957-A2C2-EADA-0911D967A3F1}"/>
                  </a:ext>
                </a:extLst>
              </p:cNvPr>
              <p:cNvSpPr/>
              <p:nvPr/>
            </p:nvSpPr>
            <p:spPr>
              <a:xfrm>
                <a:off x="6039831" y="2725275"/>
                <a:ext cx="155578" cy="324695"/>
              </a:xfrm>
              <a:custGeom>
                <a:avLst/>
                <a:gdLst>
                  <a:gd name="connsiteX0" fmla="*/ 97297 w 155578"/>
                  <a:gd name="connsiteY0" fmla="*/ 118370 h 324695"/>
                  <a:gd name="connsiteX1" fmla="*/ 97297 w 155578"/>
                  <a:gd name="connsiteY1" fmla="*/ 244319 h 324695"/>
                  <a:gd name="connsiteX2" fmla="*/ 103643 w 155578"/>
                  <a:gd name="connsiteY2" fmla="*/ 263348 h 324695"/>
                  <a:gd name="connsiteX3" fmla="*/ 125022 w 155578"/>
                  <a:gd name="connsiteY3" fmla="*/ 269235 h 324695"/>
                  <a:gd name="connsiteX4" fmla="*/ 155578 w 155578"/>
                  <a:gd name="connsiteY4" fmla="*/ 269235 h 324695"/>
                  <a:gd name="connsiteX5" fmla="*/ 155578 w 155578"/>
                  <a:gd name="connsiteY5" fmla="*/ 324696 h 324695"/>
                  <a:gd name="connsiteX6" fmla="*/ 114218 w 155578"/>
                  <a:gd name="connsiteY6" fmla="*/ 324696 h 324695"/>
                  <a:gd name="connsiteX7" fmla="*/ 31012 w 155578"/>
                  <a:gd name="connsiteY7" fmla="*/ 243863 h 324695"/>
                  <a:gd name="connsiteX8" fmla="*/ 31012 w 155578"/>
                  <a:gd name="connsiteY8" fmla="*/ 118402 h 324695"/>
                  <a:gd name="connsiteX9" fmla="*/ 0 w 155578"/>
                  <a:gd name="connsiteY9" fmla="*/ 118402 h 324695"/>
                  <a:gd name="connsiteX10" fmla="*/ 0 w 155578"/>
                  <a:gd name="connsiteY10" fmla="*/ 64373 h 324695"/>
                  <a:gd name="connsiteX11" fmla="*/ 31012 w 155578"/>
                  <a:gd name="connsiteY11" fmla="*/ 64373 h 324695"/>
                  <a:gd name="connsiteX12" fmla="*/ 31012 w 155578"/>
                  <a:gd name="connsiteY12" fmla="*/ 0 h 324695"/>
                  <a:gd name="connsiteX13" fmla="*/ 97297 w 155578"/>
                  <a:gd name="connsiteY13" fmla="*/ 0 h 324695"/>
                  <a:gd name="connsiteX14" fmla="*/ 97297 w 155578"/>
                  <a:gd name="connsiteY14" fmla="*/ 64373 h 324695"/>
                  <a:gd name="connsiteX15" fmla="*/ 155578 w 155578"/>
                  <a:gd name="connsiteY15" fmla="*/ 64373 h 324695"/>
                  <a:gd name="connsiteX16" fmla="*/ 155578 w 155578"/>
                  <a:gd name="connsiteY16" fmla="*/ 118402 h 324695"/>
                  <a:gd name="connsiteX17" fmla="*/ 97297 w 155578"/>
                  <a:gd name="connsiteY17" fmla="*/ 118402 h 324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5578" h="324695">
                    <a:moveTo>
                      <a:pt x="97297" y="118370"/>
                    </a:moveTo>
                    <a:lnTo>
                      <a:pt x="97297" y="244319"/>
                    </a:lnTo>
                    <a:cubicBezTo>
                      <a:pt x="97297" y="253101"/>
                      <a:pt x="99412" y="259444"/>
                      <a:pt x="103643" y="263348"/>
                    </a:cubicBezTo>
                    <a:cubicBezTo>
                      <a:pt x="107873" y="267284"/>
                      <a:pt x="114999" y="269235"/>
                      <a:pt x="125022" y="269235"/>
                    </a:cubicBezTo>
                    <a:lnTo>
                      <a:pt x="155578" y="269235"/>
                    </a:lnTo>
                    <a:lnTo>
                      <a:pt x="155578" y="324696"/>
                    </a:lnTo>
                    <a:lnTo>
                      <a:pt x="114218" y="324696"/>
                    </a:lnTo>
                    <a:cubicBezTo>
                      <a:pt x="58736" y="324696"/>
                      <a:pt x="31012" y="297763"/>
                      <a:pt x="31012" y="243863"/>
                    </a:cubicBezTo>
                    <a:lnTo>
                      <a:pt x="31012" y="118402"/>
                    </a:lnTo>
                    <a:lnTo>
                      <a:pt x="0" y="118402"/>
                    </a:lnTo>
                    <a:lnTo>
                      <a:pt x="0" y="64373"/>
                    </a:lnTo>
                    <a:lnTo>
                      <a:pt x="31012" y="64373"/>
                    </a:lnTo>
                    <a:lnTo>
                      <a:pt x="31012" y="0"/>
                    </a:lnTo>
                    <a:lnTo>
                      <a:pt x="97297" y="0"/>
                    </a:lnTo>
                    <a:lnTo>
                      <a:pt x="97297" y="64373"/>
                    </a:lnTo>
                    <a:lnTo>
                      <a:pt x="155578" y="64373"/>
                    </a:lnTo>
                    <a:lnTo>
                      <a:pt x="155578" y="118402"/>
                    </a:lnTo>
                    <a:lnTo>
                      <a:pt x="97297" y="118402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5312B5F5-0A50-31C8-C3CE-63BE451CE26C}"/>
                  </a:ext>
                </a:extLst>
              </p:cNvPr>
              <p:cNvSpPr/>
              <p:nvPr/>
            </p:nvSpPr>
            <p:spPr>
              <a:xfrm>
                <a:off x="6230683" y="2785354"/>
                <a:ext cx="259025" cy="268812"/>
              </a:xfrm>
              <a:custGeom>
                <a:avLst/>
                <a:gdLst>
                  <a:gd name="connsiteX0" fmla="*/ 257138 w 259025"/>
                  <a:gd name="connsiteY0" fmla="*/ 154151 h 268812"/>
                  <a:gd name="connsiteX1" fmla="*/ 66741 w 259025"/>
                  <a:gd name="connsiteY1" fmla="*/ 154151 h 268812"/>
                  <a:gd name="connsiteX2" fmla="*/ 86493 w 259025"/>
                  <a:gd name="connsiteY2" fmla="*/ 198324 h 268812"/>
                  <a:gd name="connsiteX3" fmla="*/ 129285 w 259025"/>
                  <a:gd name="connsiteY3" fmla="*/ 214295 h 268812"/>
                  <a:gd name="connsiteX4" fmla="*/ 181480 w 259025"/>
                  <a:gd name="connsiteY4" fmla="*/ 182808 h 268812"/>
                  <a:gd name="connsiteX5" fmla="*/ 252452 w 259025"/>
                  <a:gd name="connsiteY5" fmla="*/ 182808 h 268812"/>
                  <a:gd name="connsiteX6" fmla="*/ 209205 w 259025"/>
                  <a:gd name="connsiteY6" fmla="*/ 244612 h 268812"/>
                  <a:gd name="connsiteX7" fmla="*/ 130684 w 259025"/>
                  <a:gd name="connsiteY7" fmla="*/ 268813 h 268812"/>
                  <a:gd name="connsiteX8" fmla="*/ 63227 w 259025"/>
                  <a:gd name="connsiteY8" fmla="*/ 252126 h 268812"/>
                  <a:gd name="connsiteX9" fmla="*/ 16693 w 259025"/>
                  <a:gd name="connsiteY9" fmla="*/ 204895 h 268812"/>
                  <a:gd name="connsiteX10" fmla="*/ 0 w 259025"/>
                  <a:gd name="connsiteY10" fmla="*/ 134406 h 268812"/>
                  <a:gd name="connsiteX11" fmla="*/ 16465 w 259025"/>
                  <a:gd name="connsiteY11" fmla="*/ 63462 h 268812"/>
                  <a:gd name="connsiteX12" fmla="*/ 62543 w 259025"/>
                  <a:gd name="connsiteY12" fmla="*/ 16459 h 268812"/>
                  <a:gd name="connsiteX13" fmla="*/ 130717 w 259025"/>
                  <a:gd name="connsiteY13" fmla="*/ 0 h 268812"/>
                  <a:gd name="connsiteX14" fmla="*/ 197230 w 259025"/>
                  <a:gd name="connsiteY14" fmla="*/ 15971 h 268812"/>
                  <a:gd name="connsiteX15" fmla="*/ 242820 w 259025"/>
                  <a:gd name="connsiteY15" fmla="*/ 61316 h 268812"/>
                  <a:gd name="connsiteX16" fmla="*/ 259025 w 259025"/>
                  <a:gd name="connsiteY16" fmla="*/ 128746 h 268812"/>
                  <a:gd name="connsiteX17" fmla="*/ 257138 w 259025"/>
                  <a:gd name="connsiteY17" fmla="*/ 154118 h 268812"/>
                  <a:gd name="connsiteX18" fmla="*/ 190852 w 259025"/>
                  <a:gd name="connsiteY18" fmla="*/ 109978 h 268812"/>
                  <a:gd name="connsiteX19" fmla="*/ 172532 w 259025"/>
                  <a:gd name="connsiteY19" fmla="*/ 69318 h 268812"/>
                  <a:gd name="connsiteX20" fmla="*/ 128797 w 259025"/>
                  <a:gd name="connsiteY20" fmla="*/ 54062 h 268812"/>
                  <a:gd name="connsiteX21" fmla="*/ 87665 w 259025"/>
                  <a:gd name="connsiteY21" fmla="*/ 68862 h 268812"/>
                  <a:gd name="connsiteX22" fmla="*/ 67230 w 259025"/>
                  <a:gd name="connsiteY22" fmla="*/ 109978 h 268812"/>
                  <a:gd name="connsiteX23" fmla="*/ 190852 w 259025"/>
                  <a:gd name="connsiteY23" fmla="*/ 109978 h 268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9025" h="268812">
                    <a:moveTo>
                      <a:pt x="257138" y="154151"/>
                    </a:moveTo>
                    <a:lnTo>
                      <a:pt x="66741" y="154151"/>
                    </a:lnTo>
                    <a:cubicBezTo>
                      <a:pt x="68303" y="172952"/>
                      <a:pt x="74877" y="187687"/>
                      <a:pt x="86493" y="198324"/>
                    </a:cubicBezTo>
                    <a:cubicBezTo>
                      <a:pt x="98078" y="208961"/>
                      <a:pt x="112364" y="214295"/>
                      <a:pt x="129285" y="214295"/>
                    </a:cubicBezTo>
                    <a:cubicBezTo>
                      <a:pt x="153723" y="214295"/>
                      <a:pt x="171132" y="203789"/>
                      <a:pt x="181480" y="182808"/>
                    </a:cubicBezTo>
                    <a:lnTo>
                      <a:pt x="252452" y="182808"/>
                    </a:lnTo>
                    <a:cubicBezTo>
                      <a:pt x="244935" y="207887"/>
                      <a:pt x="230519" y="228478"/>
                      <a:pt x="209205" y="244612"/>
                    </a:cubicBezTo>
                    <a:cubicBezTo>
                      <a:pt x="187891" y="260746"/>
                      <a:pt x="161728" y="268813"/>
                      <a:pt x="130684" y="268813"/>
                    </a:cubicBezTo>
                    <a:cubicBezTo>
                      <a:pt x="105595" y="268813"/>
                      <a:pt x="83109" y="263250"/>
                      <a:pt x="63227" y="252126"/>
                    </a:cubicBezTo>
                    <a:cubicBezTo>
                      <a:pt x="43312" y="241001"/>
                      <a:pt x="27823" y="225257"/>
                      <a:pt x="16693" y="204895"/>
                    </a:cubicBezTo>
                    <a:cubicBezTo>
                      <a:pt x="5564" y="184532"/>
                      <a:pt x="0" y="161047"/>
                      <a:pt x="0" y="134406"/>
                    </a:cubicBezTo>
                    <a:cubicBezTo>
                      <a:pt x="0" y="107766"/>
                      <a:pt x="5467" y="83825"/>
                      <a:pt x="16465" y="63462"/>
                    </a:cubicBezTo>
                    <a:cubicBezTo>
                      <a:pt x="27432" y="43100"/>
                      <a:pt x="42791" y="27454"/>
                      <a:pt x="62543" y="16459"/>
                    </a:cubicBezTo>
                    <a:cubicBezTo>
                      <a:pt x="82296" y="5497"/>
                      <a:pt x="105009" y="0"/>
                      <a:pt x="130717" y="0"/>
                    </a:cubicBezTo>
                    <a:cubicBezTo>
                      <a:pt x="156424" y="0"/>
                      <a:pt x="177640" y="5335"/>
                      <a:pt x="197230" y="15971"/>
                    </a:cubicBezTo>
                    <a:cubicBezTo>
                      <a:pt x="216820" y="26608"/>
                      <a:pt x="232016" y="41734"/>
                      <a:pt x="242820" y="61316"/>
                    </a:cubicBezTo>
                    <a:cubicBezTo>
                      <a:pt x="253623" y="80898"/>
                      <a:pt x="259025" y="103374"/>
                      <a:pt x="259025" y="128746"/>
                    </a:cubicBezTo>
                    <a:cubicBezTo>
                      <a:pt x="259025" y="138147"/>
                      <a:pt x="258407" y="146604"/>
                      <a:pt x="257138" y="154118"/>
                    </a:cubicBezTo>
                    <a:close/>
                    <a:moveTo>
                      <a:pt x="190852" y="109978"/>
                    </a:moveTo>
                    <a:cubicBezTo>
                      <a:pt x="190527" y="93063"/>
                      <a:pt x="184409" y="79499"/>
                      <a:pt x="172532" y="69318"/>
                    </a:cubicBezTo>
                    <a:cubicBezTo>
                      <a:pt x="160622" y="59136"/>
                      <a:pt x="146043" y="54062"/>
                      <a:pt x="128797" y="54062"/>
                    </a:cubicBezTo>
                    <a:cubicBezTo>
                      <a:pt x="112494" y="54062"/>
                      <a:pt x="98794" y="59006"/>
                      <a:pt x="87665" y="68862"/>
                    </a:cubicBezTo>
                    <a:cubicBezTo>
                      <a:pt x="76536" y="78718"/>
                      <a:pt x="69735" y="92445"/>
                      <a:pt x="67230" y="109978"/>
                    </a:cubicBezTo>
                    <a:lnTo>
                      <a:pt x="190852" y="109978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010633F-90F7-9123-5B3F-4D939509B052}"/>
                  </a:ext>
                </a:extLst>
              </p:cNvPr>
              <p:cNvSpPr/>
              <p:nvPr/>
            </p:nvSpPr>
            <p:spPr>
              <a:xfrm>
                <a:off x="6542294" y="2785842"/>
                <a:ext cx="145750" cy="264095"/>
              </a:xfrm>
              <a:custGeom>
                <a:avLst/>
                <a:gdLst>
                  <a:gd name="connsiteX0" fmla="*/ 98989 w 145750"/>
                  <a:gd name="connsiteY0" fmla="*/ 11743 h 264095"/>
                  <a:gd name="connsiteX1" fmla="*/ 145751 w 145750"/>
                  <a:gd name="connsiteY1" fmla="*/ 0 h 264095"/>
                  <a:gd name="connsiteX2" fmla="*/ 145751 w 145750"/>
                  <a:gd name="connsiteY2" fmla="*/ 69090 h 264095"/>
                  <a:gd name="connsiteX3" fmla="*/ 128341 w 145750"/>
                  <a:gd name="connsiteY3" fmla="*/ 69090 h 264095"/>
                  <a:gd name="connsiteX4" fmla="*/ 81580 w 145750"/>
                  <a:gd name="connsiteY4" fmla="*/ 83662 h 264095"/>
                  <a:gd name="connsiteX5" fmla="*/ 65830 w 145750"/>
                  <a:gd name="connsiteY5" fmla="*/ 134406 h 264095"/>
                  <a:gd name="connsiteX6" fmla="*/ 65830 w 145750"/>
                  <a:gd name="connsiteY6" fmla="*/ 264096 h 264095"/>
                  <a:gd name="connsiteX7" fmla="*/ 0 w 145750"/>
                  <a:gd name="connsiteY7" fmla="*/ 264096 h 264095"/>
                  <a:gd name="connsiteX8" fmla="*/ 0 w 145750"/>
                  <a:gd name="connsiteY8" fmla="*/ 3773 h 264095"/>
                  <a:gd name="connsiteX9" fmla="*/ 65830 w 145750"/>
                  <a:gd name="connsiteY9" fmla="*/ 3773 h 264095"/>
                  <a:gd name="connsiteX10" fmla="*/ 65830 w 145750"/>
                  <a:gd name="connsiteY10" fmla="*/ 44173 h 264095"/>
                  <a:gd name="connsiteX11" fmla="*/ 98989 w 145750"/>
                  <a:gd name="connsiteY11" fmla="*/ 11743 h 26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750" h="264095">
                    <a:moveTo>
                      <a:pt x="98989" y="11743"/>
                    </a:moveTo>
                    <a:cubicBezTo>
                      <a:pt x="112624" y="3903"/>
                      <a:pt x="128211" y="0"/>
                      <a:pt x="145751" y="0"/>
                    </a:cubicBezTo>
                    <a:lnTo>
                      <a:pt x="145751" y="69090"/>
                    </a:lnTo>
                    <a:lnTo>
                      <a:pt x="128341" y="69090"/>
                    </a:lnTo>
                    <a:cubicBezTo>
                      <a:pt x="107645" y="69090"/>
                      <a:pt x="92058" y="73936"/>
                      <a:pt x="81580" y="83662"/>
                    </a:cubicBezTo>
                    <a:cubicBezTo>
                      <a:pt x="71069" y="93388"/>
                      <a:pt x="65830" y="110303"/>
                      <a:pt x="65830" y="134406"/>
                    </a:cubicBezTo>
                    <a:lnTo>
                      <a:pt x="65830" y="264096"/>
                    </a:lnTo>
                    <a:lnTo>
                      <a:pt x="0" y="264096"/>
                    </a:lnTo>
                    <a:lnTo>
                      <a:pt x="0" y="3773"/>
                    </a:lnTo>
                    <a:lnTo>
                      <a:pt x="65830" y="3773"/>
                    </a:lnTo>
                    <a:lnTo>
                      <a:pt x="65830" y="44173"/>
                    </a:lnTo>
                    <a:cubicBezTo>
                      <a:pt x="74291" y="30381"/>
                      <a:pt x="85355" y="19582"/>
                      <a:pt x="98989" y="11743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2A5A042F-F560-64C0-61FF-F90F3F28E0D3}"/>
                  </a:ext>
                </a:extLst>
              </p:cNvPr>
              <p:cNvSpPr/>
              <p:nvPr/>
            </p:nvSpPr>
            <p:spPr>
              <a:xfrm>
                <a:off x="4783656" y="3191826"/>
                <a:ext cx="240705" cy="328013"/>
              </a:xfrm>
              <a:custGeom>
                <a:avLst/>
                <a:gdLst>
                  <a:gd name="connsiteX0" fmla="*/ 240705 w 240705"/>
                  <a:gd name="connsiteY0" fmla="*/ 0 h 328013"/>
                  <a:gd name="connsiteX1" fmla="*/ 240705 w 240705"/>
                  <a:gd name="connsiteY1" fmla="*/ 53118 h 328013"/>
                  <a:gd name="connsiteX2" fmla="*/ 153268 w 240705"/>
                  <a:gd name="connsiteY2" fmla="*/ 53118 h 328013"/>
                  <a:gd name="connsiteX3" fmla="*/ 153268 w 240705"/>
                  <a:gd name="connsiteY3" fmla="*/ 328014 h 328013"/>
                  <a:gd name="connsiteX4" fmla="*/ 87437 w 240705"/>
                  <a:gd name="connsiteY4" fmla="*/ 328014 h 328013"/>
                  <a:gd name="connsiteX5" fmla="*/ 87437 w 240705"/>
                  <a:gd name="connsiteY5" fmla="*/ 53118 h 328013"/>
                  <a:gd name="connsiteX6" fmla="*/ 0 w 240705"/>
                  <a:gd name="connsiteY6" fmla="*/ 53118 h 328013"/>
                  <a:gd name="connsiteX7" fmla="*/ 0 w 240705"/>
                  <a:gd name="connsiteY7" fmla="*/ 0 h 328013"/>
                  <a:gd name="connsiteX8" fmla="*/ 240705 w 240705"/>
                  <a:gd name="connsiteY8" fmla="*/ 0 h 328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0705" h="328013">
                    <a:moveTo>
                      <a:pt x="240705" y="0"/>
                    </a:moveTo>
                    <a:lnTo>
                      <a:pt x="240705" y="53118"/>
                    </a:lnTo>
                    <a:lnTo>
                      <a:pt x="153268" y="53118"/>
                    </a:lnTo>
                    <a:lnTo>
                      <a:pt x="153268" y="328014"/>
                    </a:lnTo>
                    <a:lnTo>
                      <a:pt x="87437" y="328014"/>
                    </a:lnTo>
                    <a:lnTo>
                      <a:pt x="87437" y="53118"/>
                    </a:lnTo>
                    <a:lnTo>
                      <a:pt x="0" y="53118"/>
                    </a:lnTo>
                    <a:lnTo>
                      <a:pt x="0" y="0"/>
                    </a:lnTo>
                    <a:lnTo>
                      <a:pt x="240705" y="0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FAD98615-2CB5-469A-0199-E4E0600F26ED}"/>
                  </a:ext>
                </a:extLst>
              </p:cNvPr>
              <p:cNvSpPr/>
              <p:nvPr/>
            </p:nvSpPr>
            <p:spPr>
              <a:xfrm>
                <a:off x="5013557" y="3255256"/>
                <a:ext cx="268006" cy="268812"/>
              </a:xfrm>
              <a:custGeom>
                <a:avLst/>
                <a:gdLst>
                  <a:gd name="connsiteX0" fmla="*/ 64398 w 268006"/>
                  <a:gd name="connsiteY0" fmla="*/ 252126 h 268812"/>
                  <a:gd name="connsiteX1" fmla="*/ 17149 w 268006"/>
                  <a:gd name="connsiteY1" fmla="*/ 204895 h 268812"/>
                  <a:gd name="connsiteX2" fmla="*/ 0 w 268006"/>
                  <a:gd name="connsiteY2" fmla="*/ 134406 h 268812"/>
                  <a:gd name="connsiteX3" fmla="*/ 17637 w 268006"/>
                  <a:gd name="connsiteY3" fmla="*/ 63918 h 268812"/>
                  <a:gd name="connsiteX4" fmla="*/ 65830 w 268006"/>
                  <a:gd name="connsiteY4" fmla="*/ 16687 h 268812"/>
                  <a:gd name="connsiteX5" fmla="*/ 134003 w 268006"/>
                  <a:gd name="connsiteY5" fmla="*/ 0 h 268812"/>
                  <a:gd name="connsiteX6" fmla="*/ 202176 w 268006"/>
                  <a:gd name="connsiteY6" fmla="*/ 16687 h 268812"/>
                  <a:gd name="connsiteX7" fmla="*/ 250370 w 268006"/>
                  <a:gd name="connsiteY7" fmla="*/ 63918 h 268812"/>
                  <a:gd name="connsiteX8" fmla="*/ 268006 w 268006"/>
                  <a:gd name="connsiteY8" fmla="*/ 134406 h 268812"/>
                  <a:gd name="connsiteX9" fmla="*/ 249914 w 268006"/>
                  <a:gd name="connsiteY9" fmla="*/ 204895 h 268812"/>
                  <a:gd name="connsiteX10" fmla="*/ 201038 w 268006"/>
                  <a:gd name="connsiteY10" fmla="*/ 252126 h 268812"/>
                  <a:gd name="connsiteX11" fmla="*/ 132181 w 268006"/>
                  <a:gd name="connsiteY11" fmla="*/ 268813 h 268812"/>
                  <a:gd name="connsiteX12" fmla="*/ 64496 w 268006"/>
                  <a:gd name="connsiteY12" fmla="*/ 252126 h 268812"/>
                  <a:gd name="connsiteX13" fmla="*/ 165698 w 268006"/>
                  <a:gd name="connsiteY13" fmla="*/ 202780 h 268812"/>
                  <a:gd name="connsiteX14" fmla="*/ 190852 w 268006"/>
                  <a:gd name="connsiteY14" fmla="*/ 176693 h 268812"/>
                  <a:gd name="connsiteX15" fmla="*/ 200257 w 268006"/>
                  <a:gd name="connsiteY15" fmla="*/ 134406 h 268812"/>
                  <a:gd name="connsiteX16" fmla="*/ 180732 w 268006"/>
                  <a:gd name="connsiteY16" fmla="*/ 77319 h 268812"/>
                  <a:gd name="connsiteX17" fmla="*/ 133027 w 268006"/>
                  <a:gd name="connsiteY17" fmla="*/ 57347 h 268812"/>
                  <a:gd name="connsiteX18" fmla="*/ 85778 w 268006"/>
                  <a:gd name="connsiteY18" fmla="*/ 77319 h 268812"/>
                  <a:gd name="connsiteX19" fmla="*/ 66741 w 268006"/>
                  <a:gd name="connsiteY19" fmla="*/ 134406 h 268812"/>
                  <a:gd name="connsiteX20" fmla="*/ 85322 w 268006"/>
                  <a:gd name="connsiteY20" fmla="*/ 191493 h 268812"/>
                  <a:gd name="connsiteX21" fmla="*/ 132083 w 268006"/>
                  <a:gd name="connsiteY21" fmla="*/ 211465 h 268812"/>
                  <a:gd name="connsiteX22" fmla="*/ 165698 w 268006"/>
                  <a:gd name="connsiteY22" fmla="*/ 202780 h 268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68006" h="268812">
                    <a:moveTo>
                      <a:pt x="64398" y="252126"/>
                    </a:moveTo>
                    <a:cubicBezTo>
                      <a:pt x="44353" y="241001"/>
                      <a:pt x="28604" y="225257"/>
                      <a:pt x="17149" y="204895"/>
                    </a:cubicBezTo>
                    <a:cubicBezTo>
                      <a:pt x="5695" y="184532"/>
                      <a:pt x="0" y="161047"/>
                      <a:pt x="0" y="134406"/>
                    </a:cubicBezTo>
                    <a:cubicBezTo>
                      <a:pt x="0" y="107766"/>
                      <a:pt x="5890" y="84280"/>
                      <a:pt x="17637" y="63918"/>
                    </a:cubicBezTo>
                    <a:cubicBezTo>
                      <a:pt x="29384" y="43555"/>
                      <a:pt x="45459" y="27812"/>
                      <a:pt x="65830" y="16687"/>
                    </a:cubicBezTo>
                    <a:cubicBezTo>
                      <a:pt x="86201" y="5562"/>
                      <a:pt x="108914" y="0"/>
                      <a:pt x="134003" y="0"/>
                    </a:cubicBezTo>
                    <a:cubicBezTo>
                      <a:pt x="159092" y="0"/>
                      <a:pt x="181806" y="5562"/>
                      <a:pt x="202176" y="16687"/>
                    </a:cubicBezTo>
                    <a:cubicBezTo>
                      <a:pt x="222547" y="27812"/>
                      <a:pt x="238622" y="43555"/>
                      <a:pt x="250370" y="63918"/>
                    </a:cubicBezTo>
                    <a:cubicBezTo>
                      <a:pt x="262117" y="84280"/>
                      <a:pt x="268006" y="107798"/>
                      <a:pt x="268006" y="134406"/>
                    </a:cubicBezTo>
                    <a:cubicBezTo>
                      <a:pt x="268006" y="161014"/>
                      <a:pt x="261954" y="184532"/>
                      <a:pt x="249914" y="204895"/>
                    </a:cubicBezTo>
                    <a:cubicBezTo>
                      <a:pt x="237841" y="225257"/>
                      <a:pt x="221538" y="241001"/>
                      <a:pt x="201038" y="252126"/>
                    </a:cubicBezTo>
                    <a:cubicBezTo>
                      <a:pt x="180504" y="263250"/>
                      <a:pt x="157563" y="268813"/>
                      <a:pt x="132181" y="268813"/>
                    </a:cubicBezTo>
                    <a:cubicBezTo>
                      <a:pt x="106799" y="268813"/>
                      <a:pt x="84541" y="263250"/>
                      <a:pt x="64496" y="252126"/>
                    </a:cubicBezTo>
                    <a:close/>
                    <a:moveTo>
                      <a:pt x="165698" y="202780"/>
                    </a:moveTo>
                    <a:cubicBezTo>
                      <a:pt x="176209" y="196990"/>
                      <a:pt x="184572" y="188305"/>
                      <a:pt x="190852" y="176693"/>
                    </a:cubicBezTo>
                    <a:cubicBezTo>
                      <a:pt x="197133" y="165113"/>
                      <a:pt x="200257" y="150996"/>
                      <a:pt x="200257" y="134406"/>
                    </a:cubicBezTo>
                    <a:cubicBezTo>
                      <a:pt x="200257" y="109652"/>
                      <a:pt x="193748" y="90623"/>
                      <a:pt x="180732" y="77319"/>
                    </a:cubicBezTo>
                    <a:cubicBezTo>
                      <a:pt x="167716" y="64015"/>
                      <a:pt x="151836" y="57347"/>
                      <a:pt x="133027" y="57347"/>
                    </a:cubicBezTo>
                    <a:cubicBezTo>
                      <a:pt x="114218" y="57347"/>
                      <a:pt x="98469" y="64015"/>
                      <a:pt x="85778" y="77319"/>
                    </a:cubicBezTo>
                    <a:cubicBezTo>
                      <a:pt x="73087" y="90623"/>
                      <a:pt x="66741" y="109685"/>
                      <a:pt x="66741" y="134406"/>
                    </a:cubicBezTo>
                    <a:cubicBezTo>
                      <a:pt x="66741" y="159128"/>
                      <a:pt x="72924" y="178189"/>
                      <a:pt x="85322" y="191493"/>
                    </a:cubicBezTo>
                    <a:cubicBezTo>
                      <a:pt x="97688" y="204797"/>
                      <a:pt x="113307" y="211465"/>
                      <a:pt x="132083" y="211465"/>
                    </a:cubicBezTo>
                    <a:cubicBezTo>
                      <a:pt x="143993" y="211465"/>
                      <a:pt x="155188" y="208570"/>
                      <a:pt x="165698" y="202780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F7C8CC5-9F24-3097-2989-D5A7C77D1B4C}"/>
                  </a:ext>
                </a:extLst>
              </p:cNvPr>
              <p:cNvSpPr/>
              <p:nvPr/>
            </p:nvSpPr>
            <p:spPr>
              <a:xfrm>
                <a:off x="5317684" y="3255288"/>
                <a:ext cx="271260" cy="392842"/>
              </a:xfrm>
              <a:custGeom>
                <a:avLst/>
                <a:gdLst>
                  <a:gd name="connsiteX0" fmla="*/ 170189 w 271260"/>
                  <a:gd name="connsiteY0" fmla="*/ 11515 h 392842"/>
                  <a:gd name="connsiteX1" fmla="*/ 204975 w 271260"/>
                  <a:gd name="connsiteY1" fmla="*/ 41343 h 392842"/>
                  <a:gd name="connsiteX2" fmla="*/ 204975 w 271260"/>
                  <a:gd name="connsiteY2" fmla="*/ 4229 h 392842"/>
                  <a:gd name="connsiteX3" fmla="*/ 271261 w 271260"/>
                  <a:gd name="connsiteY3" fmla="*/ 4229 h 392842"/>
                  <a:gd name="connsiteX4" fmla="*/ 271261 w 271260"/>
                  <a:gd name="connsiteY4" fmla="*/ 266438 h 392842"/>
                  <a:gd name="connsiteX5" fmla="*/ 256682 w 271260"/>
                  <a:gd name="connsiteY5" fmla="*/ 331039 h 392842"/>
                  <a:gd name="connsiteX6" fmla="*/ 212948 w 271260"/>
                  <a:gd name="connsiteY6" fmla="*/ 376156 h 392842"/>
                  <a:gd name="connsiteX7" fmla="*/ 142431 w 271260"/>
                  <a:gd name="connsiteY7" fmla="*/ 392842 h 392842"/>
                  <a:gd name="connsiteX8" fmla="*/ 51480 w 271260"/>
                  <a:gd name="connsiteY8" fmla="*/ 366983 h 392842"/>
                  <a:gd name="connsiteX9" fmla="*/ 11292 w 271260"/>
                  <a:gd name="connsiteY9" fmla="*/ 296494 h 392842"/>
                  <a:gd name="connsiteX10" fmla="*/ 76634 w 271260"/>
                  <a:gd name="connsiteY10" fmla="*/ 296494 h 392842"/>
                  <a:gd name="connsiteX11" fmla="*/ 98957 w 271260"/>
                  <a:gd name="connsiteY11" fmla="*/ 324924 h 392842"/>
                  <a:gd name="connsiteX12" fmla="*/ 140577 w 271260"/>
                  <a:gd name="connsiteY12" fmla="*/ 335495 h 392842"/>
                  <a:gd name="connsiteX13" fmla="*/ 187110 w 271260"/>
                  <a:gd name="connsiteY13" fmla="*/ 318353 h 392842"/>
                  <a:gd name="connsiteX14" fmla="*/ 204975 w 271260"/>
                  <a:gd name="connsiteY14" fmla="*/ 266438 h 392842"/>
                  <a:gd name="connsiteX15" fmla="*/ 204975 w 271260"/>
                  <a:gd name="connsiteY15" fmla="*/ 226038 h 392842"/>
                  <a:gd name="connsiteX16" fmla="*/ 169961 w 271260"/>
                  <a:gd name="connsiteY16" fmla="*/ 256582 h 392842"/>
                  <a:gd name="connsiteX17" fmla="*/ 118937 w 271260"/>
                  <a:gd name="connsiteY17" fmla="*/ 268813 h 392842"/>
                  <a:gd name="connsiteX18" fmla="*/ 58769 w 271260"/>
                  <a:gd name="connsiteY18" fmla="*/ 251898 h 392842"/>
                  <a:gd name="connsiteX19" fmla="*/ 15750 w 271260"/>
                  <a:gd name="connsiteY19" fmla="*/ 204212 h 392842"/>
                  <a:gd name="connsiteX20" fmla="*/ 0 w 271260"/>
                  <a:gd name="connsiteY20" fmla="*/ 133496 h 392842"/>
                  <a:gd name="connsiteX21" fmla="*/ 15750 w 271260"/>
                  <a:gd name="connsiteY21" fmla="*/ 63462 h 392842"/>
                  <a:gd name="connsiteX22" fmla="*/ 58541 w 271260"/>
                  <a:gd name="connsiteY22" fmla="*/ 16459 h 392842"/>
                  <a:gd name="connsiteX23" fmla="*/ 118937 w 271260"/>
                  <a:gd name="connsiteY23" fmla="*/ 0 h 392842"/>
                  <a:gd name="connsiteX24" fmla="*/ 170189 w 271260"/>
                  <a:gd name="connsiteY24" fmla="*/ 11515 h 392842"/>
                  <a:gd name="connsiteX25" fmla="*/ 195571 w 271260"/>
                  <a:gd name="connsiteY25" fmla="*/ 93258 h 392842"/>
                  <a:gd name="connsiteX26" fmla="*/ 170189 w 271260"/>
                  <a:gd name="connsiteY26" fmla="*/ 66943 h 392842"/>
                  <a:gd name="connsiteX27" fmla="*/ 135858 w 271260"/>
                  <a:gd name="connsiteY27" fmla="*/ 57770 h 392842"/>
                  <a:gd name="connsiteX28" fmla="*/ 102016 w 271260"/>
                  <a:gd name="connsiteY28" fmla="*/ 66683 h 392842"/>
                  <a:gd name="connsiteX29" fmla="*/ 76862 w 271260"/>
                  <a:gd name="connsiteY29" fmla="*/ 92770 h 392842"/>
                  <a:gd name="connsiteX30" fmla="*/ 67230 w 271260"/>
                  <a:gd name="connsiteY30" fmla="*/ 133431 h 392842"/>
                  <a:gd name="connsiteX31" fmla="*/ 76862 w 271260"/>
                  <a:gd name="connsiteY31" fmla="*/ 174546 h 392842"/>
                  <a:gd name="connsiteX32" fmla="*/ 102244 w 271260"/>
                  <a:gd name="connsiteY32" fmla="*/ 201577 h 392842"/>
                  <a:gd name="connsiteX33" fmla="*/ 135858 w 271260"/>
                  <a:gd name="connsiteY33" fmla="*/ 210978 h 392842"/>
                  <a:gd name="connsiteX34" fmla="*/ 170189 w 271260"/>
                  <a:gd name="connsiteY34" fmla="*/ 201805 h 392842"/>
                  <a:gd name="connsiteX35" fmla="*/ 195571 w 271260"/>
                  <a:gd name="connsiteY35" fmla="*/ 175489 h 392842"/>
                  <a:gd name="connsiteX36" fmla="*/ 204975 w 271260"/>
                  <a:gd name="connsiteY36" fmla="*/ 134374 h 392842"/>
                  <a:gd name="connsiteX37" fmla="*/ 195571 w 271260"/>
                  <a:gd name="connsiteY37" fmla="*/ 93258 h 392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71260" h="392842">
                    <a:moveTo>
                      <a:pt x="170189" y="11515"/>
                    </a:moveTo>
                    <a:cubicBezTo>
                      <a:pt x="184930" y="19192"/>
                      <a:pt x="196514" y="29145"/>
                      <a:pt x="204975" y="41343"/>
                    </a:cubicBezTo>
                    <a:lnTo>
                      <a:pt x="204975" y="4229"/>
                    </a:lnTo>
                    <a:lnTo>
                      <a:pt x="271261" y="4229"/>
                    </a:lnTo>
                    <a:lnTo>
                      <a:pt x="271261" y="266438"/>
                    </a:lnTo>
                    <a:cubicBezTo>
                      <a:pt x="271261" y="290574"/>
                      <a:pt x="266412" y="312108"/>
                      <a:pt x="256682" y="331039"/>
                    </a:cubicBezTo>
                    <a:cubicBezTo>
                      <a:pt x="246953" y="350003"/>
                      <a:pt x="232407" y="365031"/>
                      <a:pt x="212948" y="376156"/>
                    </a:cubicBezTo>
                    <a:cubicBezTo>
                      <a:pt x="193521" y="387280"/>
                      <a:pt x="169994" y="392842"/>
                      <a:pt x="142431" y="392842"/>
                    </a:cubicBezTo>
                    <a:cubicBezTo>
                      <a:pt x="105432" y="392842"/>
                      <a:pt x="75137" y="384222"/>
                      <a:pt x="51480" y="366983"/>
                    </a:cubicBezTo>
                    <a:cubicBezTo>
                      <a:pt x="27823" y="349743"/>
                      <a:pt x="14416" y="326257"/>
                      <a:pt x="11292" y="296494"/>
                    </a:cubicBezTo>
                    <a:lnTo>
                      <a:pt x="76634" y="296494"/>
                    </a:lnTo>
                    <a:cubicBezTo>
                      <a:pt x="80083" y="308399"/>
                      <a:pt x="87535" y="317865"/>
                      <a:pt x="98957" y="324924"/>
                    </a:cubicBezTo>
                    <a:cubicBezTo>
                      <a:pt x="110379" y="331982"/>
                      <a:pt x="124274" y="335495"/>
                      <a:pt x="140577" y="335495"/>
                    </a:cubicBezTo>
                    <a:cubicBezTo>
                      <a:pt x="159678" y="335495"/>
                      <a:pt x="175200" y="329770"/>
                      <a:pt x="187110" y="318353"/>
                    </a:cubicBezTo>
                    <a:cubicBezTo>
                      <a:pt x="199020" y="306903"/>
                      <a:pt x="204975" y="289598"/>
                      <a:pt x="204975" y="266438"/>
                    </a:cubicBezTo>
                    <a:lnTo>
                      <a:pt x="204975" y="226038"/>
                    </a:lnTo>
                    <a:cubicBezTo>
                      <a:pt x="196514" y="238269"/>
                      <a:pt x="184832" y="248450"/>
                      <a:pt x="169961" y="256582"/>
                    </a:cubicBezTo>
                    <a:cubicBezTo>
                      <a:pt x="155057" y="264714"/>
                      <a:pt x="138071" y="268813"/>
                      <a:pt x="118937" y="268813"/>
                    </a:cubicBezTo>
                    <a:cubicBezTo>
                      <a:pt x="97004" y="268813"/>
                      <a:pt x="76927" y="263185"/>
                      <a:pt x="58769" y="251898"/>
                    </a:cubicBezTo>
                    <a:cubicBezTo>
                      <a:pt x="40579" y="240611"/>
                      <a:pt x="26261" y="224737"/>
                      <a:pt x="15750" y="204212"/>
                    </a:cubicBezTo>
                    <a:cubicBezTo>
                      <a:pt x="5239" y="183686"/>
                      <a:pt x="0" y="160136"/>
                      <a:pt x="0" y="133496"/>
                    </a:cubicBezTo>
                    <a:cubicBezTo>
                      <a:pt x="0" y="106855"/>
                      <a:pt x="5239" y="83858"/>
                      <a:pt x="15750" y="63462"/>
                    </a:cubicBezTo>
                    <a:cubicBezTo>
                      <a:pt x="26261" y="43100"/>
                      <a:pt x="40514" y="27454"/>
                      <a:pt x="58541" y="16459"/>
                    </a:cubicBezTo>
                    <a:cubicBezTo>
                      <a:pt x="76569" y="5497"/>
                      <a:pt x="96679" y="0"/>
                      <a:pt x="118937" y="0"/>
                    </a:cubicBezTo>
                    <a:cubicBezTo>
                      <a:pt x="138364" y="0"/>
                      <a:pt x="155448" y="3838"/>
                      <a:pt x="170189" y="11515"/>
                    </a:cubicBezTo>
                    <a:close/>
                    <a:moveTo>
                      <a:pt x="195571" y="93258"/>
                    </a:moveTo>
                    <a:cubicBezTo>
                      <a:pt x="189290" y="81841"/>
                      <a:pt x="180830" y="73058"/>
                      <a:pt x="170189" y="66943"/>
                    </a:cubicBezTo>
                    <a:cubicBezTo>
                      <a:pt x="159515" y="60828"/>
                      <a:pt x="148093" y="57770"/>
                      <a:pt x="135858" y="57770"/>
                    </a:cubicBezTo>
                    <a:cubicBezTo>
                      <a:pt x="123623" y="57770"/>
                      <a:pt x="112364" y="60763"/>
                      <a:pt x="102016" y="66683"/>
                    </a:cubicBezTo>
                    <a:cubicBezTo>
                      <a:pt x="91668" y="72635"/>
                      <a:pt x="83272" y="81320"/>
                      <a:pt x="76862" y="92770"/>
                    </a:cubicBezTo>
                    <a:cubicBezTo>
                      <a:pt x="70418" y="104220"/>
                      <a:pt x="67230" y="117752"/>
                      <a:pt x="67230" y="133431"/>
                    </a:cubicBezTo>
                    <a:cubicBezTo>
                      <a:pt x="67230" y="149109"/>
                      <a:pt x="70451" y="162803"/>
                      <a:pt x="76862" y="174546"/>
                    </a:cubicBezTo>
                    <a:cubicBezTo>
                      <a:pt x="83272" y="186289"/>
                      <a:pt x="91733" y="195299"/>
                      <a:pt x="102244" y="201577"/>
                    </a:cubicBezTo>
                    <a:cubicBezTo>
                      <a:pt x="112754" y="207855"/>
                      <a:pt x="123948" y="210978"/>
                      <a:pt x="135858" y="210978"/>
                    </a:cubicBezTo>
                    <a:cubicBezTo>
                      <a:pt x="147768" y="210978"/>
                      <a:pt x="159515" y="207920"/>
                      <a:pt x="170189" y="201805"/>
                    </a:cubicBezTo>
                    <a:cubicBezTo>
                      <a:pt x="180830" y="195689"/>
                      <a:pt x="189290" y="186939"/>
                      <a:pt x="195571" y="175489"/>
                    </a:cubicBezTo>
                    <a:cubicBezTo>
                      <a:pt x="201851" y="164072"/>
                      <a:pt x="204975" y="150345"/>
                      <a:pt x="204975" y="134374"/>
                    </a:cubicBezTo>
                    <a:cubicBezTo>
                      <a:pt x="204975" y="118402"/>
                      <a:pt x="201851" y="104708"/>
                      <a:pt x="195571" y="93258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EE6D4EC-FF4F-7882-3BA1-5A72017F7C4D}"/>
                  </a:ext>
                </a:extLst>
              </p:cNvPr>
              <p:cNvSpPr/>
              <p:nvPr/>
            </p:nvSpPr>
            <p:spPr>
              <a:xfrm>
                <a:off x="5641140" y="3255256"/>
                <a:ext cx="259025" cy="268812"/>
              </a:xfrm>
              <a:custGeom>
                <a:avLst/>
                <a:gdLst>
                  <a:gd name="connsiteX0" fmla="*/ 257138 w 259025"/>
                  <a:gd name="connsiteY0" fmla="*/ 154151 h 268812"/>
                  <a:gd name="connsiteX1" fmla="*/ 66741 w 259025"/>
                  <a:gd name="connsiteY1" fmla="*/ 154151 h 268812"/>
                  <a:gd name="connsiteX2" fmla="*/ 86494 w 259025"/>
                  <a:gd name="connsiteY2" fmla="*/ 198324 h 268812"/>
                  <a:gd name="connsiteX3" fmla="*/ 129285 w 259025"/>
                  <a:gd name="connsiteY3" fmla="*/ 214295 h 268812"/>
                  <a:gd name="connsiteX4" fmla="*/ 181480 w 259025"/>
                  <a:gd name="connsiteY4" fmla="*/ 182808 h 268812"/>
                  <a:gd name="connsiteX5" fmla="*/ 252452 w 259025"/>
                  <a:gd name="connsiteY5" fmla="*/ 182808 h 268812"/>
                  <a:gd name="connsiteX6" fmla="*/ 209205 w 259025"/>
                  <a:gd name="connsiteY6" fmla="*/ 244612 h 268812"/>
                  <a:gd name="connsiteX7" fmla="*/ 130684 w 259025"/>
                  <a:gd name="connsiteY7" fmla="*/ 268813 h 268812"/>
                  <a:gd name="connsiteX8" fmla="*/ 63227 w 259025"/>
                  <a:gd name="connsiteY8" fmla="*/ 252126 h 268812"/>
                  <a:gd name="connsiteX9" fmla="*/ 16693 w 259025"/>
                  <a:gd name="connsiteY9" fmla="*/ 204895 h 268812"/>
                  <a:gd name="connsiteX10" fmla="*/ 0 w 259025"/>
                  <a:gd name="connsiteY10" fmla="*/ 134406 h 268812"/>
                  <a:gd name="connsiteX11" fmla="*/ 16466 w 259025"/>
                  <a:gd name="connsiteY11" fmla="*/ 63462 h 268812"/>
                  <a:gd name="connsiteX12" fmla="*/ 62544 w 259025"/>
                  <a:gd name="connsiteY12" fmla="*/ 16459 h 268812"/>
                  <a:gd name="connsiteX13" fmla="*/ 130717 w 259025"/>
                  <a:gd name="connsiteY13" fmla="*/ 0 h 268812"/>
                  <a:gd name="connsiteX14" fmla="*/ 197230 w 259025"/>
                  <a:gd name="connsiteY14" fmla="*/ 15971 h 268812"/>
                  <a:gd name="connsiteX15" fmla="*/ 242820 w 259025"/>
                  <a:gd name="connsiteY15" fmla="*/ 61315 h 268812"/>
                  <a:gd name="connsiteX16" fmla="*/ 259025 w 259025"/>
                  <a:gd name="connsiteY16" fmla="*/ 128746 h 268812"/>
                  <a:gd name="connsiteX17" fmla="*/ 257138 w 259025"/>
                  <a:gd name="connsiteY17" fmla="*/ 154118 h 268812"/>
                  <a:gd name="connsiteX18" fmla="*/ 190852 w 259025"/>
                  <a:gd name="connsiteY18" fmla="*/ 109978 h 268812"/>
                  <a:gd name="connsiteX19" fmla="*/ 172532 w 259025"/>
                  <a:gd name="connsiteY19" fmla="*/ 69317 h 268812"/>
                  <a:gd name="connsiteX20" fmla="*/ 128797 w 259025"/>
                  <a:gd name="connsiteY20" fmla="*/ 54062 h 268812"/>
                  <a:gd name="connsiteX21" fmla="*/ 87665 w 259025"/>
                  <a:gd name="connsiteY21" fmla="*/ 68862 h 268812"/>
                  <a:gd name="connsiteX22" fmla="*/ 67230 w 259025"/>
                  <a:gd name="connsiteY22" fmla="*/ 109978 h 268812"/>
                  <a:gd name="connsiteX23" fmla="*/ 190852 w 259025"/>
                  <a:gd name="connsiteY23" fmla="*/ 109978 h 268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9025" h="268812">
                    <a:moveTo>
                      <a:pt x="257138" y="154151"/>
                    </a:moveTo>
                    <a:lnTo>
                      <a:pt x="66741" y="154151"/>
                    </a:lnTo>
                    <a:cubicBezTo>
                      <a:pt x="68303" y="172952"/>
                      <a:pt x="74877" y="187687"/>
                      <a:pt x="86494" y="198324"/>
                    </a:cubicBezTo>
                    <a:cubicBezTo>
                      <a:pt x="98078" y="208961"/>
                      <a:pt x="112364" y="214295"/>
                      <a:pt x="129285" y="214295"/>
                    </a:cubicBezTo>
                    <a:cubicBezTo>
                      <a:pt x="153723" y="214295"/>
                      <a:pt x="171133" y="203789"/>
                      <a:pt x="181480" y="182808"/>
                    </a:cubicBezTo>
                    <a:lnTo>
                      <a:pt x="252452" y="182808"/>
                    </a:lnTo>
                    <a:cubicBezTo>
                      <a:pt x="244935" y="207887"/>
                      <a:pt x="230520" y="228478"/>
                      <a:pt x="209205" y="244612"/>
                    </a:cubicBezTo>
                    <a:cubicBezTo>
                      <a:pt x="187891" y="260746"/>
                      <a:pt x="161728" y="268813"/>
                      <a:pt x="130684" y="268813"/>
                    </a:cubicBezTo>
                    <a:cubicBezTo>
                      <a:pt x="105595" y="268813"/>
                      <a:pt x="83109" y="263250"/>
                      <a:pt x="63227" y="252126"/>
                    </a:cubicBezTo>
                    <a:cubicBezTo>
                      <a:pt x="43312" y="241001"/>
                      <a:pt x="27823" y="225257"/>
                      <a:pt x="16693" y="204895"/>
                    </a:cubicBezTo>
                    <a:cubicBezTo>
                      <a:pt x="5565" y="184532"/>
                      <a:pt x="0" y="161047"/>
                      <a:pt x="0" y="134406"/>
                    </a:cubicBezTo>
                    <a:cubicBezTo>
                      <a:pt x="0" y="107766"/>
                      <a:pt x="5467" y="83825"/>
                      <a:pt x="16466" y="63462"/>
                    </a:cubicBezTo>
                    <a:cubicBezTo>
                      <a:pt x="27432" y="43100"/>
                      <a:pt x="42791" y="27454"/>
                      <a:pt x="62544" y="16459"/>
                    </a:cubicBezTo>
                    <a:cubicBezTo>
                      <a:pt x="82296" y="5497"/>
                      <a:pt x="105009" y="0"/>
                      <a:pt x="130717" y="0"/>
                    </a:cubicBezTo>
                    <a:cubicBezTo>
                      <a:pt x="156424" y="0"/>
                      <a:pt x="177641" y="5335"/>
                      <a:pt x="197230" y="15971"/>
                    </a:cubicBezTo>
                    <a:cubicBezTo>
                      <a:pt x="216820" y="26608"/>
                      <a:pt x="232016" y="41734"/>
                      <a:pt x="242820" y="61315"/>
                    </a:cubicBezTo>
                    <a:cubicBezTo>
                      <a:pt x="253624" y="80897"/>
                      <a:pt x="259025" y="103374"/>
                      <a:pt x="259025" y="128746"/>
                    </a:cubicBezTo>
                    <a:cubicBezTo>
                      <a:pt x="259025" y="138147"/>
                      <a:pt x="258407" y="146604"/>
                      <a:pt x="257138" y="154118"/>
                    </a:cubicBezTo>
                    <a:close/>
                    <a:moveTo>
                      <a:pt x="190852" y="109978"/>
                    </a:moveTo>
                    <a:cubicBezTo>
                      <a:pt x="190527" y="93063"/>
                      <a:pt x="184409" y="79499"/>
                      <a:pt x="172532" y="69317"/>
                    </a:cubicBezTo>
                    <a:cubicBezTo>
                      <a:pt x="160622" y="59136"/>
                      <a:pt x="146043" y="54062"/>
                      <a:pt x="128797" y="54062"/>
                    </a:cubicBezTo>
                    <a:cubicBezTo>
                      <a:pt x="112494" y="54062"/>
                      <a:pt x="98794" y="59006"/>
                      <a:pt x="87665" y="68862"/>
                    </a:cubicBezTo>
                    <a:cubicBezTo>
                      <a:pt x="76536" y="78718"/>
                      <a:pt x="69735" y="92445"/>
                      <a:pt x="67230" y="109978"/>
                    </a:cubicBezTo>
                    <a:lnTo>
                      <a:pt x="190852" y="109978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F0D20A08-46A5-9AD8-3BBF-33D19B04ADF8}"/>
                  </a:ext>
                </a:extLst>
              </p:cNvPr>
              <p:cNvSpPr/>
              <p:nvPr/>
            </p:nvSpPr>
            <p:spPr>
              <a:xfrm>
                <a:off x="5932120" y="3195176"/>
                <a:ext cx="155577" cy="324695"/>
              </a:xfrm>
              <a:custGeom>
                <a:avLst/>
                <a:gdLst>
                  <a:gd name="connsiteX0" fmla="*/ 97297 w 155577"/>
                  <a:gd name="connsiteY0" fmla="*/ 118370 h 324695"/>
                  <a:gd name="connsiteX1" fmla="*/ 97297 w 155577"/>
                  <a:gd name="connsiteY1" fmla="*/ 244319 h 324695"/>
                  <a:gd name="connsiteX2" fmla="*/ 103643 w 155577"/>
                  <a:gd name="connsiteY2" fmla="*/ 263348 h 324695"/>
                  <a:gd name="connsiteX3" fmla="*/ 125022 w 155577"/>
                  <a:gd name="connsiteY3" fmla="*/ 269235 h 324695"/>
                  <a:gd name="connsiteX4" fmla="*/ 155578 w 155577"/>
                  <a:gd name="connsiteY4" fmla="*/ 269235 h 324695"/>
                  <a:gd name="connsiteX5" fmla="*/ 155578 w 155577"/>
                  <a:gd name="connsiteY5" fmla="*/ 324696 h 324695"/>
                  <a:gd name="connsiteX6" fmla="*/ 114218 w 155577"/>
                  <a:gd name="connsiteY6" fmla="*/ 324696 h 324695"/>
                  <a:gd name="connsiteX7" fmla="*/ 31012 w 155577"/>
                  <a:gd name="connsiteY7" fmla="*/ 243863 h 324695"/>
                  <a:gd name="connsiteX8" fmla="*/ 31012 w 155577"/>
                  <a:gd name="connsiteY8" fmla="*/ 118402 h 324695"/>
                  <a:gd name="connsiteX9" fmla="*/ 0 w 155577"/>
                  <a:gd name="connsiteY9" fmla="*/ 118402 h 324695"/>
                  <a:gd name="connsiteX10" fmla="*/ 0 w 155577"/>
                  <a:gd name="connsiteY10" fmla="*/ 64373 h 324695"/>
                  <a:gd name="connsiteX11" fmla="*/ 31012 w 155577"/>
                  <a:gd name="connsiteY11" fmla="*/ 64373 h 324695"/>
                  <a:gd name="connsiteX12" fmla="*/ 31012 w 155577"/>
                  <a:gd name="connsiteY12" fmla="*/ 0 h 324695"/>
                  <a:gd name="connsiteX13" fmla="*/ 97297 w 155577"/>
                  <a:gd name="connsiteY13" fmla="*/ 0 h 324695"/>
                  <a:gd name="connsiteX14" fmla="*/ 97297 w 155577"/>
                  <a:gd name="connsiteY14" fmla="*/ 64373 h 324695"/>
                  <a:gd name="connsiteX15" fmla="*/ 155578 w 155577"/>
                  <a:gd name="connsiteY15" fmla="*/ 64373 h 324695"/>
                  <a:gd name="connsiteX16" fmla="*/ 155578 w 155577"/>
                  <a:gd name="connsiteY16" fmla="*/ 118402 h 324695"/>
                  <a:gd name="connsiteX17" fmla="*/ 97297 w 155577"/>
                  <a:gd name="connsiteY17" fmla="*/ 118402 h 324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5577" h="324695">
                    <a:moveTo>
                      <a:pt x="97297" y="118370"/>
                    </a:moveTo>
                    <a:lnTo>
                      <a:pt x="97297" y="244319"/>
                    </a:lnTo>
                    <a:cubicBezTo>
                      <a:pt x="97297" y="253101"/>
                      <a:pt x="99412" y="259444"/>
                      <a:pt x="103643" y="263348"/>
                    </a:cubicBezTo>
                    <a:cubicBezTo>
                      <a:pt x="107873" y="267284"/>
                      <a:pt x="114999" y="269235"/>
                      <a:pt x="125022" y="269235"/>
                    </a:cubicBezTo>
                    <a:lnTo>
                      <a:pt x="155578" y="269235"/>
                    </a:lnTo>
                    <a:lnTo>
                      <a:pt x="155578" y="324696"/>
                    </a:lnTo>
                    <a:lnTo>
                      <a:pt x="114218" y="324696"/>
                    </a:lnTo>
                    <a:cubicBezTo>
                      <a:pt x="58736" y="324696"/>
                      <a:pt x="31012" y="297763"/>
                      <a:pt x="31012" y="243863"/>
                    </a:cubicBezTo>
                    <a:lnTo>
                      <a:pt x="31012" y="118402"/>
                    </a:lnTo>
                    <a:lnTo>
                      <a:pt x="0" y="118402"/>
                    </a:lnTo>
                    <a:lnTo>
                      <a:pt x="0" y="64373"/>
                    </a:lnTo>
                    <a:lnTo>
                      <a:pt x="31012" y="64373"/>
                    </a:lnTo>
                    <a:lnTo>
                      <a:pt x="31012" y="0"/>
                    </a:lnTo>
                    <a:lnTo>
                      <a:pt x="97297" y="0"/>
                    </a:lnTo>
                    <a:lnTo>
                      <a:pt x="97297" y="64373"/>
                    </a:lnTo>
                    <a:lnTo>
                      <a:pt x="155578" y="64373"/>
                    </a:lnTo>
                    <a:lnTo>
                      <a:pt x="155578" y="118402"/>
                    </a:lnTo>
                    <a:lnTo>
                      <a:pt x="97297" y="118402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34870FD2-C551-CF62-6786-AA80BE6BCCAA}"/>
                  </a:ext>
                </a:extLst>
              </p:cNvPr>
              <p:cNvSpPr/>
              <p:nvPr/>
            </p:nvSpPr>
            <p:spPr>
              <a:xfrm>
                <a:off x="6139829" y="3172081"/>
                <a:ext cx="248254" cy="347725"/>
              </a:xfrm>
              <a:custGeom>
                <a:avLst/>
                <a:gdLst>
                  <a:gd name="connsiteX0" fmla="*/ 199378 w 248254"/>
                  <a:gd name="connsiteY0" fmla="*/ 96576 h 347725"/>
                  <a:gd name="connsiteX1" fmla="*/ 235336 w 248254"/>
                  <a:gd name="connsiteY1" fmla="*/ 134634 h 347725"/>
                  <a:gd name="connsiteX2" fmla="*/ 248254 w 248254"/>
                  <a:gd name="connsiteY2" fmla="*/ 195006 h 347725"/>
                  <a:gd name="connsiteX3" fmla="*/ 248254 w 248254"/>
                  <a:gd name="connsiteY3" fmla="*/ 347726 h 347725"/>
                  <a:gd name="connsiteX4" fmla="*/ 182424 w 248254"/>
                  <a:gd name="connsiteY4" fmla="*/ 347726 h 347725"/>
                  <a:gd name="connsiteX5" fmla="*/ 182424 w 248254"/>
                  <a:gd name="connsiteY5" fmla="*/ 203919 h 347725"/>
                  <a:gd name="connsiteX6" fmla="*/ 166902 w 248254"/>
                  <a:gd name="connsiteY6" fmla="*/ 156233 h 347725"/>
                  <a:gd name="connsiteX7" fmla="*/ 124599 w 248254"/>
                  <a:gd name="connsiteY7" fmla="*/ 139546 h 347725"/>
                  <a:gd name="connsiteX8" fmla="*/ 81580 w 248254"/>
                  <a:gd name="connsiteY8" fmla="*/ 156233 h 347725"/>
                  <a:gd name="connsiteX9" fmla="*/ 65830 w 248254"/>
                  <a:gd name="connsiteY9" fmla="*/ 203919 h 347725"/>
                  <a:gd name="connsiteX10" fmla="*/ 65830 w 248254"/>
                  <a:gd name="connsiteY10" fmla="*/ 347726 h 347725"/>
                  <a:gd name="connsiteX11" fmla="*/ 0 w 248254"/>
                  <a:gd name="connsiteY11" fmla="*/ 347726 h 347725"/>
                  <a:gd name="connsiteX12" fmla="*/ 0 w 248254"/>
                  <a:gd name="connsiteY12" fmla="*/ 0 h 347725"/>
                  <a:gd name="connsiteX13" fmla="*/ 65830 w 248254"/>
                  <a:gd name="connsiteY13" fmla="*/ 0 h 347725"/>
                  <a:gd name="connsiteX14" fmla="*/ 65830 w 248254"/>
                  <a:gd name="connsiteY14" fmla="*/ 119834 h 347725"/>
                  <a:gd name="connsiteX15" fmla="*/ 99673 w 248254"/>
                  <a:gd name="connsiteY15" fmla="*/ 93291 h 347725"/>
                  <a:gd name="connsiteX16" fmla="*/ 146694 w 248254"/>
                  <a:gd name="connsiteY16" fmla="*/ 83662 h 347725"/>
                  <a:gd name="connsiteX17" fmla="*/ 199345 w 248254"/>
                  <a:gd name="connsiteY17" fmla="*/ 96576 h 3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48254" h="347725">
                    <a:moveTo>
                      <a:pt x="199378" y="96576"/>
                    </a:moveTo>
                    <a:cubicBezTo>
                      <a:pt x="214737" y="105196"/>
                      <a:pt x="226712" y="117882"/>
                      <a:pt x="235336" y="134634"/>
                    </a:cubicBezTo>
                    <a:cubicBezTo>
                      <a:pt x="243959" y="151386"/>
                      <a:pt x="248254" y="171521"/>
                      <a:pt x="248254" y="195006"/>
                    </a:cubicBezTo>
                    <a:lnTo>
                      <a:pt x="248254" y="347726"/>
                    </a:lnTo>
                    <a:lnTo>
                      <a:pt x="182424" y="347726"/>
                    </a:lnTo>
                    <a:lnTo>
                      <a:pt x="182424" y="203919"/>
                    </a:lnTo>
                    <a:cubicBezTo>
                      <a:pt x="182424" y="183231"/>
                      <a:pt x="177250" y="167357"/>
                      <a:pt x="166902" y="156233"/>
                    </a:cubicBezTo>
                    <a:cubicBezTo>
                      <a:pt x="156554" y="145108"/>
                      <a:pt x="142464" y="139546"/>
                      <a:pt x="124599" y="139546"/>
                    </a:cubicBezTo>
                    <a:cubicBezTo>
                      <a:pt x="106734" y="139546"/>
                      <a:pt x="92091" y="145108"/>
                      <a:pt x="81580" y="156233"/>
                    </a:cubicBezTo>
                    <a:cubicBezTo>
                      <a:pt x="71070" y="167357"/>
                      <a:pt x="65830" y="183264"/>
                      <a:pt x="65830" y="203919"/>
                    </a:cubicBezTo>
                    <a:lnTo>
                      <a:pt x="65830" y="347726"/>
                    </a:lnTo>
                    <a:lnTo>
                      <a:pt x="0" y="347726"/>
                    </a:lnTo>
                    <a:lnTo>
                      <a:pt x="0" y="0"/>
                    </a:lnTo>
                    <a:lnTo>
                      <a:pt x="65830" y="0"/>
                    </a:lnTo>
                    <a:lnTo>
                      <a:pt x="65830" y="119834"/>
                    </a:lnTo>
                    <a:cubicBezTo>
                      <a:pt x="74291" y="108546"/>
                      <a:pt x="85583" y="99699"/>
                      <a:pt x="99673" y="93291"/>
                    </a:cubicBezTo>
                    <a:cubicBezTo>
                      <a:pt x="113763" y="86883"/>
                      <a:pt x="129448" y="83662"/>
                      <a:pt x="146694" y="83662"/>
                    </a:cubicBezTo>
                    <a:cubicBezTo>
                      <a:pt x="166447" y="83662"/>
                      <a:pt x="183986" y="87989"/>
                      <a:pt x="199345" y="96576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65E787C6-9910-6B6B-9187-48B6B7811F24}"/>
                  </a:ext>
                </a:extLst>
              </p:cNvPr>
              <p:cNvSpPr/>
              <p:nvPr/>
            </p:nvSpPr>
            <p:spPr>
              <a:xfrm>
                <a:off x="6438424" y="3255256"/>
                <a:ext cx="259025" cy="268812"/>
              </a:xfrm>
              <a:custGeom>
                <a:avLst/>
                <a:gdLst>
                  <a:gd name="connsiteX0" fmla="*/ 257138 w 259025"/>
                  <a:gd name="connsiteY0" fmla="*/ 154151 h 268812"/>
                  <a:gd name="connsiteX1" fmla="*/ 66741 w 259025"/>
                  <a:gd name="connsiteY1" fmla="*/ 154151 h 268812"/>
                  <a:gd name="connsiteX2" fmla="*/ 86494 w 259025"/>
                  <a:gd name="connsiteY2" fmla="*/ 198324 h 268812"/>
                  <a:gd name="connsiteX3" fmla="*/ 129285 w 259025"/>
                  <a:gd name="connsiteY3" fmla="*/ 214295 h 268812"/>
                  <a:gd name="connsiteX4" fmla="*/ 181480 w 259025"/>
                  <a:gd name="connsiteY4" fmla="*/ 182808 h 268812"/>
                  <a:gd name="connsiteX5" fmla="*/ 252452 w 259025"/>
                  <a:gd name="connsiteY5" fmla="*/ 182808 h 268812"/>
                  <a:gd name="connsiteX6" fmla="*/ 209205 w 259025"/>
                  <a:gd name="connsiteY6" fmla="*/ 244612 h 268812"/>
                  <a:gd name="connsiteX7" fmla="*/ 130684 w 259025"/>
                  <a:gd name="connsiteY7" fmla="*/ 268813 h 268812"/>
                  <a:gd name="connsiteX8" fmla="*/ 63227 w 259025"/>
                  <a:gd name="connsiteY8" fmla="*/ 252126 h 268812"/>
                  <a:gd name="connsiteX9" fmla="*/ 16693 w 259025"/>
                  <a:gd name="connsiteY9" fmla="*/ 204895 h 268812"/>
                  <a:gd name="connsiteX10" fmla="*/ 0 w 259025"/>
                  <a:gd name="connsiteY10" fmla="*/ 134406 h 268812"/>
                  <a:gd name="connsiteX11" fmla="*/ 16466 w 259025"/>
                  <a:gd name="connsiteY11" fmla="*/ 63462 h 268812"/>
                  <a:gd name="connsiteX12" fmla="*/ 62543 w 259025"/>
                  <a:gd name="connsiteY12" fmla="*/ 16459 h 268812"/>
                  <a:gd name="connsiteX13" fmla="*/ 130717 w 259025"/>
                  <a:gd name="connsiteY13" fmla="*/ 0 h 268812"/>
                  <a:gd name="connsiteX14" fmla="*/ 197230 w 259025"/>
                  <a:gd name="connsiteY14" fmla="*/ 15971 h 268812"/>
                  <a:gd name="connsiteX15" fmla="*/ 242820 w 259025"/>
                  <a:gd name="connsiteY15" fmla="*/ 61315 h 268812"/>
                  <a:gd name="connsiteX16" fmla="*/ 259025 w 259025"/>
                  <a:gd name="connsiteY16" fmla="*/ 128746 h 268812"/>
                  <a:gd name="connsiteX17" fmla="*/ 257138 w 259025"/>
                  <a:gd name="connsiteY17" fmla="*/ 154118 h 268812"/>
                  <a:gd name="connsiteX18" fmla="*/ 190852 w 259025"/>
                  <a:gd name="connsiteY18" fmla="*/ 109978 h 268812"/>
                  <a:gd name="connsiteX19" fmla="*/ 172532 w 259025"/>
                  <a:gd name="connsiteY19" fmla="*/ 69317 h 268812"/>
                  <a:gd name="connsiteX20" fmla="*/ 128797 w 259025"/>
                  <a:gd name="connsiteY20" fmla="*/ 54062 h 268812"/>
                  <a:gd name="connsiteX21" fmla="*/ 87665 w 259025"/>
                  <a:gd name="connsiteY21" fmla="*/ 68862 h 268812"/>
                  <a:gd name="connsiteX22" fmla="*/ 67230 w 259025"/>
                  <a:gd name="connsiteY22" fmla="*/ 109978 h 268812"/>
                  <a:gd name="connsiteX23" fmla="*/ 190852 w 259025"/>
                  <a:gd name="connsiteY23" fmla="*/ 109978 h 268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9025" h="268812">
                    <a:moveTo>
                      <a:pt x="257138" y="154151"/>
                    </a:moveTo>
                    <a:lnTo>
                      <a:pt x="66741" y="154151"/>
                    </a:lnTo>
                    <a:cubicBezTo>
                      <a:pt x="68303" y="172952"/>
                      <a:pt x="74877" y="187687"/>
                      <a:pt x="86494" y="198324"/>
                    </a:cubicBezTo>
                    <a:cubicBezTo>
                      <a:pt x="98078" y="208961"/>
                      <a:pt x="112364" y="214295"/>
                      <a:pt x="129285" y="214295"/>
                    </a:cubicBezTo>
                    <a:cubicBezTo>
                      <a:pt x="153723" y="214295"/>
                      <a:pt x="171132" y="203789"/>
                      <a:pt x="181480" y="182808"/>
                    </a:cubicBezTo>
                    <a:lnTo>
                      <a:pt x="252452" y="182808"/>
                    </a:lnTo>
                    <a:cubicBezTo>
                      <a:pt x="244935" y="207887"/>
                      <a:pt x="230519" y="228478"/>
                      <a:pt x="209205" y="244612"/>
                    </a:cubicBezTo>
                    <a:cubicBezTo>
                      <a:pt x="187891" y="260746"/>
                      <a:pt x="161728" y="268813"/>
                      <a:pt x="130684" y="268813"/>
                    </a:cubicBezTo>
                    <a:cubicBezTo>
                      <a:pt x="105595" y="268813"/>
                      <a:pt x="83109" y="263250"/>
                      <a:pt x="63227" y="252126"/>
                    </a:cubicBezTo>
                    <a:cubicBezTo>
                      <a:pt x="43312" y="241001"/>
                      <a:pt x="27823" y="225257"/>
                      <a:pt x="16693" y="204895"/>
                    </a:cubicBezTo>
                    <a:cubicBezTo>
                      <a:pt x="5565" y="184532"/>
                      <a:pt x="0" y="161047"/>
                      <a:pt x="0" y="134406"/>
                    </a:cubicBezTo>
                    <a:cubicBezTo>
                      <a:pt x="0" y="107766"/>
                      <a:pt x="5467" y="83825"/>
                      <a:pt x="16466" y="63462"/>
                    </a:cubicBezTo>
                    <a:cubicBezTo>
                      <a:pt x="27432" y="43100"/>
                      <a:pt x="42791" y="27454"/>
                      <a:pt x="62543" y="16459"/>
                    </a:cubicBezTo>
                    <a:cubicBezTo>
                      <a:pt x="82296" y="5497"/>
                      <a:pt x="105009" y="0"/>
                      <a:pt x="130717" y="0"/>
                    </a:cubicBezTo>
                    <a:cubicBezTo>
                      <a:pt x="156424" y="0"/>
                      <a:pt x="177640" y="5335"/>
                      <a:pt x="197230" y="15971"/>
                    </a:cubicBezTo>
                    <a:cubicBezTo>
                      <a:pt x="216820" y="26608"/>
                      <a:pt x="232016" y="41734"/>
                      <a:pt x="242820" y="61315"/>
                    </a:cubicBezTo>
                    <a:cubicBezTo>
                      <a:pt x="253624" y="80897"/>
                      <a:pt x="259025" y="103374"/>
                      <a:pt x="259025" y="128746"/>
                    </a:cubicBezTo>
                    <a:cubicBezTo>
                      <a:pt x="259025" y="138147"/>
                      <a:pt x="258407" y="146604"/>
                      <a:pt x="257138" y="154118"/>
                    </a:cubicBezTo>
                    <a:close/>
                    <a:moveTo>
                      <a:pt x="190852" y="109978"/>
                    </a:moveTo>
                    <a:cubicBezTo>
                      <a:pt x="190527" y="93063"/>
                      <a:pt x="184409" y="79499"/>
                      <a:pt x="172532" y="69317"/>
                    </a:cubicBezTo>
                    <a:cubicBezTo>
                      <a:pt x="160622" y="59136"/>
                      <a:pt x="146043" y="54062"/>
                      <a:pt x="128797" y="54062"/>
                    </a:cubicBezTo>
                    <a:cubicBezTo>
                      <a:pt x="112494" y="54062"/>
                      <a:pt x="98794" y="59006"/>
                      <a:pt x="87665" y="68862"/>
                    </a:cubicBezTo>
                    <a:cubicBezTo>
                      <a:pt x="76536" y="78718"/>
                      <a:pt x="69735" y="92445"/>
                      <a:pt x="67230" y="109978"/>
                    </a:cubicBezTo>
                    <a:lnTo>
                      <a:pt x="190852" y="109978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A681CCB0-C041-4136-7B54-D8D87217A049}"/>
                  </a:ext>
                </a:extLst>
              </p:cNvPr>
              <p:cNvSpPr/>
              <p:nvPr/>
            </p:nvSpPr>
            <p:spPr>
              <a:xfrm>
                <a:off x="6750067" y="3255744"/>
                <a:ext cx="145750" cy="264095"/>
              </a:xfrm>
              <a:custGeom>
                <a:avLst/>
                <a:gdLst>
                  <a:gd name="connsiteX0" fmla="*/ 98989 w 145750"/>
                  <a:gd name="connsiteY0" fmla="*/ 11743 h 264095"/>
                  <a:gd name="connsiteX1" fmla="*/ 145751 w 145750"/>
                  <a:gd name="connsiteY1" fmla="*/ 0 h 264095"/>
                  <a:gd name="connsiteX2" fmla="*/ 145751 w 145750"/>
                  <a:gd name="connsiteY2" fmla="*/ 69090 h 264095"/>
                  <a:gd name="connsiteX3" fmla="*/ 128341 w 145750"/>
                  <a:gd name="connsiteY3" fmla="*/ 69090 h 264095"/>
                  <a:gd name="connsiteX4" fmla="*/ 81580 w 145750"/>
                  <a:gd name="connsiteY4" fmla="*/ 83662 h 264095"/>
                  <a:gd name="connsiteX5" fmla="*/ 65830 w 145750"/>
                  <a:gd name="connsiteY5" fmla="*/ 134406 h 264095"/>
                  <a:gd name="connsiteX6" fmla="*/ 65830 w 145750"/>
                  <a:gd name="connsiteY6" fmla="*/ 264096 h 264095"/>
                  <a:gd name="connsiteX7" fmla="*/ 0 w 145750"/>
                  <a:gd name="connsiteY7" fmla="*/ 264096 h 264095"/>
                  <a:gd name="connsiteX8" fmla="*/ 0 w 145750"/>
                  <a:gd name="connsiteY8" fmla="*/ 3773 h 264095"/>
                  <a:gd name="connsiteX9" fmla="*/ 65830 w 145750"/>
                  <a:gd name="connsiteY9" fmla="*/ 3773 h 264095"/>
                  <a:gd name="connsiteX10" fmla="*/ 65830 w 145750"/>
                  <a:gd name="connsiteY10" fmla="*/ 44173 h 264095"/>
                  <a:gd name="connsiteX11" fmla="*/ 98989 w 145750"/>
                  <a:gd name="connsiteY11" fmla="*/ 11743 h 26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750" h="264095">
                    <a:moveTo>
                      <a:pt x="98989" y="11743"/>
                    </a:moveTo>
                    <a:cubicBezTo>
                      <a:pt x="112624" y="3903"/>
                      <a:pt x="128211" y="0"/>
                      <a:pt x="145751" y="0"/>
                    </a:cubicBezTo>
                    <a:lnTo>
                      <a:pt x="145751" y="69090"/>
                    </a:lnTo>
                    <a:lnTo>
                      <a:pt x="128341" y="69090"/>
                    </a:lnTo>
                    <a:cubicBezTo>
                      <a:pt x="107645" y="69090"/>
                      <a:pt x="92058" y="73936"/>
                      <a:pt x="81580" y="83662"/>
                    </a:cubicBezTo>
                    <a:cubicBezTo>
                      <a:pt x="71069" y="93388"/>
                      <a:pt x="65830" y="110303"/>
                      <a:pt x="65830" y="134406"/>
                    </a:cubicBezTo>
                    <a:lnTo>
                      <a:pt x="65830" y="264096"/>
                    </a:lnTo>
                    <a:lnTo>
                      <a:pt x="0" y="264096"/>
                    </a:lnTo>
                    <a:lnTo>
                      <a:pt x="0" y="3773"/>
                    </a:lnTo>
                    <a:lnTo>
                      <a:pt x="65830" y="3773"/>
                    </a:lnTo>
                    <a:lnTo>
                      <a:pt x="65830" y="44173"/>
                    </a:lnTo>
                    <a:cubicBezTo>
                      <a:pt x="74291" y="30381"/>
                      <a:pt x="85355" y="19582"/>
                      <a:pt x="98989" y="11743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2A451F3-EA40-05A5-1CA4-282553DF7107}"/>
                </a:ext>
              </a:extLst>
            </p:cNvPr>
            <p:cNvGrpSpPr/>
            <p:nvPr userDrawn="1"/>
          </p:nvGrpSpPr>
          <p:grpSpPr>
            <a:xfrm>
              <a:off x="1329004" y="2629430"/>
              <a:ext cx="2894619" cy="979228"/>
              <a:chOff x="532238" y="532263"/>
              <a:chExt cx="1522954" cy="515204"/>
            </a:xfrm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468806E6-3F8C-FE9D-B4CA-CF0D9A88A383}"/>
                  </a:ext>
                </a:extLst>
              </p:cNvPr>
              <p:cNvSpPr/>
              <p:nvPr/>
            </p:nvSpPr>
            <p:spPr>
              <a:xfrm>
                <a:off x="532238" y="532263"/>
                <a:ext cx="584573" cy="515204"/>
              </a:xfrm>
              <a:custGeom>
                <a:avLst/>
                <a:gdLst>
                  <a:gd name="connsiteX0" fmla="*/ 670274 w 919067"/>
                  <a:gd name="connsiteY0" fmla="*/ 0 h 810006"/>
                  <a:gd name="connsiteX1" fmla="*/ 670274 w 919067"/>
                  <a:gd name="connsiteY1" fmla="*/ 489394 h 810006"/>
                  <a:gd name="connsiteX2" fmla="*/ 248984 w 919067"/>
                  <a:gd name="connsiteY2" fmla="*/ 0 h 810006"/>
                  <a:gd name="connsiteX3" fmla="*/ 0 w 919067"/>
                  <a:gd name="connsiteY3" fmla="*/ 0 h 810006"/>
                  <a:gd name="connsiteX4" fmla="*/ 0 w 919067"/>
                  <a:gd name="connsiteY4" fmla="*/ 809244 h 810006"/>
                  <a:gd name="connsiteX5" fmla="*/ 476 w 919067"/>
                  <a:gd name="connsiteY5" fmla="*/ 810006 h 810006"/>
                  <a:gd name="connsiteX6" fmla="*/ 249174 w 919067"/>
                  <a:gd name="connsiteY6" fmla="*/ 809911 h 810006"/>
                  <a:gd name="connsiteX7" fmla="*/ 249079 w 919067"/>
                  <a:gd name="connsiteY7" fmla="*/ 320516 h 810006"/>
                  <a:gd name="connsiteX8" fmla="*/ 670370 w 919067"/>
                  <a:gd name="connsiteY8" fmla="*/ 810006 h 810006"/>
                  <a:gd name="connsiteX9" fmla="*/ 919067 w 919067"/>
                  <a:gd name="connsiteY9" fmla="*/ 405003 h 810006"/>
                  <a:gd name="connsiteX10" fmla="*/ 670370 w 919067"/>
                  <a:gd name="connsiteY10" fmla="*/ 0 h 81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19067" h="810006">
                    <a:moveTo>
                      <a:pt x="670274" y="0"/>
                    </a:moveTo>
                    <a:lnTo>
                      <a:pt x="670274" y="489394"/>
                    </a:lnTo>
                    <a:lnTo>
                      <a:pt x="248984" y="0"/>
                    </a:lnTo>
                    <a:lnTo>
                      <a:pt x="0" y="0"/>
                    </a:lnTo>
                    <a:lnTo>
                      <a:pt x="0" y="809244"/>
                    </a:lnTo>
                    <a:lnTo>
                      <a:pt x="476" y="810006"/>
                    </a:lnTo>
                    <a:lnTo>
                      <a:pt x="249174" y="809911"/>
                    </a:lnTo>
                    <a:lnTo>
                      <a:pt x="249079" y="320516"/>
                    </a:lnTo>
                    <a:lnTo>
                      <a:pt x="670370" y="810006"/>
                    </a:lnTo>
                    <a:lnTo>
                      <a:pt x="919067" y="405003"/>
                    </a:lnTo>
                    <a:lnTo>
                      <a:pt x="670370" y="0"/>
                    </a:lnTo>
                  </a:path>
                </a:pathLst>
              </a:custGeom>
              <a:solidFill>
                <a:srgbClr val="F9B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Poppins" panose="00000500000000000000" pitchFamily="2" charset="0"/>
                </a:endParaRPr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A96E841D-CD05-1410-1424-E348EAE1DD04}"/>
                  </a:ext>
                </a:extLst>
              </p:cNvPr>
              <p:cNvSpPr/>
              <p:nvPr/>
            </p:nvSpPr>
            <p:spPr>
              <a:xfrm>
                <a:off x="1484069" y="532263"/>
                <a:ext cx="571123" cy="515204"/>
              </a:xfrm>
              <a:custGeom>
                <a:avLst/>
                <a:gdLst>
                  <a:gd name="connsiteX0" fmla="*/ 603599 w 897921"/>
                  <a:gd name="connsiteY0" fmla="*/ 0 h 810006"/>
                  <a:gd name="connsiteX1" fmla="*/ 248698 w 897921"/>
                  <a:gd name="connsiteY1" fmla="*/ 0 h 810006"/>
                  <a:gd name="connsiteX2" fmla="*/ 0 w 897921"/>
                  <a:gd name="connsiteY2" fmla="*/ 405003 h 810006"/>
                  <a:gd name="connsiteX3" fmla="*/ 248603 w 897921"/>
                  <a:gd name="connsiteY3" fmla="*/ 810006 h 810006"/>
                  <a:gd name="connsiteX4" fmla="*/ 248698 w 897921"/>
                  <a:gd name="connsiteY4" fmla="*/ 810006 h 810006"/>
                  <a:gd name="connsiteX5" fmla="*/ 248603 w 897921"/>
                  <a:gd name="connsiteY5" fmla="*/ 631127 h 810006"/>
                  <a:gd name="connsiteX6" fmla="*/ 668750 w 897921"/>
                  <a:gd name="connsiteY6" fmla="*/ 631127 h 810006"/>
                  <a:gd name="connsiteX7" fmla="*/ 897922 w 897921"/>
                  <a:gd name="connsiteY7" fmla="*/ 372142 h 810006"/>
                  <a:gd name="connsiteX8" fmla="*/ 897922 w 897921"/>
                  <a:gd name="connsiteY8" fmla="*/ 276987 h 810006"/>
                  <a:gd name="connsiteX9" fmla="*/ 603599 w 897921"/>
                  <a:gd name="connsiteY9" fmla="*/ 0 h 810006"/>
                  <a:gd name="connsiteX10" fmla="*/ 665702 w 897921"/>
                  <a:gd name="connsiteY10" fmla="*/ 326803 h 810006"/>
                  <a:gd name="connsiteX11" fmla="*/ 584835 w 897921"/>
                  <a:gd name="connsiteY11" fmla="*/ 430054 h 810006"/>
                  <a:gd name="connsiteX12" fmla="*/ 248984 w 897921"/>
                  <a:gd name="connsiteY12" fmla="*/ 430054 h 810006"/>
                  <a:gd name="connsiteX13" fmla="*/ 248984 w 897921"/>
                  <a:gd name="connsiteY13" fmla="*/ 200882 h 810006"/>
                  <a:gd name="connsiteX14" fmla="*/ 563499 w 897921"/>
                  <a:gd name="connsiteY14" fmla="*/ 200882 h 810006"/>
                  <a:gd name="connsiteX15" fmla="*/ 665702 w 897921"/>
                  <a:gd name="connsiteY15" fmla="*/ 286893 h 810006"/>
                  <a:gd name="connsiteX16" fmla="*/ 665702 w 897921"/>
                  <a:gd name="connsiteY16" fmla="*/ 326803 h 81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897921" h="810006">
                    <a:moveTo>
                      <a:pt x="603599" y="0"/>
                    </a:moveTo>
                    <a:lnTo>
                      <a:pt x="248698" y="0"/>
                    </a:lnTo>
                    <a:lnTo>
                      <a:pt x="0" y="405003"/>
                    </a:lnTo>
                    <a:lnTo>
                      <a:pt x="248603" y="810006"/>
                    </a:lnTo>
                    <a:lnTo>
                      <a:pt x="248698" y="810006"/>
                    </a:lnTo>
                    <a:lnTo>
                      <a:pt x="248603" y="631127"/>
                    </a:lnTo>
                    <a:lnTo>
                      <a:pt x="668750" y="631127"/>
                    </a:lnTo>
                    <a:cubicBezTo>
                      <a:pt x="845153" y="631127"/>
                      <a:pt x="897922" y="492728"/>
                      <a:pt x="897922" y="372142"/>
                    </a:cubicBezTo>
                    <a:lnTo>
                      <a:pt x="897922" y="276987"/>
                    </a:lnTo>
                    <a:cubicBezTo>
                      <a:pt x="897922" y="118300"/>
                      <a:pt x="840677" y="0"/>
                      <a:pt x="603599" y="0"/>
                    </a:cubicBezTo>
                    <a:close/>
                    <a:moveTo>
                      <a:pt x="665702" y="326803"/>
                    </a:moveTo>
                    <a:cubicBezTo>
                      <a:pt x="665702" y="374809"/>
                      <a:pt x="643223" y="430054"/>
                      <a:pt x="584835" y="430054"/>
                    </a:cubicBezTo>
                    <a:lnTo>
                      <a:pt x="248984" y="430054"/>
                    </a:lnTo>
                    <a:lnTo>
                      <a:pt x="248984" y="200882"/>
                    </a:lnTo>
                    <a:lnTo>
                      <a:pt x="563499" y="200882"/>
                    </a:lnTo>
                    <a:cubicBezTo>
                      <a:pt x="638747" y="200882"/>
                      <a:pt x="665702" y="232124"/>
                      <a:pt x="665702" y="286893"/>
                    </a:cubicBezTo>
                    <a:lnTo>
                      <a:pt x="665702" y="326803"/>
                    </a:lnTo>
                    <a:close/>
                  </a:path>
                </a:pathLst>
              </a:custGeom>
              <a:solidFill>
                <a:srgbClr val="69CA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Poppins" panose="00000500000000000000" pitchFamily="2" charset="0"/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FD13BE84-A06E-5AED-9FA2-295126F3E61D}"/>
                  </a:ext>
                </a:extLst>
              </p:cNvPr>
              <p:cNvSpPr/>
              <p:nvPr/>
            </p:nvSpPr>
            <p:spPr>
              <a:xfrm>
                <a:off x="1006245" y="532263"/>
                <a:ext cx="588389" cy="515204"/>
              </a:xfrm>
              <a:custGeom>
                <a:avLst/>
                <a:gdLst>
                  <a:gd name="connsiteX0" fmla="*/ 675894 w 925067"/>
                  <a:gd name="connsiteY0" fmla="*/ 0 h 810006"/>
                  <a:gd name="connsiteX1" fmla="*/ 630460 w 925067"/>
                  <a:gd name="connsiteY1" fmla="*/ 0 h 810006"/>
                  <a:gd name="connsiteX2" fmla="*/ 462534 w 925067"/>
                  <a:gd name="connsiteY2" fmla="*/ 269177 h 810006"/>
                  <a:gd name="connsiteX3" fmla="*/ 294704 w 925067"/>
                  <a:gd name="connsiteY3" fmla="*/ 0 h 810006"/>
                  <a:gd name="connsiteX4" fmla="*/ 248507 w 925067"/>
                  <a:gd name="connsiteY4" fmla="*/ 0 h 810006"/>
                  <a:gd name="connsiteX5" fmla="*/ 0 w 925067"/>
                  <a:gd name="connsiteY5" fmla="*/ 0 h 810006"/>
                  <a:gd name="connsiteX6" fmla="*/ 248698 w 925067"/>
                  <a:gd name="connsiteY6" fmla="*/ 405003 h 810006"/>
                  <a:gd name="connsiteX7" fmla="*/ 0 w 925067"/>
                  <a:gd name="connsiteY7" fmla="*/ 810006 h 810006"/>
                  <a:gd name="connsiteX8" fmla="*/ 248984 w 925067"/>
                  <a:gd name="connsiteY8" fmla="*/ 810006 h 810006"/>
                  <a:gd name="connsiteX9" fmla="*/ 294704 w 925067"/>
                  <a:gd name="connsiteY9" fmla="*/ 810006 h 810006"/>
                  <a:gd name="connsiteX10" fmla="*/ 462534 w 925067"/>
                  <a:gd name="connsiteY10" fmla="*/ 540734 h 810006"/>
                  <a:gd name="connsiteX11" fmla="*/ 630460 w 925067"/>
                  <a:gd name="connsiteY11" fmla="*/ 810006 h 810006"/>
                  <a:gd name="connsiteX12" fmla="*/ 676466 w 925067"/>
                  <a:gd name="connsiteY12" fmla="*/ 810006 h 810006"/>
                  <a:gd name="connsiteX13" fmla="*/ 925068 w 925067"/>
                  <a:gd name="connsiteY13" fmla="*/ 809911 h 810006"/>
                  <a:gd name="connsiteX14" fmla="*/ 676370 w 925067"/>
                  <a:gd name="connsiteY14" fmla="*/ 405003 h 810006"/>
                  <a:gd name="connsiteX15" fmla="*/ 925068 w 925067"/>
                  <a:gd name="connsiteY15" fmla="*/ 0 h 810006"/>
                  <a:gd name="connsiteX16" fmla="*/ 675894 w 925067"/>
                  <a:gd name="connsiteY16" fmla="*/ 0 h 81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25067" h="810006">
                    <a:moveTo>
                      <a:pt x="675894" y="0"/>
                    </a:moveTo>
                    <a:lnTo>
                      <a:pt x="630460" y="0"/>
                    </a:lnTo>
                    <a:lnTo>
                      <a:pt x="462534" y="269177"/>
                    </a:lnTo>
                    <a:lnTo>
                      <a:pt x="294704" y="0"/>
                    </a:lnTo>
                    <a:lnTo>
                      <a:pt x="248507" y="0"/>
                    </a:lnTo>
                    <a:lnTo>
                      <a:pt x="0" y="0"/>
                    </a:lnTo>
                    <a:lnTo>
                      <a:pt x="248698" y="405003"/>
                    </a:lnTo>
                    <a:lnTo>
                      <a:pt x="0" y="810006"/>
                    </a:lnTo>
                    <a:lnTo>
                      <a:pt x="248984" y="810006"/>
                    </a:lnTo>
                    <a:lnTo>
                      <a:pt x="294704" y="810006"/>
                    </a:lnTo>
                    <a:lnTo>
                      <a:pt x="462534" y="540734"/>
                    </a:lnTo>
                    <a:lnTo>
                      <a:pt x="630460" y="810006"/>
                    </a:lnTo>
                    <a:lnTo>
                      <a:pt x="676466" y="810006"/>
                    </a:lnTo>
                    <a:lnTo>
                      <a:pt x="925068" y="809911"/>
                    </a:lnTo>
                    <a:lnTo>
                      <a:pt x="676370" y="405003"/>
                    </a:lnTo>
                    <a:lnTo>
                      <a:pt x="925068" y="0"/>
                    </a:lnTo>
                    <a:lnTo>
                      <a:pt x="675894" y="0"/>
                    </a:lnTo>
                  </a:path>
                </a:pathLst>
              </a:custGeom>
              <a:solidFill>
                <a:srgbClr val="0EAF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Poppins" panose="000005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18850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95262-7BB1-2EA5-D724-7253F579AE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FC4505-1642-DCC0-2375-36A4A3C3C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68926-7914-7405-C8CC-DF6ED6E1F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DE5C8-259E-44AD-BCB4-08EFEB3B0E6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45747-1526-4645-B803-02C8DAEC1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A0FBB-51E8-F5ED-8456-E427EB719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F25B8-5E69-4242-8E1D-12D9B96AF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297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0F1C6B1E-C608-FC8D-A582-DC3E562834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806825"/>
            <a:ext cx="11432485" cy="44644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Second line subtitle of slide goes here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F7DBDFB-B1CE-5E8E-F55C-5F56AF0CE3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1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First line title of slide goes here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6D04279-28E6-3CA1-3456-666F8629C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2002612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226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394775" y="414064"/>
            <a:ext cx="11425752" cy="65404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title here</a:t>
            </a:r>
            <a:br>
              <a:rPr lang="en-US"/>
            </a:br>
            <a:r>
              <a:rPr lang="en-US"/>
              <a:t>second line title</a:t>
            </a:r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10"/>
          </p:nvPr>
        </p:nvSpPr>
        <p:spPr>
          <a:xfrm>
            <a:off x="394774" y="1153266"/>
            <a:ext cx="11425752" cy="4667249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21699450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226"/>
          <p:cNvSpPr>
            <a:spLocks noGrp="1" noChangeArrowheads="1"/>
          </p:cNvSpPr>
          <p:nvPr>
            <p:ph type="title"/>
          </p:nvPr>
        </p:nvSpPr>
        <p:spPr bwMode="auto">
          <a:xfrm>
            <a:off x="299524" y="280714"/>
            <a:ext cx="11663021" cy="65404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10"/>
          </p:nvPr>
        </p:nvSpPr>
        <p:spPr>
          <a:xfrm>
            <a:off x="299523" y="1019916"/>
            <a:ext cx="11663021" cy="466724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050158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divider + bur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C028A98-A4AF-A265-70EA-A82E35D968B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1B927F5D-4721-0803-59FF-213A55372D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486750"/>
            <a:ext cx="752219" cy="4838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2400" b="0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01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AB92F9B-E6FB-0A22-91E7-5E1B2C56C9C5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 dirty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Internal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88B9B8F1-41B0-48AB-1747-F71A0EC43090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CEB8687C-1C5D-5DB1-5AE5-7DA6E4DB29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2" y="1828800"/>
            <a:ext cx="4230687" cy="2374900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36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Section divider header goes here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76DBD690-7FE4-A0C7-A98D-0449F9C135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9412" y="4504637"/>
            <a:ext cx="4230687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Secondary header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F1E65E2-8DE9-91B6-40AD-BEA84B8DE023}"/>
              </a:ext>
            </a:extLst>
          </p:cNvPr>
          <p:cNvGrpSpPr/>
          <p:nvPr userDrawn="1"/>
        </p:nvGrpSpPr>
        <p:grpSpPr>
          <a:xfrm>
            <a:off x="5741362" y="0"/>
            <a:ext cx="6450638" cy="6858000"/>
            <a:chOff x="5741362" y="0"/>
            <a:chExt cx="6450638" cy="6858000"/>
          </a:xfrm>
        </p:grpSpPr>
        <p:sp>
          <p:nvSpPr>
            <p:cNvPr id="62" name="Rectangle 93">
              <a:extLst>
                <a:ext uri="{FF2B5EF4-FFF2-40B4-BE49-F238E27FC236}">
                  <a16:creationId xmlns:a16="http://schemas.microsoft.com/office/drawing/2014/main" id="{D2C4B7CC-6E25-ED14-EF1E-41D9C4FF3BCE}"/>
                </a:ext>
              </a:extLst>
            </p:cNvPr>
            <p:cNvSpPr/>
            <p:nvPr userDrawn="1"/>
          </p:nvSpPr>
          <p:spPr>
            <a:xfrm>
              <a:off x="8937266" y="0"/>
              <a:ext cx="3254733" cy="6858000"/>
            </a:xfrm>
            <a:custGeom>
              <a:avLst/>
              <a:gdLst>
                <a:gd name="connsiteX0" fmla="*/ 0 w 3254733"/>
                <a:gd name="connsiteY0" fmla="*/ 0 h 6858000"/>
                <a:gd name="connsiteX1" fmla="*/ 3254733 w 3254733"/>
                <a:gd name="connsiteY1" fmla="*/ 0 h 6858000"/>
                <a:gd name="connsiteX2" fmla="*/ 3254733 w 3254733"/>
                <a:gd name="connsiteY2" fmla="*/ 6858000 h 6858000"/>
                <a:gd name="connsiteX3" fmla="*/ 0 w 3254733"/>
                <a:gd name="connsiteY3" fmla="*/ 6858000 h 6858000"/>
                <a:gd name="connsiteX4" fmla="*/ 0 w 3254733"/>
                <a:gd name="connsiteY4" fmla="*/ 0 h 6858000"/>
                <a:gd name="connsiteX0" fmla="*/ 2862469 w 3254733"/>
                <a:gd name="connsiteY0" fmla="*/ 15903 h 6858000"/>
                <a:gd name="connsiteX1" fmla="*/ 3254733 w 3254733"/>
                <a:gd name="connsiteY1" fmla="*/ 0 h 6858000"/>
                <a:gd name="connsiteX2" fmla="*/ 3254733 w 3254733"/>
                <a:gd name="connsiteY2" fmla="*/ 6858000 h 6858000"/>
                <a:gd name="connsiteX3" fmla="*/ 0 w 3254733"/>
                <a:gd name="connsiteY3" fmla="*/ 6858000 h 6858000"/>
                <a:gd name="connsiteX4" fmla="*/ 2862469 w 3254733"/>
                <a:gd name="connsiteY4" fmla="*/ 1590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54733" h="6858000">
                  <a:moveTo>
                    <a:pt x="2862469" y="15903"/>
                  </a:moveTo>
                  <a:lnTo>
                    <a:pt x="3254733" y="0"/>
                  </a:lnTo>
                  <a:lnTo>
                    <a:pt x="3254733" y="6858000"/>
                  </a:lnTo>
                  <a:lnTo>
                    <a:pt x="0" y="6858000"/>
                  </a:lnTo>
                  <a:lnTo>
                    <a:pt x="2862469" y="15903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63" name="Rectangle 77">
              <a:extLst>
                <a:ext uri="{FF2B5EF4-FFF2-40B4-BE49-F238E27FC236}">
                  <a16:creationId xmlns:a16="http://schemas.microsoft.com/office/drawing/2014/main" id="{AC30D74E-BD99-56C5-0139-F2C8A52C42BA}"/>
                </a:ext>
              </a:extLst>
            </p:cNvPr>
            <p:cNvSpPr/>
            <p:nvPr userDrawn="1"/>
          </p:nvSpPr>
          <p:spPr>
            <a:xfrm>
              <a:off x="5741362" y="0"/>
              <a:ext cx="6450637" cy="6858000"/>
            </a:xfrm>
            <a:custGeom>
              <a:avLst/>
              <a:gdLst>
                <a:gd name="connsiteX0" fmla="*/ 0 w 6450637"/>
                <a:gd name="connsiteY0" fmla="*/ 0 h 6858000"/>
                <a:gd name="connsiteX1" fmla="*/ 6450637 w 6450637"/>
                <a:gd name="connsiteY1" fmla="*/ 0 h 6858000"/>
                <a:gd name="connsiteX2" fmla="*/ 6450637 w 6450637"/>
                <a:gd name="connsiteY2" fmla="*/ 6858000 h 6858000"/>
                <a:gd name="connsiteX3" fmla="*/ 0 w 6450637"/>
                <a:gd name="connsiteY3" fmla="*/ 6858000 h 6858000"/>
                <a:gd name="connsiteX4" fmla="*/ 0 w 6450637"/>
                <a:gd name="connsiteY4" fmla="*/ 0 h 6858000"/>
                <a:gd name="connsiteX0" fmla="*/ 0 w 6450637"/>
                <a:gd name="connsiteY0" fmla="*/ 2910177 h 6858000"/>
                <a:gd name="connsiteX1" fmla="*/ 6450637 w 6450637"/>
                <a:gd name="connsiteY1" fmla="*/ 0 h 6858000"/>
                <a:gd name="connsiteX2" fmla="*/ 6450637 w 6450637"/>
                <a:gd name="connsiteY2" fmla="*/ 6858000 h 6858000"/>
                <a:gd name="connsiteX3" fmla="*/ 0 w 6450637"/>
                <a:gd name="connsiteY3" fmla="*/ 6858000 h 6858000"/>
                <a:gd name="connsiteX4" fmla="*/ 0 w 6450637"/>
                <a:gd name="connsiteY4" fmla="*/ 2910177 h 6858000"/>
                <a:gd name="connsiteX0" fmla="*/ 0 w 6450637"/>
                <a:gd name="connsiteY0" fmla="*/ 2910177 h 6858000"/>
                <a:gd name="connsiteX1" fmla="*/ 6450637 w 6450637"/>
                <a:gd name="connsiteY1" fmla="*/ 0 h 6858000"/>
                <a:gd name="connsiteX2" fmla="*/ 3445044 w 6450637"/>
                <a:gd name="connsiteY2" fmla="*/ 6850049 h 6858000"/>
                <a:gd name="connsiteX3" fmla="*/ 0 w 6450637"/>
                <a:gd name="connsiteY3" fmla="*/ 6858000 h 6858000"/>
                <a:gd name="connsiteX4" fmla="*/ 0 w 6450637"/>
                <a:gd name="connsiteY4" fmla="*/ 291017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0637" h="6858000">
                  <a:moveTo>
                    <a:pt x="0" y="2910177"/>
                  </a:moveTo>
                  <a:lnTo>
                    <a:pt x="6450637" y="0"/>
                  </a:lnTo>
                  <a:lnTo>
                    <a:pt x="3445044" y="6850049"/>
                  </a:lnTo>
                  <a:lnTo>
                    <a:pt x="0" y="6858000"/>
                  </a:lnTo>
                  <a:lnTo>
                    <a:pt x="0" y="2910177"/>
                  </a:lnTo>
                  <a:close/>
                </a:path>
              </a:pathLst>
            </a:custGeom>
            <a:solidFill>
              <a:srgbClr val="7CD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9133A4FC-E267-7E47-CFB0-770FA9F453E1}"/>
                </a:ext>
              </a:extLst>
            </p:cNvPr>
            <p:cNvGrpSpPr/>
            <p:nvPr userDrawn="1"/>
          </p:nvGrpSpPr>
          <p:grpSpPr>
            <a:xfrm>
              <a:off x="5741363" y="0"/>
              <a:ext cx="6450637" cy="6858000"/>
              <a:chOff x="5741363" y="0"/>
              <a:chExt cx="6450637" cy="6858000"/>
            </a:xfrm>
          </p:grpSpPr>
          <p:sp>
            <p:nvSpPr>
              <p:cNvPr id="193" name="Rectangle 57">
                <a:extLst>
                  <a:ext uri="{FF2B5EF4-FFF2-40B4-BE49-F238E27FC236}">
                    <a16:creationId xmlns:a16="http://schemas.microsoft.com/office/drawing/2014/main" id="{D65DFA5F-046C-5C96-304D-7A67EDB48606}"/>
                  </a:ext>
                </a:extLst>
              </p:cNvPr>
              <p:cNvSpPr/>
              <p:nvPr userDrawn="1"/>
            </p:nvSpPr>
            <p:spPr>
              <a:xfrm>
                <a:off x="5741363" y="0"/>
                <a:ext cx="6450636" cy="3172570"/>
              </a:xfrm>
              <a:custGeom>
                <a:avLst/>
                <a:gdLst>
                  <a:gd name="connsiteX0" fmla="*/ 0 w 6450636"/>
                  <a:gd name="connsiteY0" fmla="*/ 0 h 3172570"/>
                  <a:gd name="connsiteX1" fmla="*/ 6450636 w 6450636"/>
                  <a:gd name="connsiteY1" fmla="*/ 0 h 3172570"/>
                  <a:gd name="connsiteX2" fmla="*/ 6450636 w 6450636"/>
                  <a:gd name="connsiteY2" fmla="*/ 3172570 h 3172570"/>
                  <a:gd name="connsiteX3" fmla="*/ 0 w 6450636"/>
                  <a:gd name="connsiteY3" fmla="*/ 3172570 h 3172570"/>
                  <a:gd name="connsiteX4" fmla="*/ 0 w 6450636"/>
                  <a:gd name="connsiteY4" fmla="*/ 0 h 3172570"/>
                  <a:gd name="connsiteX0" fmla="*/ 0 w 6450636"/>
                  <a:gd name="connsiteY0" fmla="*/ 0 h 3172570"/>
                  <a:gd name="connsiteX1" fmla="*/ 6450636 w 6450636"/>
                  <a:gd name="connsiteY1" fmla="*/ 0 h 3172570"/>
                  <a:gd name="connsiteX2" fmla="*/ 3961877 w 6450636"/>
                  <a:gd name="connsiteY2" fmla="*/ 1168841 h 3172570"/>
                  <a:gd name="connsiteX3" fmla="*/ 0 w 6450636"/>
                  <a:gd name="connsiteY3" fmla="*/ 3172570 h 3172570"/>
                  <a:gd name="connsiteX4" fmla="*/ 0 w 6450636"/>
                  <a:gd name="connsiteY4" fmla="*/ 0 h 3172570"/>
                  <a:gd name="connsiteX0" fmla="*/ 0 w 6450636"/>
                  <a:gd name="connsiteY0" fmla="*/ 0 h 3172570"/>
                  <a:gd name="connsiteX1" fmla="*/ 6450636 w 6450636"/>
                  <a:gd name="connsiteY1" fmla="*/ 0 h 3172570"/>
                  <a:gd name="connsiteX2" fmla="*/ 0 w 6450636"/>
                  <a:gd name="connsiteY2" fmla="*/ 3172570 h 3172570"/>
                  <a:gd name="connsiteX3" fmla="*/ 0 w 6450636"/>
                  <a:gd name="connsiteY3" fmla="*/ 0 h 317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3172570">
                    <a:moveTo>
                      <a:pt x="0" y="0"/>
                    </a:moveTo>
                    <a:lnTo>
                      <a:pt x="6450636" y="0"/>
                    </a:lnTo>
                    <a:lnTo>
                      <a:pt x="0" y="31725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A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64008" bIns="64008" rtlCol="0" anchor="t"/>
              <a:lstStyle/>
              <a:p>
                <a:pPr algn="l"/>
                <a:endParaRPr lang="en-US" dirty="0">
                  <a:latin typeface="Poppins SemiBold" panose="00000700000000000000" pitchFamily="2" charset="0"/>
                  <a:cs typeface="Poppins SemiBold" panose="00000700000000000000" pitchFamily="2" charset="0"/>
                </a:endParaRPr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0CCE6B-BD53-692E-A012-D051CBCCD21B}"/>
                  </a:ext>
                </a:extLst>
              </p:cNvPr>
              <p:cNvSpPr/>
              <p:nvPr/>
            </p:nvSpPr>
            <p:spPr>
              <a:xfrm>
                <a:off x="10543225" y="0"/>
                <a:ext cx="1648774" cy="6858000"/>
              </a:xfrm>
              <a:custGeom>
                <a:avLst/>
                <a:gdLst>
                  <a:gd name="connsiteX0" fmla="*/ 512445 w 1648774"/>
                  <a:gd name="connsiteY0" fmla="*/ 6858000 h 6858000"/>
                  <a:gd name="connsiteX1" fmla="*/ 1648775 w 1648774"/>
                  <a:gd name="connsiteY1" fmla="*/ 0 h 6858000"/>
                  <a:gd name="connsiteX2" fmla="*/ 0 w 1648774"/>
                  <a:gd name="connsiteY2" fmla="*/ 6858000 h 6858000"/>
                  <a:gd name="connsiteX3" fmla="*/ 512445 w 1648774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48774" h="6858000">
                    <a:moveTo>
                      <a:pt x="512445" y="6858000"/>
                    </a:moveTo>
                    <a:lnTo>
                      <a:pt x="1648775" y="0"/>
                    </a:lnTo>
                    <a:lnTo>
                      <a:pt x="0" y="6858000"/>
                    </a:lnTo>
                    <a:lnTo>
                      <a:pt x="512445" y="6858000"/>
                    </a:lnTo>
                    <a:close/>
                  </a:path>
                </a:pathLst>
              </a:custGeom>
              <a:solidFill>
                <a:srgbClr val="3ECAFB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CFA5E4C7-E4BF-E4C4-F60A-7C4149BB4AE5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4032884"/>
              </a:xfrm>
              <a:custGeom>
                <a:avLst/>
                <a:gdLst>
                  <a:gd name="connsiteX0" fmla="*/ 0 w 6450636"/>
                  <a:gd name="connsiteY0" fmla="*/ 4032885 h 4032884"/>
                  <a:gd name="connsiteX1" fmla="*/ 0 w 6450636"/>
                  <a:gd name="connsiteY1" fmla="*/ 3051175 h 4032884"/>
                  <a:gd name="connsiteX2" fmla="*/ 6450637 w 6450636"/>
                  <a:gd name="connsiteY2" fmla="*/ 0 h 4032884"/>
                  <a:gd name="connsiteX3" fmla="*/ 0 w 6450636"/>
                  <a:gd name="connsiteY3" fmla="*/ 4032885 h 4032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4032884">
                    <a:moveTo>
                      <a:pt x="0" y="4032885"/>
                    </a:moveTo>
                    <a:lnTo>
                      <a:pt x="0" y="3051175"/>
                    </a:lnTo>
                    <a:lnTo>
                      <a:pt x="6450637" y="0"/>
                    </a:lnTo>
                    <a:lnTo>
                      <a:pt x="0" y="4032885"/>
                    </a:lnTo>
                    <a:close/>
                  </a:path>
                </a:pathLst>
              </a:custGeom>
              <a:gradFill>
                <a:gsLst>
                  <a:gs pos="0">
                    <a:srgbClr val="C6EB00"/>
                  </a:gs>
                  <a:gs pos="22000">
                    <a:srgbClr val="C6EB00"/>
                  </a:gs>
                  <a:gs pos="81000">
                    <a:srgbClr val="C6EB00"/>
                  </a:gs>
                </a:gsLst>
                <a:lin ang="2023233" scaled="1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793FB9F-6918-86EA-B87F-7D3592C41C47}"/>
                  </a:ext>
                </a:extLst>
              </p:cNvPr>
              <p:cNvSpPr/>
              <p:nvPr/>
            </p:nvSpPr>
            <p:spPr>
              <a:xfrm>
                <a:off x="6696719" y="0"/>
                <a:ext cx="5495280" cy="6858000"/>
              </a:xfrm>
              <a:custGeom>
                <a:avLst/>
                <a:gdLst>
                  <a:gd name="connsiteX0" fmla="*/ 0 w 5495280"/>
                  <a:gd name="connsiteY0" fmla="*/ 6858000 h 6858000"/>
                  <a:gd name="connsiteX1" fmla="*/ 5495281 w 5495280"/>
                  <a:gd name="connsiteY1" fmla="*/ 0 h 6858000"/>
                  <a:gd name="connsiteX2" fmla="*/ 742949 w 5495280"/>
                  <a:gd name="connsiteY2" fmla="*/ 6858000 h 6858000"/>
                  <a:gd name="connsiteX3" fmla="*/ 0 w 5495280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95280" h="6858000">
                    <a:moveTo>
                      <a:pt x="0" y="6858000"/>
                    </a:moveTo>
                    <a:lnTo>
                      <a:pt x="5495281" y="0"/>
                    </a:lnTo>
                    <a:lnTo>
                      <a:pt x="742949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rgbClr val="69CA00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93C3BA8E-DAB9-D345-8CC0-588C7DF13462}"/>
                  </a:ext>
                </a:extLst>
              </p:cNvPr>
              <p:cNvSpPr/>
              <p:nvPr/>
            </p:nvSpPr>
            <p:spPr>
              <a:xfrm>
                <a:off x="11055669" y="0"/>
                <a:ext cx="1136330" cy="6858000"/>
              </a:xfrm>
              <a:custGeom>
                <a:avLst/>
                <a:gdLst>
                  <a:gd name="connsiteX0" fmla="*/ 1136330 w 1136330"/>
                  <a:gd name="connsiteY0" fmla="*/ 6858000 h 6858000"/>
                  <a:gd name="connsiteX1" fmla="*/ 1136330 w 1136330"/>
                  <a:gd name="connsiteY1" fmla="*/ 0 h 6858000"/>
                  <a:gd name="connsiteX2" fmla="*/ 0 w 1136330"/>
                  <a:gd name="connsiteY2" fmla="*/ 6858000 h 6858000"/>
                  <a:gd name="connsiteX3" fmla="*/ 1136330 w 1136330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36330" h="6858000">
                    <a:moveTo>
                      <a:pt x="1136330" y="6858000"/>
                    </a:moveTo>
                    <a:lnTo>
                      <a:pt x="1136330" y="0"/>
                    </a:lnTo>
                    <a:lnTo>
                      <a:pt x="0" y="6858000"/>
                    </a:lnTo>
                    <a:lnTo>
                      <a:pt x="1136330" y="6858000"/>
                    </a:lnTo>
                    <a:close/>
                  </a:path>
                </a:pathLst>
              </a:custGeom>
              <a:gradFill>
                <a:gsLst>
                  <a:gs pos="34000">
                    <a:srgbClr val="39B0E9"/>
                  </a:gs>
                  <a:gs pos="3000">
                    <a:srgbClr val="3ECAFB"/>
                  </a:gs>
                  <a:gs pos="55000">
                    <a:srgbClr val="3598D9"/>
                  </a:gs>
                  <a:gs pos="100000">
                    <a:srgbClr val="2D67B8"/>
                  </a:gs>
                </a:gsLst>
                <a:lin ang="21204873" scaled="1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09C544C4-89FF-579A-27F1-B8BB752A6D25}"/>
                  </a:ext>
                </a:extLst>
              </p:cNvPr>
              <p:cNvSpPr/>
              <p:nvPr/>
            </p:nvSpPr>
            <p:spPr>
              <a:xfrm>
                <a:off x="7439668" y="0"/>
                <a:ext cx="4752332" cy="6858000"/>
              </a:xfrm>
              <a:custGeom>
                <a:avLst/>
                <a:gdLst>
                  <a:gd name="connsiteX0" fmla="*/ 2253611 w 4752332"/>
                  <a:gd name="connsiteY0" fmla="*/ 6858000 h 6858000"/>
                  <a:gd name="connsiteX1" fmla="*/ 0 w 4752332"/>
                  <a:gd name="connsiteY1" fmla="*/ 6858000 h 6858000"/>
                  <a:gd name="connsiteX2" fmla="*/ 4752332 w 4752332"/>
                  <a:gd name="connsiteY2" fmla="*/ 0 h 6858000"/>
                  <a:gd name="connsiteX3" fmla="*/ 2253611 w 4752332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52332" h="6858000">
                    <a:moveTo>
                      <a:pt x="2253611" y="6858000"/>
                    </a:moveTo>
                    <a:lnTo>
                      <a:pt x="0" y="6858000"/>
                    </a:lnTo>
                    <a:lnTo>
                      <a:pt x="4752332" y="0"/>
                    </a:lnTo>
                    <a:lnTo>
                      <a:pt x="2253611" y="6858000"/>
                    </a:lnTo>
                    <a:close/>
                  </a:path>
                </a:pathLst>
              </a:custGeom>
              <a:gradFill>
                <a:gsLst>
                  <a:gs pos="39000">
                    <a:srgbClr val="C6EB03"/>
                  </a:gs>
                  <a:gs pos="52000">
                    <a:srgbClr val="BAE718"/>
                  </a:gs>
                  <a:gs pos="54000">
                    <a:srgbClr val="9DDF50"/>
                  </a:gs>
                  <a:gs pos="58000">
                    <a:srgbClr val="49C8F5"/>
                  </a:gs>
                </a:gsLst>
                <a:lin ang="1800000" scaled="0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4A162A33-0D42-660D-78DD-6970EEA177EE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451167"/>
              </a:xfrm>
              <a:custGeom>
                <a:avLst/>
                <a:gdLst>
                  <a:gd name="connsiteX0" fmla="*/ 6450637 w 6450636"/>
                  <a:gd name="connsiteY0" fmla="*/ 0 h 451167"/>
                  <a:gd name="connsiteX1" fmla="*/ 0 w 6450636"/>
                  <a:gd name="connsiteY1" fmla="*/ 0 h 451167"/>
                  <a:gd name="connsiteX2" fmla="*/ 0 w 6450636"/>
                  <a:gd name="connsiteY2" fmla="*/ 451168 h 451167"/>
                  <a:gd name="connsiteX3" fmla="*/ 6450637 w 6450636"/>
                  <a:gd name="connsiteY3" fmla="*/ 0 h 45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451167">
                    <a:moveTo>
                      <a:pt x="6450637" y="0"/>
                    </a:moveTo>
                    <a:lnTo>
                      <a:pt x="0" y="0"/>
                    </a:lnTo>
                    <a:lnTo>
                      <a:pt x="0" y="451168"/>
                    </a:lnTo>
                    <a:lnTo>
                      <a:pt x="6450637" y="0"/>
                    </a:lnTo>
                    <a:close/>
                  </a:path>
                </a:pathLst>
              </a:custGeom>
              <a:solidFill>
                <a:srgbClr val="FFB400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2253EE1B-2B6C-46A1-2850-543EAC10E2F5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1643379"/>
              </a:xfrm>
              <a:custGeom>
                <a:avLst/>
                <a:gdLst>
                  <a:gd name="connsiteX0" fmla="*/ 6450637 w 6450636"/>
                  <a:gd name="connsiteY0" fmla="*/ 0 h 1643379"/>
                  <a:gd name="connsiteX1" fmla="*/ 0 w 6450636"/>
                  <a:gd name="connsiteY1" fmla="*/ 451168 h 1643379"/>
                  <a:gd name="connsiteX2" fmla="*/ 0 w 6450636"/>
                  <a:gd name="connsiteY2" fmla="*/ 1643380 h 1643379"/>
                  <a:gd name="connsiteX3" fmla="*/ 6450637 w 6450636"/>
                  <a:gd name="connsiteY3" fmla="*/ 0 h 16433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1643379">
                    <a:moveTo>
                      <a:pt x="6450637" y="0"/>
                    </a:moveTo>
                    <a:lnTo>
                      <a:pt x="0" y="451168"/>
                    </a:lnTo>
                    <a:lnTo>
                      <a:pt x="0" y="1643380"/>
                    </a:lnTo>
                    <a:lnTo>
                      <a:pt x="6450637" y="0"/>
                    </a:lnTo>
                    <a:close/>
                  </a:path>
                </a:pathLst>
              </a:custGeom>
              <a:gradFill>
                <a:gsLst>
                  <a:gs pos="29000">
                    <a:srgbClr val="FFA800"/>
                  </a:gs>
                  <a:gs pos="32000">
                    <a:srgbClr val="FFAA00"/>
                  </a:gs>
                  <a:gs pos="47000">
                    <a:srgbClr val="FFC600"/>
                  </a:gs>
                </a:gsLst>
                <a:lin ang="4680000" scaled="0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60A7A98F-0E34-A7AF-E782-F08D7FF1F13B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2345689"/>
              </a:xfrm>
              <a:custGeom>
                <a:avLst/>
                <a:gdLst>
                  <a:gd name="connsiteX0" fmla="*/ 6450637 w 6450636"/>
                  <a:gd name="connsiteY0" fmla="*/ 0 h 2345689"/>
                  <a:gd name="connsiteX1" fmla="*/ 0 w 6450636"/>
                  <a:gd name="connsiteY1" fmla="*/ 2151063 h 2345689"/>
                  <a:gd name="connsiteX2" fmla="*/ 0 w 6450636"/>
                  <a:gd name="connsiteY2" fmla="*/ 2345690 h 2345689"/>
                  <a:gd name="connsiteX3" fmla="*/ 6450637 w 6450636"/>
                  <a:gd name="connsiteY3" fmla="*/ 0 h 2345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2345689">
                    <a:moveTo>
                      <a:pt x="6450637" y="0"/>
                    </a:moveTo>
                    <a:lnTo>
                      <a:pt x="0" y="2151063"/>
                    </a:lnTo>
                    <a:lnTo>
                      <a:pt x="0" y="2345690"/>
                    </a:lnTo>
                    <a:lnTo>
                      <a:pt x="6450637" y="0"/>
                    </a:lnTo>
                    <a:close/>
                  </a:path>
                </a:pathLst>
              </a:custGeom>
              <a:solidFill>
                <a:srgbClr val="FF9A00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2FD81B5C-ADAE-7411-555D-0505B3DE4D7B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3051175"/>
              </a:xfrm>
              <a:custGeom>
                <a:avLst/>
                <a:gdLst>
                  <a:gd name="connsiteX0" fmla="*/ 6450637 w 6450636"/>
                  <a:gd name="connsiteY0" fmla="*/ 0 h 3051175"/>
                  <a:gd name="connsiteX1" fmla="*/ 0 w 6450636"/>
                  <a:gd name="connsiteY1" fmla="*/ 2345690 h 3051175"/>
                  <a:gd name="connsiteX2" fmla="*/ 0 w 6450636"/>
                  <a:gd name="connsiteY2" fmla="*/ 3051175 h 3051175"/>
                  <a:gd name="connsiteX3" fmla="*/ 6450637 w 6450636"/>
                  <a:gd name="connsiteY3" fmla="*/ 0 h 3051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3051175">
                    <a:moveTo>
                      <a:pt x="6450637" y="0"/>
                    </a:moveTo>
                    <a:lnTo>
                      <a:pt x="0" y="2345690"/>
                    </a:lnTo>
                    <a:lnTo>
                      <a:pt x="0" y="3051175"/>
                    </a:lnTo>
                    <a:lnTo>
                      <a:pt x="6450637" y="0"/>
                    </a:lnTo>
                    <a:close/>
                  </a:path>
                </a:pathLst>
              </a:custGeom>
              <a:gradFill>
                <a:gsLst>
                  <a:gs pos="47000">
                    <a:srgbClr val="C6EB00"/>
                  </a:gs>
                  <a:gs pos="11000">
                    <a:srgbClr val="C6EB00"/>
                  </a:gs>
                  <a:gs pos="69000">
                    <a:srgbClr val="FF9A00"/>
                  </a:gs>
                  <a:gs pos="56000">
                    <a:srgbClr val="FF9A00"/>
                  </a:gs>
                </a:gsLst>
                <a:lin ang="14820000" scaled="0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8682B139-C1F8-158B-26A6-E33053AD4946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2151062"/>
              </a:xfrm>
              <a:custGeom>
                <a:avLst/>
                <a:gdLst>
                  <a:gd name="connsiteX0" fmla="*/ 0 w 6450636"/>
                  <a:gd name="connsiteY0" fmla="*/ 2151063 h 2151062"/>
                  <a:gd name="connsiteX1" fmla="*/ 0 w 6450636"/>
                  <a:gd name="connsiteY1" fmla="*/ 1643380 h 2151062"/>
                  <a:gd name="connsiteX2" fmla="*/ 0 w 6450636"/>
                  <a:gd name="connsiteY2" fmla="*/ 1643380 h 2151062"/>
                  <a:gd name="connsiteX3" fmla="*/ 6450637 w 6450636"/>
                  <a:gd name="connsiteY3" fmla="*/ 0 h 2151062"/>
                  <a:gd name="connsiteX4" fmla="*/ 0 w 6450636"/>
                  <a:gd name="connsiteY4" fmla="*/ 2151063 h 2151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50636" h="2151062">
                    <a:moveTo>
                      <a:pt x="0" y="2151063"/>
                    </a:moveTo>
                    <a:lnTo>
                      <a:pt x="0" y="1643380"/>
                    </a:lnTo>
                    <a:lnTo>
                      <a:pt x="0" y="1643380"/>
                    </a:lnTo>
                    <a:lnTo>
                      <a:pt x="6450637" y="0"/>
                    </a:lnTo>
                    <a:lnTo>
                      <a:pt x="0" y="2151063"/>
                    </a:lnTo>
                    <a:close/>
                  </a:path>
                </a:pathLst>
              </a:custGeom>
              <a:solidFill>
                <a:srgbClr val="FDAF25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20EB8C2E-131D-A4F2-D42D-7B567FD86D78}"/>
                  </a:ext>
                </a:extLst>
              </p:cNvPr>
              <p:cNvSpPr/>
              <p:nvPr/>
            </p:nvSpPr>
            <p:spPr>
              <a:xfrm>
                <a:off x="9693279" y="0"/>
                <a:ext cx="2498720" cy="6858000"/>
              </a:xfrm>
              <a:custGeom>
                <a:avLst/>
                <a:gdLst>
                  <a:gd name="connsiteX0" fmla="*/ 0 w 2498720"/>
                  <a:gd name="connsiteY0" fmla="*/ 6858000 h 6858000"/>
                  <a:gd name="connsiteX1" fmla="*/ 2498721 w 2498720"/>
                  <a:gd name="connsiteY1" fmla="*/ 0 h 6858000"/>
                  <a:gd name="connsiteX2" fmla="*/ 849946 w 2498720"/>
                  <a:gd name="connsiteY2" fmla="*/ 6858000 h 6858000"/>
                  <a:gd name="connsiteX3" fmla="*/ 0 w 2498720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98720" h="6858000">
                    <a:moveTo>
                      <a:pt x="0" y="6858000"/>
                    </a:moveTo>
                    <a:lnTo>
                      <a:pt x="2498721" y="0"/>
                    </a:lnTo>
                    <a:lnTo>
                      <a:pt x="849946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rgbClr val="188EE1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D838B711-71CF-4731-94DD-1BB12FAD40B8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5757545"/>
              </a:xfrm>
              <a:custGeom>
                <a:avLst/>
                <a:gdLst>
                  <a:gd name="connsiteX0" fmla="*/ 0 w 6450636"/>
                  <a:gd name="connsiteY0" fmla="*/ 5757545 h 5757545"/>
                  <a:gd name="connsiteX1" fmla="*/ 6450637 w 6450636"/>
                  <a:gd name="connsiteY1" fmla="*/ 0 h 5757545"/>
                  <a:gd name="connsiteX2" fmla="*/ 0 w 6450636"/>
                  <a:gd name="connsiteY2" fmla="*/ 4032885 h 5757545"/>
                  <a:gd name="connsiteX3" fmla="*/ 0 w 6450636"/>
                  <a:gd name="connsiteY3" fmla="*/ 5757545 h 57575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5757545">
                    <a:moveTo>
                      <a:pt x="0" y="5757545"/>
                    </a:moveTo>
                    <a:lnTo>
                      <a:pt x="6450637" y="0"/>
                    </a:lnTo>
                    <a:lnTo>
                      <a:pt x="0" y="4032885"/>
                    </a:lnTo>
                    <a:lnTo>
                      <a:pt x="0" y="5757545"/>
                    </a:lnTo>
                    <a:close/>
                  </a:path>
                </a:pathLst>
              </a:custGeom>
              <a:gradFill>
                <a:gsLst>
                  <a:gs pos="0">
                    <a:srgbClr val="87D400"/>
                  </a:gs>
                  <a:gs pos="22000">
                    <a:srgbClr val="83D200"/>
                  </a:gs>
                  <a:gs pos="81000">
                    <a:srgbClr val="69CA00"/>
                  </a:gs>
                </a:gsLst>
                <a:lin ang="2023233" scaled="1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054713C2-66EF-6E19-8B86-8C2D726053F0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6858000"/>
              </a:xfrm>
              <a:custGeom>
                <a:avLst/>
                <a:gdLst>
                  <a:gd name="connsiteX0" fmla="*/ 955356 w 6450636"/>
                  <a:gd name="connsiteY0" fmla="*/ 6858000 h 6858000"/>
                  <a:gd name="connsiteX1" fmla="*/ 6450637 w 6450636"/>
                  <a:gd name="connsiteY1" fmla="*/ 0 h 6858000"/>
                  <a:gd name="connsiteX2" fmla="*/ 0 w 6450636"/>
                  <a:gd name="connsiteY2" fmla="*/ 5757545 h 6858000"/>
                  <a:gd name="connsiteX3" fmla="*/ 0 w 6450636"/>
                  <a:gd name="connsiteY3" fmla="*/ 6858000 h 6858000"/>
                  <a:gd name="connsiteX4" fmla="*/ 955356 w 6450636"/>
                  <a:gd name="connsiteY4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50636" h="6858000">
                    <a:moveTo>
                      <a:pt x="955356" y="6858000"/>
                    </a:moveTo>
                    <a:lnTo>
                      <a:pt x="6450637" y="0"/>
                    </a:lnTo>
                    <a:lnTo>
                      <a:pt x="0" y="5757545"/>
                    </a:lnTo>
                    <a:lnTo>
                      <a:pt x="0" y="6858000"/>
                    </a:lnTo>
                    <a:lnTo>
                      <a:pt x="955356" y="6858000"/>
                    </a:lnTo>
                    <a:close/>
                  </a:path>
                </a:pathLst>
              </a:custGeom>
              <a:gradFill>
                <a:gsLst>
                  <a:gs pos="48000">
                    <a:srgbClr val="C6EB00"/>
                  </a:gs>
                  <a:gs pos="59000">
                    <a:srgbClr val="6BCA23"/>
                  </a:gs>
                  <a:gs pos="90000">
                    <a:srgbClr val="09A74A"/>
                  </a:gs>
                </a:gsLst>
                <a:lin ang="13670947" scaled="1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96142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DA28DB-65F2-4DB0-0C58-B4F4081D094E}"/>
              </a:ext>
            </a:extLst>
          </p:cNvPr>
          <p:cNvSpPr/>
          <p:nvPr userDrawn="1"/>
        </p:nvSpPr>
        <p:spPr>
          <a:xfrm>
            <a:off x="0" y="0"/>
            <a:ext cx="5749636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218CD4-45FF-0363-DBBA-8A93B3364196}"/>
              </a:ext>
            </a:extLst>
          </p:cNvPr>
          <p:cNvSpPr/>
          <p:nvPr userDrawn="1"/>
        </p:nvSpPr>
        <p:spPr>
          <a:xfrm>
            <a:off x="5749636" y="0"/>
            <a:ext cx="6442364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1B927F5D-4721-0803-59FF-213A55372D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486750"/>
            <a:ext cx="752219" cy="4838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2400" b="0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02</a:t>
            </a:r>
          </a:p>
        </p:txBody>
      </p:sp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3617F25B-C3B5-1DAC-669D-F0AAE4EADCF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49636" y="0"/>
            <a:ext cx="6442364" cy="6858000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F2F2590-8080-7A0A-2EDC-896BD896BD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2" y="1828800"/>
            <a:ext cx="4230687" cy="2374900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36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Section divider header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B637A51-3E92-0DE4-3715-E6129025CD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9412" y="4504637"/>
            <a:ext cx="4230687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Secondary header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75AE513-F025-3E23-FBCB-AD34DB5AA7E0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 dirty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Internal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27F9690-CB6B-6CBA-C6A2-7915CE6FEF25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508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99B762FB-EC77-2CB7-44E6-7F109E56A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6777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1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Title of slide goes here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DECCA3C-D0CD-3DAC-72B9-289377CBB6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1157715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9DF2FD-8939-B595-5D9D-F404E5575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1150938"/>
            <a:ext cx="11433175" cy="47815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403CA76-C645-B9AC-7B46-CD595E660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6777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Title of slide goes here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6182BEF-2AF4-4343-1BA4-64A2C8E1A6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3190110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x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9DF2FD-8939-B595-5D9D-F404E5575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1150938"/>
            <a:ext cx="5513653" cy="47815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25E3DC5B-DB8B-F580-C6F7-C94D37812C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88894" y="1150938"/>
            <a:ext cx="5513653" cy="47815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403CA76-C645-B9AC-7B46-CD595E660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6777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Title of slide goes here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6182BEF-2AF4-4343-1BA4-64A2C8E1A6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3594651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0F1C6B1E-C608-FC8D-A582-DC3E562834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806825"/>
            <a:ext cx="11432485" cy="44644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Second line subtitle of slide goes here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F7DBDFB-B1CE-5E8E-F55C-5F56AF0CE3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First line title of slide goes here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6D04279-28E6-3CA1-3456-666F8629C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2088226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9DF2FD-8939-B595-5D9D-F404E5575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1405218"/>
            <a:ext cx="11433175" cy="45272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403CA76-C645-B9AC-7B46-CD595E660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Title of slide goes here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A751461-EDE6-6A69-28E3-7DE3B1F289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806825"/>
            <a:ext cx="11432485" cy="44644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Second line subtitle of slide goes here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951A046-90B1-093D-5147-C0959CBAD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2917848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 + 2x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0403CA76-C645-B9AC-7B46-CD595E660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Title of slide goes here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A751461-EDE6-6A69-28E3-7DE3B1F289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806825"/>
            <a:ext cx="11432485" cy="44644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Second line subtitle of slide goes here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951A046-90B1-093D-5147-C0959CBAD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BF11EB8-7A1F-80B9-D1A1-0AC5F98473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9413" y="1405218"/>
            <a:ext cx="5513653" cy="45272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962A772-2113-8339-BB9E-94B3A2D1B6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88894" y="1405218"/>
            <a:ext cx="5513653" cy="45272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00489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9A005E92-D3AC-C136-D88B-4E4CAFF299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126503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78025A-AB06-6766-72ED-7AB54A2FC637}"/>
              </a:ext>
            </a:extLst>
          </p:cNvPr>
          <p:cNvSpPr/>
          <p:nvPr userDrawn="1"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2A42E699-C892-2CB8-E3D4-0CE9521EA92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FontTx/>
              <a:buNone/>
              <a:defRPr sz="13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4195DF01-9D0D-7532-1195-7E763F0CDE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1734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Navigation Section</a:t>
            </a: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A2CF2C2A-6861-B755-0D80-9B629CD0F7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3204" y="1786952"/>
            <a:ext cx="5040860" cy="483934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A3FDDD5-8639-18E9-8B3B-8437AADE25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96543" y="2667156"/>
            <a:ext cx="5066587" cy="30382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FontTx/>
              <a:buNone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171450" indent="0">
              <a:lnSpc>
                <a:spcPct val="110000"/>
              </a:lnSpc>
              <a:spcBef>
                <a:spcPts val="1200"/>
              </a:spcBef>
              <a:buFontTx/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10000"/>
              </a:lnSpc>
              <a:spcBef>
                <a:spcPts val="1200"/>
              </a:spcBef>
              <a:buFontTx/>
              <a:buNone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15937" indent="0">
              <a:lnSpc>
                <a:spcPct val="110000"/>
              </a:lnSpc>
              <a:spcBef>
                <a:spcPts val="1200"/>
              </a:spcBef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688975" indent="0">
              <a:lnSpc>
                <a:spcPct val="110000"/>
              </a:lnSpc>
              <a:spcBef>
                <a:spcPts val="1200"/>
              </a:spcBef>
              <a:buFontTx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r>
              <a:rPr lang="en-US" dirty="0"/>
              <a:t>First line item here</a:t>
            </a:r>
          </a:p>
          <a:p>
            <a:r>
              <a:rPr lang="en-US" dirty="0"/>
              <a:t>Second line item here</a:t>
            </a:r>
          </a:p>
          <a:p>
            <a:r>
              <a:rPr lang="en-US" dirty="0"/>
              <a:t>Third line item here</a:t>
            </a:r>
          </a:p>
          <a:p>
            <a:r>
              <a:rPr lang="en-US" dirty="0"/>
              <a:t>Fourth line item here</a:t>
            </a:r>
          </a:p>
          <a:p>
            <a:r>
              <a:rPr lang="en-US" dirty="0"/>
              <a:t>Fifth line item here</a:t>
            </a:r>
          </a:p>
          <a:p>
            <a:r>
              <a:rPr lang="en-US" dirty="0"/>
              <a:t>Sixth line item here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BB48F6D-14A5-635A-DC4D-89D0AA382D13}"/>
              </a:ext>
            </a:extLst>
          </p:cNvPr>
          <p:cNvSpPr txBox="1">
            <a:spLocks/>
          </p:cNvSpPr>
          <p:nvPr userDrawn="1"/>
        </p:nvSpPr>
        <p:spPr>
          <a:xfrm>
            <a:off x="6917179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 dirty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Internal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1F97677-1386-DB8B-8AD4-E3A78A867485}"/>
              </a:ext>
            </a:extLst>
          </p:cNvPr>
          <p:cNvSpPr txBox="1">
            <a:spLocks/>
          </p:cNvSpPr>
          <p:nvPr userDrawn="1"/>
        </p:nvSpPr>
        <p:spPr>
          <a:xfrm>
            <a:off x="6696543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99FA02D-A203-27C1-0EC4-1A02C504CC4F}"/>
              </a:ext>
            </a:extLst>
          </p:cNvPr>
          <p:cNvSpPr/>
          <p:nvPr userDrawn="1"/>
        </p:nvSpPr>
        <p:spPr>
          <a:xfrm rot="5400000" flipH="1">
            <a:off x="9191467" y="-51409"/>
            <a:ext cx="47869" cy="504086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50000">
                <a:schemeClr val="accent3"/>
              </a:gs>
              <a:gs pos="85000">
                <a:schemeClr val="accent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6240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D6F25606-0761-3C29-5D82-41070C98E9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Title of slide goes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8246F63-DBF7-BA9E-DE09-BB511C2FF5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1330" y="2099144"/>
            <a:ext cx="3524856" cy="38333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00000"/>
              </a:lnSpc>
              <a:spcBef>
                <a:spcPts val="1200"/>
              </a:spcBef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6102E59-0FA0-7A60-BB45-BEB114BAD5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9410" y="1121135"/>
            <a:ext cx="3748695" cy="707666"/>
          </a:xfrm>
          <a:prstGeom prst="rect">
            <a:avLst/>
          </a:prstGeom>
          <a:solidFill>
            <a:srgbClr val="E9E9E9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Add heading here</a:t>
            </a:r>
            <a:br>
              <a:rPr lang="en-US" dirty="0"/>
            </a:br>
            <a:r>
              <a:rPr lang="en-US" dirty="0"/>
              <a:t>+ choose a color fill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F3BE122-47AE-F619-8C18-8F09842C51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19890" y="1121135"/>
            <a:ext cx="3748695" cy="707666"/>
          </a:xfrm>
          <a:prstGeom prst="rect">
            <a:avLst/>
          </a:prstGeom>
          <a:solidFill>
            <a:srgbClr val="E9E9E9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Add heading here</a:t>
            </a:r>
            <a:br>
              <a:rPr lang="en-US" dirty="0"/>
            </a:br>
            <a:r>
              <a:rPr lang="en-US" dirty="0"/>
              <a:t>+ choose a color fill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A4932F7-4E15-7A95-6A37-BE437ADFA3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60369" y="1121135"/>
            <a:ext cx="3751526" cy="707666"/>
          </a:xfrm>
          <a:prstGeom prst="rect">
            <a:avLst/>
          </a:prstGeom>
          <a:solidFill>
            <a:srgbClr val="E9E9E9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Add heading here</a:t>
            </a:r>
            <a:br>
              <a:rPr lang="en-US" dirty="0"/>
            </a:br>
            <a:r>
              <a:rPr lang="en-US" dirty="0"/>
              <a:t>+ choose a color fill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67183DBA-C322-F521-0FEA-D0705826F7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40178" y="2099144"/>
            <a:ext cx="3524856" cy="38333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00000"/>
              </a:lnSpc>
              <a:spcBef>
                <a:spcPts val="1200"/>
              </a:spcBef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6454434-B42A-EA15-7566-94C00AAC2CF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71097" y="2099144"/>
            <a:ext cx="3524856" cy="38333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00000"/>
              </a:lnSpc>
              <a:spcBef>
                <a:spcPts val="1200"/>
              </a:spcBef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FE935B81-FE27-A4F0-CCF1-3C60749CB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15560153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D6F25606-0761-3C29-5D82-41070C98E9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Title of slide goes here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FE935B81-FE27-A4F0-CCF1-3C60749CB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74848F8-E106-DDD2-2B4E-1E83F71E40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0882" y="5288507"/>
            <a:ext cx="5571014" cy="6439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00000"/>
              </a:lnSpc>
              <a:spcBef>
                <a:spcPts val="1200"/>
              </a:spcBef>
              <a:buNone/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FB6DB77-125E-F4A2-A6C8-9D929889E9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40882" y="1121135"/>
            <a:ext cx="5571014" cy="441534"/>
          </a:xfrm>
          <a:prstGeom prst="rect">
            <a:avLst/>
          </a:prstGeom>
          <a:noFill/>
        </p:spPr>
        <p:txBody>
          <a:bodyPr lIns="91440" tIns="91440" rIns="91440" bIns="9144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Add Chart title here</a:t>
            </a:r>
          </a:p>
        </p:txBody>
      </p:sp>
      <p:sp>
        <p:nvSpPr>
          <p:cNvPr id="12" name="Chart Placeholder 6">
            <a:extLst>
              <a:ext uri="{FF2B5EF4-FFF2-40B4-BE49-F238E27FC236}">
                <a16:creationId xmlns:a16="http://schemas.microsoft.com/office/drawing/2014/main" id="{47E510F8-1884-7FDB-123C-B6CCC93CB216}"/>
              </a:ext>
            </a:extLst>
          </p:cNvPr>
          <p:cNvSpPr>
            <a:spLocks noGrp="1"/>
          </p:cNvSpPr>
          <p:nvPr>
            <p:ph type="chart" sz="quarter" idx="23" hasCustomPrompt="1"/>
          </p:nvPr>
        </p:nvSpPr>
        <p:spPr>
          <a:xfrm>
            <a:off x="6241152" y="1828801"/>
            <a:ext cx="5570744" cy="3173104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00"/>
            </a:lvl1pPr>
          </a:lstStyle>
          <a:p>
            <a:r>
              <a:rPr lang="en-US" dirty="0"/>
              <a:t>Click to add chart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681EBB6-02C5-DD23-3611-D1D30645F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9413" y="1562669"/>
            <a:ext cx="5513653" cy="436981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2692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D6F25606-0761-3C29-5D82-41070C98E9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Title of slide goes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8246F63-DBF7-BA9E-DE09-BB511C2FF5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2" y="5288507"/>
            <a:ext cx="5571014" cy="6439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00000"/>
              </a:lnSpc>
              <a:spcBef>
                <a:spcPts val="1200"/>
              </a:spcBef>
              <a:buNone/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6102E59-0FA0-7A60-BB45-BEB114BAD5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9412" y="1121135"/>
            <a:ext cx="5571014" cy="441534"/>
          </a:xfrm>
          <a:prstGeom prst="rect">
            <a:avLst/>
          </a:prstGeom>
          <a:noFill/>
        </p:spPr>
        <p:txBody>
          <a:bodyPr lIns="91440" tIns="91440" rIns="91440" bIns="9144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Add Chart title here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FE935B81-FE27-A4F0-CCF1-3C60749CB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2BCE720A-1CBF-7914-8A98-19F701E5075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379413" y="1828801"/>
            <a:ext cx="5570744" cy="3173104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00"/>
            </a:lvl1pPr>
          </a:lstStyle>
          <a:p>
            <a:r>
              <a:rPr lang="en-US" dirty="0"/>
              <a:t>Click to add chart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74848F8-E106-DDD2-2B4E-1E83F71E40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0882" y="5288507"/>
            <a:ext cx="5571014" cy="6439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00000"/>
              </a:lnSpc>
              <a:spcBef>
                <a:spcPts val="1200"/>
              </a:spcBef>
              <a:buNone/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FB6DB77-125E-F4A2-A6C8-9D929889E9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40882" y="1121135"/>
            <a:ext cx="5571014" cy="441534"/>
          </a:xfrm>
          <a:prstGeom prst="rect">
            <a:avLst/>
          </a:prstGeom>
          <a:noFill/>
        </p:spPr>
        <p:txBody>
          <a:bodyPr lIns="91440" tIns="91440" rIns="91440" bIns="9144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Add Chart title here</a:t>
            </a:r>
          </a:p>
        </p:txBody>
      </p:sp>
      <p:sp>
        <p:nvSpPr>
          <p:cNvPr id="12" name="Chart Placeholder 6">
            <a:extLst>
              <a:ext uri="{FF2B5EF4-FFF2-40B4-BE49-F238E27FC236}">
                <a16:creationId xmlns:a16="http://schemas.microsoft.com/office/drawing/2014/main" id="{47E510F8-1884-7FDB-123C-B6CCC93CB216}"/>
              </a:ext>
            </a:extLst>
          </p:cNvPr>
          <p:cNvSpPr>
            <a:spLocks noGrp="1"/>
          </p:cNvSpPr>
          <p:nvPr>
            <p:ph type="chart" sz="quarter" idx="23" hasCustomPrompt="1"/>
          </p:nvPr>
        </p:nvSpPr>
        <p:spPr>
          <a:xfrm>
            <a:off x="6241152" y="1828801"/>
            <a:ext cx="5570744" cy="3173104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00"/>
            </a:lvl1pPr>
          </a:lstStyle>
          <a:p>
            <a:r>
              <a:rPr lang="en-US" dirty="0"/>
              <a:t>Click to add chart</a:t>
            </a:r>
          </a:p>
        </p:txBody>
      </p:sp>
    </p:spTree>
    <p:extLst>
      <p:ext uri="{BB962C8B-B14F-4D97-AF65-F5344CB8AC3E}">
        <p14:creationId xmlns:p14="http://schemas.microsoft.com/office/powerpoint/2010/main" val="3874066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D6F25606-0761-3C29-5D82-41070C98E9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Title of slide goes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8246F63-DBF7-BA9E-DE09-BB511C2FF5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14283" y="5213445"/>
            <a:ext cx="9481095" cy="6439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00000"/>
              </a:lnSpc>
              <a:spcBef>
                <a:spcPts val="1200"/>
              </a:spcBef>
              <a:buNone/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6102E59-0FA0-7A60-BB45-BEB114BAD5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14283" y="1046073"/>
            <a:ext cx="9481095" cy="441534"/>
          </a:xfrm>
          <a:prstGeom prst="rect">
            <a:avLst/>
          </a:prstGeom>
          <a:noFill/>
        </p:spPr>
        <p:txBody>
          <a:bodyPr lIns="91440" tIns="91440" rIns="91440" bIns="9144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Add Chart title here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FE935B81-FE27-A4F0-CCF1-3C60749CB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2BCE720A-1CBF-7914-8A98-19F701E5075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1314284" y="1753739"/>
            <a:ext cx="9480635" cy="3173104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00"/>
            </a:lvl1pPr>
          </a:lstStyle>
          <a:p>
            <a:r>
              <a:rPr lang="en-US" dirty="0"/>
              <a:t>Click to add chart</a:t>
            </a:r>
          </a:p>
        </p:txBody>
      </p:sp>
    </p:spTree>
    <p:extLst>
      <p:ext uri="{BB962C8B-B14F-4D97-AF65-F5344CB8AC3E}">
        <p14:creationId xmlns:p14="http://schemas.microsoft.com/office/powerpoint/2010/main" val="3822002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4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3483E2-ADB0-033C-1F39-22DCD3B522CC}"/>
              </a:ext>
            </a:extLst>
          </p:cNvPr>
          <p:cNvSpPr/>
          <p:nvPr userDrawn="1"/>
        </p:nvSpPr>
        <p:spPr>
          <a:xfrm>
            <a:off x="5751676" y="0"/>
            <a:ext cx="6440324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3B3E693C-3D79-A935-FDC8-22E5D73369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Navigation Section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0AF2B029-0503-D969-EAF9-C0904EE5AD5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Secondary heading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202CEB-949E-C60C-92EC-3436B6B3CC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995686"/>
            <a:ext cx="5040860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endParaRPr lang="en-US" dirty="0"/>
          </a:p>
          <a:p>
            <a:pPr lvl="0"/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architect</a:t>
            </a:r>
          </a:p>
          <a:p>
            <a:pPr lvl="0"/>
            <a:r>
              <a:rPr lang="en-US" dirty="0"/>
              <a:t>To beatae vitae dicta sunt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3840FC0F-30D3-1A2E-0070-82896F2B890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749925" y="0"/>
            <a:ext cx="3219326" cy="3429000"/>
          </a:xfrm>
          <a:prstGeom prst="rect">
            <a:avLst/>
          </a:prstGeom>
          <a:solidFill>
            <a:srgbClr val="EAEAEA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19" name="Picture Placeholder 13">
            <a:extLst>
              <a:ext uri="{FF2B5EF4-FFF2-40B4-BE49-F238E27FC236}">
                <a16:creationId xmlns:a16="http://schemas.microsoft.com/office/drawing/2014/main" id="{5C81A9FE-8AC2-A3C2-BCBA-74E635BCD7E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749925" y="3429000"/>
            <a:ext cx="3219326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72EABCE6-311A-F405-61EF-5A43EFCC952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972674" y="0"/>
            <a:ext cx="3219326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98A9427A-B40D-7B18-7F44-ACC05CB6917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972674" y="3429000"/>
            <a:ext cx="3219326" cy="3429000"/>
          </a:xfrm>
          <a:prstGeom prst="rect">
            <a:avLst/>
          </a:prstGeom>
          <a:solidFill>
            <a:srgbClr val="EAEAEA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9B9CC07D-4BCD-9854-9272-3F05092B40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3" y="1682705"/>
            <a:ext cx="5059927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28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pPr lvl="0"/>
            <a:r>
              <a:rPr lang="en-GB" dirty="0"/>
              <a:t>Slide title goes here over multiple lines if required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E2F10693-95DC-E116-617D-95CC760592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3239642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3042074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6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49E84B-D332-9A0D-4A0F-80351E5EC134}"/>
              </a:ext>
            </a:extLst>
          </p:cNvPr>
          <p:cNvSpPr/>
          <p:nvPr userDrawn="1"/>
        </p:nvSpPr>
        <p:spPr>
          <a:xfrm>
            <a:off x="0" y="0"/>
            <a:ext cx="3476625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202CEB-949E-C60C-92EC-3436B6B3CC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3862461"/>
            <a:ext cx="2754312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accusantik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CA76F56-7A82-9F16-E1F1-8C70941073C6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 dirty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Internal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3F34DD4-6C38-2829-50C7-D2C3FD7BF85A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Picture Placeholder 13">
            <a:extLst>
              <a:ext uri="{FF2B5EF4-FFF2-40B4-BE49-F238E27FC236}">
                <a16:creationId xmlns:a16="http://schemas.microsoft.com/office/drawing/2014/main" id="{91347789-91DD-8BAB-C965-15B9AD23802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476626" y="3428999"/>
            <a:ext cx="2903970" cy="34290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71126BC0-ACDB-A63C-30FF-060BBADFC2A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382905" y="3428999"/>
            <a:ext cx="2903970" cy="3429002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BB5538B8-D304-A6FE-E229-6BA4E24C2CC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288030" y="3428999"/>
            <a:ext cx="2903970" cy="34290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66E0F71D-367D-EF12-86F9-A9181132A97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476626" y="1"/>
            <a:ext cx="2903970" cy="3429002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1BA72DF4-89E9-84A2-C2CB-42ACD6DB794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382905" y="1"/>
            <a:ext cx="2903970" cy="3429002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49" name="Picture Placeholder 13">
            <a:extLst>
              <a:ext uri="{FF2B5EF4-FFF2-40B4-BE49-F238E27FC236}">
                <a16:creationId xmlns:a16="http://schemas.microsoft.com/office/drawing/2014/main" id="{81113856-26A5-94C8-0833-80FD9616F2D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288030" y="1"/>
            <a:ext cx="2903970" cy="3429002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10F94516-D36C-2727-50A5-CF74F2E8E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605035"/>
            <a:ext cx="2735891" cy="2108579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500" b="0"/>
            </a:lvl1pPr>
          </a:lstStyle>
          <a:p>
            <a:r>
              <a:rPr lang="en-US" dirty="0"/>
              <a:t>Slide title here over multiple lines if required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661897CC-AACF-2829-F832-0A49122D14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27620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Navigation Section</a:t>
            </a:r>
          </a:p>
        </p:txBody>
      </p:sp>
    </p:spTree>
    <p:extLst>
      <p:ext uri="{BB962C8B-B14F-4D97-AF65-F5344CB8AC3E}">
        <p14:creationId xmlns:p14="http://schemas.microsoft.com/office/powerpoint/2010/main" val="122880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49E84B-D332-9A0D-4A0F-80351E5EC134}"/>
              </a:ext>
            </a:extLst>
          </p:cNvPr>
          <p:cNvSpPr/>
          <p:nvPr userDrawn="1"/>
        </p:nvSpPr>
        <p:spPr>
          <a:xfrm>
            <a:off x="0" y="0"/>
            <a:ext cx="3476625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202CEB-949E-C60C-92EC-3436B6B3CC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3862461"/>
            <a:ext cx="2754312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accusantik</a:t>
            </a:r>
            <a:endParaRPr lang="en-US" dirty="0"/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3840FC0F-30D3-1A2E-0070-82896F2B890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476625" y="0"/>
            <a:ext cx="8715374" cy="6858000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CA76F56-7A82-9F16-E1F1-8C70941073C6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 dirty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Internal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3F34DD4-6C38-2829-50C7-D2C3FD7BF85A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2DF415B5-BC03-D284-0472-96078327D7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605035"/>
            <a:ext cx="2735891" cy="2108579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500" b="0"/>
            </a:lvl1pPr>
          </a:lstStyle>
          <a:p>
            <a:r>
              <a:rPr lang="en-US" dirty="0"/>
              <a:t>Slide title here over multiple lines if required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61A6108F-688D-00CE-1F0C-96CC714BBE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27620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Navigation Section</a:t>
            </a:r>
          </a:p>
        </p:txBody>
      </p:sp>
    </p:spTree>
    <p:extLst>
      <p:ext uri="{BB962C8B-B14F-4D97-AF65-F5344CB8AC3E}">
        <p14:creationId xmlns:p14="http://schemas.microsoft.com/office/powerpoint/2010/main" val="679728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Dark +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49E84B-D332-9A0D-4A0F-80351E5EC134}"/>
              </a:ext>
            </a:extLst>
          </p:cNvPr>
          <p:cNvSpPr/>
          <p:nvPr userDrawn="1"/>
        </p:nvSpPr>
        <p:spPr>
          <a:xfrm>
            <a:off x="0" y="0"/>
            <a:ext cx="34766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202CEB-949E-C60C-92EC-3436B6B3CC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3862461"/>
            <a:ext cx="2754312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accusantik</a:t>
            </a:r>
            <a:endParaRPr lang="en-US" dirty="0"/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3840FC0F-30D3-1A2E-0070-82896F2B890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476625" y="0"/>
            <a:ext cx="8715374" cy="6858000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CA76F56-7A82-9F16-E1F1-8C70941073C6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 dirty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Internal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3F34DD4-6C38-2829-50C7-D2C3FD7BF85A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2DF415B5-BC03-D284-0472-96078327D7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605035"/>
            <a:ext cx="2735891" cy="2108579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5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 here over multiple lines if required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61A6108F-688D-00CE-1F0C-96CC714BBE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27620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Navigation Section</a:t>
            </a:r>
          </a:p>
        </p:txBody>
      </p:sp>
    </p:spTree>
    <p:extLst>
      <p:ext uri="{BB962C8B-B14F-4D97-AF65-F5344CB8AC3E}">
        <p14:creationId xmlns:p14="http://schemas.microsoft.com/office/powerpoint/2010/main" val="351239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eft +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2D6636-D6A0-C337-4A05-2425732FF2B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D387F8D-8C3F-FF40-223D-B4A1BC7AD22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8D833D0-D1EA-0453-7C67-5B1CE3BAD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Navigation Section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9264E6B0-F9AE-B1F9-93AC-8A519A4A5E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Secondary heading goes here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D516C67-2149-579A-F47C-55BEB51847A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03440" y="3522192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 err="1"/>
              <a:t>Inctur</a:t>
            </a:r>
            <a:r>
              <a:rPr lang="en-US" dirty="0"/>
              <a:t>? </a:t>
            </a:r>
            <a:r>
              <a:rPr lang="en-US" dirty="0" err="1"/>
              <a:t>Otatur</a:t>
            </a:r>
            <a:r>
              <a:rPr lang="en-US" dirty="0"/>
              <a:t> </a:t>
            </a:r>
            <a:r>
              <a:rPr lang="en-US" dirty="0" err="1"/>
              <a:t>sendes</a:t>
            </a:r>
            <a:r>
              <a:rPr lang="en-US" dirty="0"/>
              <a:t> </a:t>
            </a:r>
            <a:r>
              <a:rPr lang="en-US" dirty="0" err="1"/>
              <a:t>sinctestest</a:t>
            </a:r>
            <a:r>
              <a:rPr lang="en-US" dirty="0"/>
              <a:t> et ex et </a:t>
            </a:r>
            <a:r>
              <a:rPr lang="en-US" dirty="0" err="1"/>
              <a:t>vollab</a:t>
            </a:r>
            <a:r>
              <a:rPr lang="en-US" dirty="0"/>
              <a:t> is del id </a:t>
            </a:r>
            <a:r>
              <a:rPr lang="en-US" dirty="0" err="1"/>
              <a:t>quaecust</a:t>
            </a:r>
            <a:r>
              <a:rPr lang="en-US" dirty="0"/>
              <a:t>, </a:t>
            </a:r>
            <a:r>
              <a:rPr lang="en-US" dirty="0" err="1"/>
              <a:t>inctemquam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Ne </a:t>
            </a:r>
            <a:r>
              <a:rPr lang="en-US" dirty="0" err="1"/>
              <a:t>pror</a:t>
            </a:r>
            <a:r>
              <a:rPr lang="en-US" dirty="0"/>
              <a:t> </a:t>
            </a:r>
            <a:r>
              <a:rPr lang="en-US" dirty="0" err="1"/>
              <a:t>arcia</a:t>
            </a:r>
            <a:r>
              <a:rPr lang="en-US" dirty="0"/>
              <a:t> nus </a:t>
            </a:r>
            <a:r>
              <a:rPr lang="en-US" dirty="0" err="1"/>
              <a:t>diti</a:t>
            </a:r>
            <a:endParaRPr lang="en-US" dirty="0"/>
          </a:p>
          <a:p>
            <a:pPr lvl="0"/>
            <a:r>
              <a:rPr lang="en-US" dirty="0"/>
              <a:t>Sones que </a:t>
            </a:r>
            <a:r>
              <a:rPr lang="en-US" dirty="0" err="1"/>
              <a:t>voloribus</a:t>
            </a:r>
            <a:r>
              <a:rPr lang="en-US" dirty="0"/>
              <a:t>, </a:t>
            </a:r>
            <a:r>
              <a:rPr lang="en-US" dirty="0" err="1"/>
              <a:t>sitati</a:t>
            </a:r>
            <a:r>
              <a:rPr lang="en-US" dirty="0"/>
              <a:t> </a:t>
            </a:r>
            <a:r>
              <a:rPr lang="en-US" dirty="0" err="1"/>
              <a:t>nimet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unt</a:t>
            </a:r>
            <a:r>
              <a:rPr lang="en-US" dirty="0"/>
              <a:t> </a:t>
            </a:r>
            <a:r>
              <a:rPr lang="en-US" dirty="0" err="1"/>
              <a:t>aris</a:t>
            </a:r>
            <a:r>
              <a:rPr lang="en-US" dirty="0"/>
              <a:t> </a:t>
            </a:r>
            <a:r>
              <a:rPr lang="en-US" dirty="0" err="1"/>
              <a:t>corest</a:t>
            </a:r>
            <a:endParaRPr lang="en-US" dirty="0"/>
          </a:p>
          <a:p>
            <a:pPr lvl="0"/>
            <a:r>
              <a:rPr lang="en-US" dirty="0" err="1"/>
              <a:t>Explaborit</a:t>
            </a:r>
            <a:r>
              <a:rPr lang="en-US" dirty="0"/>
              <a:t> </a:t>
            </a:r>
            <a:r>
              <a:rPr lang="en-US" dirty="0" err="1"/>
              <a:t>labo</a:t>
            </a:r>
            <a:r>
              <a:rPr lang="en-US" dirty="0"/>
              <a:t>. </a:t>
            </a:r>
            <a:r>
              <a:rPr lang="en-US" dirty="0" err="1"/>
              <a:t>Bor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offic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re </a:t>
            </a:r>
            <a:r>
              <a:rPr lang="en-US" dirty="0" err="1"/>
              <a:t>repratatem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il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vollaut</a:t>
            </a:r>
            <a:r>
              <a:rPr lang="en-US" dirty="0"/>
              <a:t> </a:t>
            </a:r>
            <a:r>
              <a:rPr lang="en-US" dirty="0" err="1"/>
              <a:t>volupta</a:t>
            </a:r>
            <a:endParaRPr lang="en-US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1A826A35-5634-6413-36C2-AEB0FFCA23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03439" y="1605035"/>
            <a:ext cx="5040860" cy="1461431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Slide title goes </a:t>
            </a:r>
            <a:br>
              <a:rPr lang="en-US" dirty="0"/>
            </a:br>
            <a:r>
              <a:rPr lang="en-US" dirty="0"/>
              <a:t>here over multiple</a:t>
            </a:r>
            <a:br>
              <a:rPr lang="en-US" dirty="0"/>
            </a:br>
            <a:r>
              <a:rPr lang="en-US" dirty="0"/>
              <a:t>lines if required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A5B9995-81AD-8AA9-683A-78DBE91BF8D1}"/>
              </a:ext>
            </a:extLst>
          </p:cNvPr>
          <p:cNvSpPr txBox="1">
            <a:spLocks/>
          </p:cNvSpPr>
          <p:nvPr userDrawn="1"/>
        </p:nvSpPr>
        <p:spPr>
          <a:xfrm>
            <a:off x="6724075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 dirty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Internal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CDFBD57-209D-51C7-4616-FF4C6F00C443}"/>
              </a:ext>
            </a:extLst>
          </p:cNvPr>
          <p:cNvSpPr txBox="1">
            <a:spLocks/>
          </p:cNvSpPr>
          <p:nvPr userDrawn="1"/>
        </p:nvSpPr>
        <p:spPr>
          <a:xfrm>
            <a:off x="6503439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270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9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right + 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FF3C8D76-C793-E670-BDE5-146FB59F9F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3239642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B93ABC-DF5B-7122-E497-8DAC3BDA3DFA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D387F8D-8C3F-FF40-223D-B4A1BC7AD22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B3237A92-0813-4C72-03F2-E999D7F7C3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15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Navigation Section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A93FC714-6301-1455-CB53-C2884948376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Secondary heading goes here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EF90636A-148D-D1E5-3FF5-12C46A7F7B6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8" y="3431023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 err="1"/>
              <a:t>Inctur</a:t>
            </a:r>
            <a:r>
              <a:rPr lang="en-US" dirty="0"/>
              <a:t>? </a:t>
            </a:r>
            <a:r>
              <a:rPr lang="en-US" dirty="0" err="1"/>
              <a:t>Otatur</a:t>
            </a:r>
            <a:r>
              <a:rPr lang="en-US" dirty="0"/>
              <a:t> </a:t>
            </a:r>
            <a:r>
              <a:rPr lang="en-US" dirty="0" err="1"/>
              <a:t>sendes</a:t>
            </a:r>
            <a:r>
              <a:rPr lang="en-US" dirty="0"/>
              <a:t> </a:t>
            </a:r>
            <a:r>
              <a:rPr lang="en-US" dirty="0" err="1"/>
              <a:t>sinctestest</a:t>
            </a:r>
            <a:r>
              <a:rPr lang="en-US" dirty="0"/>
              <a:t> et ex et </a:t>
            </a:r>
            <a:r>
              <a:rPr lang="en-US" dirty="0" err="1"/>
              <a:t>vollab</a:t>
            </a:r>
            <a:r>
              <a:rPr lang="en-US" dirty="0"/>
              <a:t> is del id </a:t>
            </a:r>
            <a:r>
              <a:rPr lang="en-US" dirty="0" err="1"/>
              <a:t>quaecust</a:t>
            </a:r>
            <a:r>
              <a:rPr lang="en-US" dirty="0"/>
              <a:t>, </a:t>
            </a:r>
            <a:r>
              <a:rPr lang="en-US" dirty="0" err="1"/>
              <a:t>inctemquam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Ne </a:t>
            </a:r>
            <a:r>
              <a:rPr lang="en-US" dirty="0" err="1"/>
              <a:t>pror</a:t>
            </a:r>
            <a:r>
              <a:rPr lang="en-US" dirty="0"/>
              <a:t> </a:t>
            </a:r>
            <a:r>
              <a:rPr lang="en-US" dirty="0" err="1"/>
              <a:t>arcia</a:t>
            </a:r>
            <a:r>
              <a:rPr lang="en-US" dirty="0"/>
              <a:t> nus </a:t>
            </a:r>
            <a:r>
              <a:rPr lang="en-US" dirty="0" err="1"/>
              <a:t>diti</a:t>
            </a:r>
            <a:endParaRPr lang="en-US" dirty="0"/>
          </a:p>
          <a:p>
            <a:pPr lvl="0"/>
            <a:r>
              <a:rPr lang="en-US" dirty="0"/>
              <a:t>Sones que </a:t>
            </a:r>
            <a:r>
              <a:rPr lang="en-US" dirty="0" err="1"/>
              <a:t>voloribus</a:t>
            </a:r>
            <a:r>
              <a:rPr lang="en-US" dirty="0"/>
              <a:t>, </a:t>
            </a:r>
            <a:r>
              <a:rPr lang="en-US" dirty="0" err="1"/>
              <a:t>sitati</a:t>
            </a:r>
            <a:r>
              <a:rPr lang="en-US" dirty="0"/>
              <a:t> </a:t>
            </a:r>
            <a:r>
              <a:rPr lang="en-US" dirty="0" err="1"/>
              <a:t>nimet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unt</a:t>
            </a:r>
            <a:r>
              <a:rPr lang="en-US" dirty="0"/>
              <a:t> </a:t>
            </a:r>
            <a:r>
              <a:rPr lang="en-US" dirty="0" err="1"/>
              <a:t>aris</a:t>
            </a:r>
            <a:r>
              <a:rPr lang="en-US" dirty="0"/>
              <a:t> </a:t>
            </a:r>
            <a:r>
              <a:rPr lang="en-US" dirty="0" err="1"/>
              <a:t>corest</a:t>
            </a:r>
            <a:endParaRPr lang="en-US" dirty="0"/>
          </a:p>
          <a:p>
            <a:pPr lvl="0"/>
            <a:r>
              <a:rPr lang="en-US" dirty="0" err="1"/>
              <a:t>Explaborit</a:t>
            </a:r>
            <a:r>
              <a:rPr lang="en-US" dirty="0"/>
              <a:t> </a:t>
            </a:r>
            <a:r>
              <a:rPr lang="en-US" dirty="0" err="1"/>
              <a:t>labo</a:t>
            </a:r>
            <a:r>
              <a:rPr lang="en-US" dirty="0"/>
              <a:t>. </a:t>
            </a:r>
            <a:r>
              <a:rPr lang="en-US" dirty="0" err="1"/>
              <a:t>Bor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offic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re </a:t>
            </a:r>
            <a:r>
              <a:rPr lang="en-US" dirty="0" err="1"/>
              <a:t>repratatem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il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vollaut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9028FE14-75D2-C23C-6FE7-530C1FD73C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7514" y="1608657"/>
            <a:ext cx="5040860" cy="1454634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Slide title goes </a:t>
            </a:r>
            <a:br>
              <a:rPr lang="en-US" dirty="0"/>
            </a:br>
            <a:r>
              <a:rPr lang="en-US" dirty="0"/>
              <a:t>here over multiple</a:t>
            </a:r>
            <a:br>
              <a:rPr lang="en-US" dirty="0"/>
            </a:br>
            <a:r>
              <a:rPr lang="en-US" dirty="0"/>
              <a:t>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3579190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9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image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2D7682D-4DE4-4B99-3A29-AED2B60445F6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21245394-80EC-F0AD-009D-284FEEB2B03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91300" y="1652127"/>
            <a:ext cx="5048250" cy="47481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0D70F547-8B83-B174-3270-794B37206E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Navigation Section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02BFD391-315F-7AC1-72E9-50EF2689B0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Secondary heading goes here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6218B57-AD97-875E-74F8-922F32AFF7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8" y="3431023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 err="1"/>
              <a:t>Inctur</a:t>
            </a:r>
            <a:r>
              <a:rPr lang="en-US" dirty="0"/>
              <a:t>? </a:t>
            </a:r>
            <a:r>
              <a:rPr lang="en-US" dirty="0" err="1"/>
              <a:t>Otatur</a:t>
            </a:r>
            <a:r>
              <a:rPr lang="en-US" dirty="0"/>
              <a:t> </a:t>
            </a:r>
            <a:r>
              <a:rPr lang="en-US" dirty="0" err="1"/>
              <a:t>sendes</a:t>
            </a:r>
            <a:r>
              <a:rPr lang="en-US" dirty="0"/>
              <a:t> </a:t>
            </a:r>
            <a:r>
              <a:rPr lang="en-US" dirty="0" err="1"/>
              <a:t>sinctestest</a:t>
            </a:r>
            <a:r>
              <a:rPr lang="en-US" dirty="0"/>
              <a:t> et ex et </a:t>
            </a:r>
            <a:r>
              <a:rPr lang="en-US" dirty="0" err="1"/>
              <a:t>vollab</a:t>
            </a:r>
            <a:r>
              <a:rPr lang="en-US" dirty="0"/>
              <a:t> is del id </a:t>
            </a:r>
            <a:r>
              <a:rPr lang="en-US" dirty="0" err="1"/>
              <a:t>quaecust</a:t>
            </a:r>
            <a:r>
              <a:rPr lang="en-US" dirty="0"/>
              <a:t>, </a:t>
            </a:r>
            <a:r>
              <a:rPr lang="en-US" dirty="0" err="1"/>
              <a:t>inctemquam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Ne </a:t>
            </a:r>
            <a:r>
              <a:rPr lang="en-US" dirty="0" err="1"/>
              <a:t>pror</a:t>
            </a:r>
            <a:r>
              <a:rPr lang="en-US" dirty="0"/>
              <a:t> </a:t>
            </a:r>
            <a:r>
              <a:rPr lang="en-US" dirty="0" err="1"/>
              <a:t>arcia</a:t>
            </a:r>
            <a:r>
              <a:rPr lang="en-US" dirty="0"/>
              <a:t> nus </a:t>
            </a:r>
            <a:r>
              <a:rPr lang="en-US" dirty="0" err="1"/>
              <a:t>diti</a:t>
            </a:r>
            <a:endParaRPr lang="en-US" dirty="0"/>
          </a:p>
          <a:p>
            <a:pPr lvl="0"/>
            <a:r>
              <a:rPr lang="en-US" dirty="0"/>
              <a:t>Sones que </a:t>
            </a:r>
            <a:r>
              <a:rPr lang="en-US" dirty="0" err="1"/>
              <a:t>voloribus</a:t>
            </a:r>
            <a:r>
              <a:rPr lang="en-US" dirty="0"/>
              <a:t>, </a:t>
            </a:r>
            <a:r>
              <a:rPr lang="en-US" dirty="0" err="1"/>
              <a:t>sitati</a:t>
            </a:r>
            <a:r>
              <a:rPr lang="en-US" dirty="0"/>
              <a:t> </a:t>
            </a:r>
            <a:r>
              <a:rPr lang="en-US" dirty="0" err="1"/>
              <a:t>nimet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unt</a:t>
            </a:r>
            <a:r>
              <a:rPr lang="en-US" dirty="0"/>
              <a:t> </a:t>
            </a:r>
            <a:r>
              <a:rPr lang="en-US" dirty="0" err="1"/>
              <a:t>aris</a:t>
            </a:r>
            <a:r>
              <a:rPr lang="en-US" dirty="0"/>
              <a:t> </a:t>
            </a:r>
            <a:r>
              <a:rPr lang="en-US" dirty="0" err="1"/>
              <a:t>corest</a:t>
            </a:r>
            <a:endParaRPr lang="en-US" dirty="0"/>
          </a:p>
          <a:p>
            <a:pPr lvl="0"/>
            <a:r>
              <a:rPr lang="en-US" dirty="0" err="1"/>
              <a:t>Explaborit</a:t>
            </a:r>
            <a:r>
              <a:rPr lang="en-US" dirty="0"/>
              <a:t> </a:t>
            </a:r>
            <a:r>
              <a:rPr lang="en-US" dirty="0" err="1"/>
              <a:t>labo</a:t>
            </a:r>
            <a:r>
              <a:rPr lang="en-US" dirty="0"/>
              <a:t>. </a:t>
            </a:r>
            <a:r>
              <a:rPr lang="en-US" dirty="0" err="1"/>
              <a:t>Bor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offic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re </a:t>
            </a:r>
            <a:r>
              <a:rPr lang="en-US" dirty="0" err="1"/>
              <a:t>repratatem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il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vollaut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8BA229B9-D9CA-C3D4-0C1C-2304030829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7514" y="1608657"/>
            <a:ext cx="5040860" cy="1454634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Slide title goes </a:t>
            </a:r>
            <a:br>
              <a:rPr lang="en-US" dirty="0"/>
            </a:br>
            <a:r>
              <a:rPr lang="en-US" dirty="0"/>
              <a:t>here over multiple</a:t>
            </a:r>
            <a:br>
              <a:rPr lang="en-US" dirty="0"/>
            </a:br>
            <a:r>
              <a:rPr lang="en-US" dirty="0"/>
              <a:t>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1636924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  <p15:guide id="5" orient="horz" pos="1865">
          <p15:clr>
            <a:srgbClr val="FBAE40"/>
          </p15:clr>
        </p15:guide>
        <p15:guide id="6" orient="horz" pos="1593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3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4195DF01-9D0D-7532-1195-7E763F0CDE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Navigation Section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AE905AA-AFA2-0B96-B385-D32652EF1B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Secondary heading goes here</a:t>
            </a: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A2CF2C2A-6861-B755-0D80-9B629CD0F7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1682705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Slide title goes here over multiple lines if required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A3FDDD5-8639-18E9-8B3B-8437AADE25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2894274"/>
            <a:ext cx="5066587" cy="30382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1200"/>
              </a:spcBef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1200"/>
              </a:spcBef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2A42E699-C892-2CB8-E3D4-0CE9521EA92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13626" y="0"/>
            <a:ext cx="6078373" cy="2282024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FontTx/>
              <a:buNone/>
              <a:defRPr sz="13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F4C96FE9-C037-14C3-012B-B741623D23DD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113626" y="2287988"/>
            <a:ext cx="6078373" cy="22820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07DF25DC-1055-D2B2-98AF-5F29BBD47E9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113626" y="4575977"/>
            <a:ext cx="6078373" cy="2282024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FontTx/>
              <a:buNone/>
              <a:defRPr sz="13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16243087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2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E9953E-1F03-B222-CC62-12EAF44E2ECD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D952218D-93A7-0B20-45B9-5277563E2A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Navigation Section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D4924678-329C-366B-4CA0-9F35F6C04F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Secondary heading goes here</a:t>
            </a: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5E9CC677-B687-DC73-8B66-FBAC46F9B3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1682705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Slide title goes here over multiple lines if required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35C9E828-1F1C-47CB-0CA6-96FD8BB6A5B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7988" y="2960689"/>
            <a:ext cx="5040860" cy="8559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 err="1"/>
              <a:t>Inctur</a:t>
            </a:r>
            <a:r>
              <a:rPr lang="en-US" dirty="0"/>
              <a:t>? </a:t>
            </a:r>
            <a:r>
              <a:rPr lang="en-US" dirty="0" err="1"/>
              <a:t>Otatur</a:t>
            </a:r>
            <a:r>
              <a:rPr lang="en-US" dirty="0"/>
              <a:t> </a:t>
            </a:r>
            <a:r>
              <a:rPr lang="en-US" dirty="0" err="1"/>
              <a:t>sendes</a:t>
            </a:r>
            <a:r>
              <a:rPr lang="en-US" dirty="0"/>
              <a:t> </a:t>
            </a:r>
            <a:r>
              <a:rPr lang="en-US" dirty="0" err="1"/>
              <a:t>sinctestest</a:t>
            </a:r>
            <a:r>
              <a:rPr lang="en-US" dirty="0"/>
              <a:t> et ex et </a:t>
            </a:r>
            <a:r>
              <a:rPr lang="en-US" dirty="0" err="1"/>
              <a:t>vollab</a:t>
            </a:r>
            <a:r>
              <a:rPr lang="en-US" dirty="0"/>
              <a:t> is del id </a:t>
            </a:r>
            <a:r>
              <a:rPr lang="en-US" dirty="0" err="1"/>
              <a:t>quaecust</a:t>
            </a:r>
            <a:r>
              <a:rPr lang="en-US" dirty="0"/>
              <a:t>, </a:t>
            </a:r>
            <a:r>
              <a:rPr lang="en-US" dirty="0" err="1"/>
              <a:t>inctemquam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Ne </a:t>
            </a:r>
            <a:r>
              <a:rPr lang="en-US" dirty="0" err="1"/>
              <a:t>pror</a:t>
            </a:r>
            <a:r>
              <a:rPr lang="en-US" dirty="0"/>
              <a:t> </a:t>
            </a:r>
            <a:r>
              <a:rPr lang="en-US" dirty="0" err="1"/>
              <a:t>arcia</a:t>
            </a:r>
            <a:r>
              <a:rPr lang="en-US" dirty="0"/>
              <a:t> nus </a:t>
            </a:r>
            <a:r>
              <a:rPr lang="en-US" dirty="0" err="1"/>
              <a:t>diti</a:t>
            </a:r>
            <a:r>
              <a:rPr lang="en-US" dirty="0"/>
              <a:t> cones que </a:t>
            </a:r>
            <a:r>
              <a:rPr lang="en-US" dirty="0" err="1"/>
              <a:t>voloribus</a:t>
            </a:r>
            <a:r>
              <a:rPr lang="en-US" dirty="0"/>
              <a:t>, </a:t>
            </a:r>
            <a:r>
              <a:rPr lang="en-US" dirty="0" err="1"/>
              <a:t>sitati</a:t>
            </a:r>
            <a:r>
              <a:rPr lang="en-US" dirty="0"/>
              <a:t> </a:t>
            </a:r>
            <a:r>
              <a:rPr lang="en-US" dirty="0" err="1"/>
              <a:t>nimet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unt</a:t>
            </a:r>
            <a:r>
              <a:rPr lang="en-US" dirty="0"/>
              <a:t> </a:t>
            </a:r>
            <a:r>
              <a:rPr lang="en-US" dirty="0" err="1"/>
              <a:t>aris</a:t>
            </a:r>
            <a:r>
              <a:rPr lang="en-US" dirty="0"/>
              <a:t> </a:t>
            </a:r>
            <a:r>
              <a:rPr lang="en-US" dirty="0" err="1"/>
              <a:t>corest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F931AB8-713E-C852-8385-691C99CC079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00094" y="2960689"/>
            <a:ext cx="5040860" cy="8559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 err="1"/>
              <a:t>Inctur</a:t>
            </a:r>
            <a:r>
              <a:rPr lang="en-US" dirty="0"/>
              <a:t>? </a:t>
            </a:r>
            <a:r>
              <a:rPr lang="en-US" dirty="0" err="1"/>
              <a:t>Otatur</a:t>
            </a:r>
            <a:r>
              <a:rPr lang="en-US" dirty="0"/>
              <a:t> </a:t>
            </a:r>
            <a:r>
              <a:rPr lang="en-US" dirty="0" err="1"/>
              <a:t>sendes</a:t>
            </a:r>
            <a:r>
              <a:rPr lang="en-US" dirty="0"/>
              <a:t> </a:t>
            </a:r>
            <a:r>
              <a:rPr lang="en-US" dirty="0" err="1"/>
              <a:t>sinctestest</a:t>
            </a:r>
            <a:r>
              <a:rPr lang="en-US" dirty="0"/>
              <a:t> et ex et </a:t>
            </a:r>
            <a:r>
              <a:rPr lang="en-US" dirty="0" err="1"/>
              <a:t>vollab</a:t>
            </a:r>
            <a:r>
              <a:rPr lang="en-US" dirty="0"/>
              <a:t> is del id </a:t>
            </a:r>
            <a:r>
              <a:rPr lang="en-US" dirty="0" err="1"/>
              <a:t>quaecust</a:t>
            </a:r>
            <a:r>
              <a:rPr lang="en-US" dirty="0"/>
              <a:t>, </a:t>
            </a:r>
            <a:r>
              <a:rPr lang="en-US" dirty="0" err="1"/>
              <a:t>inctemquam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Ne </a:t>
            </a:r>
            <a:r>
              <a:rPr lang="en-US" dirty="0" err="1"/>
              <a:t>pror</a:t>
            </a:r>
            <a:r>
              <a:rPr lang="en-US" dirty="0"/>
              <a:t> </a:t>
            </a:r>
            <a:r>
              <a:rPr lang="en-US" dirty="0" err="1"/>
              <a:t>arcia</a:t>
            </a:r>
            <a:r>
              <a:rPr lang="en-US" dirty="0"/>
              <a:t> nus </a:t>
            </a:r>
            <a:r>
              <a:rPr lang="en-US" dirty="0" err="1"/>
              <a:t>diti</a:t>
            </a:r>
            <a:r>
              <a:rPr lang="en-US" dirty="0"/>
              <a:t> cones que </a:t>
            </a:r>
            <a:r>
              <a:rPr lang="en-US" dirty="0" err="1"/>
              <a:t>voloribus</a:t>
            </a:r>
            <a:r>
              <a:rPr lang="en-US" dirty="0"/>
              <a:t>, </a:t>
            </a:r>
            <a:r>
              <a:rPr lang="en-US" dirty="0" err="1"/>
              <a:t>sitati</a:t>
            </a:r>
            <a:r>
              <a:rPr lang="en-US" dirty="0"/>
              <a:t> </a:t>
            </a:r>
            <a:r>
              <a:rPr lang="en-US" dirty="0" err="1"/>
              <a:t>nimet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unt</a:t>
            </a:r>
            <a:r>
              <a:rPr lang="en-US" dirty="0"/>
              <a:t> </a:t>
            </a:r>
            <a:r>
              <a:rPr lang="en-US" dirty="0" err="1"/>
              <a:t>aris</a:t>
            </a:r>
            <a:r>
              <a:rPr lang="en-US" dirty="0"/>
              <a:t> </a:t>
            </a:r>
            <a:r>
              <a:rPr lang="en-US" dirty="0" err="1"/>
              <a:t>corest</a:t>
            </a:r>
            <a:endParaRPr lang="en-US" dirty="0"/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0BA635FC-A312-CDFD-CEE2-71AE69C703CA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00050" y="4014788"/>
            <a:ext cx="5027613" cy="1963737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FontTx/>
              <a:buNone/>
              <a:defRPr sz="13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97CDDFA3-A77C-84F6-C805-0F704B7EA5C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613341" y="4014788"/>
            <a:ext cx="5027613" cy="19637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85765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char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4CB21D0-309A-8549-2E95-F4ECA7D61980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Poppins" panose="00000500000000000000" pitchFamily="2" charset="0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900FB82-C8FF-91FA-02E0-EFFBDBA211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</a:p>
          <a:p>
            <a:pPr lvl="0"/>
            <a:r>
              <a:rPr lang="en-US" dirty="0"/>
              <a:t>To beatae vitae dicta sunt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</a:t>
            </a:r>
          </a:p>
          <a:p>
            <a:pPr lvl="0"/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48D8654F-C79C-9C2C-7718-1FD0D86A466F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6516805" y="879475"/>
            <a:ext cx="5179327" cy="5057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F8A78F56-3208-0B1B-F4D6-5D837A0404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856309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Slide title goes here over multiple lines if required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8539C609-7056-CF23-8C8B-48A01C5323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1523244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chart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71BEE4-760E-ACDE-C810-291B26FBC1FD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CB21D0-309A-8549-2E95-F4ECA7D61980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Poppins" panose="00000500000000000000" pitchFamily="2" charset="0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900FB82-C8FF-91FA-02E0-EFFBDBA211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endParaRPr lang="en-US" dirty="0"/>
          </a:p>
          <a:p>
            <a:pPr lvl="0"/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</a:t>
            </a:r>
          </a:p>
          <a:p>
            <a:pPr lvl="0"/>
            <a:r>
              <a:rPr lang="en-US" dirty="0"/>
              <a:t>To beatae vitae dicta sunt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</a:t>
            </a:r>
          </a:p>
          <a:p>
            <a:pPr lvl="0"/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48D8654F-C79C-9C2C-7718-1FD0D86A466F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6516805" y="879475"/>
            <a:ext cx="5179327" cy="5057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BE7A7B9D-0596-435F-260E-F986AD70309C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 dirty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Internal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5F03E6F-5303-0DBD-3EBD-9F67494B3E0B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969FB07F-BB62-D658-9816-1E1BD86A29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856309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Slide title goes here over multiple lines if required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BF12AD3F-EA62-0DBF-75E9-F16434EAA4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16805" y="6229255"/>
            <a:ext cx="517932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1438276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F38267D-D61B-F75E-86C1-3337F26300DD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900FB82-C8FF-91FA-02E0-EFFBDBA211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03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endParaRPr lang="en-US" dirty="0"/>
          </a:p>
          <a:p>
            <a:pPr lvl="0"/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</a:p>
          <a:p>
            <a:pPr lvl="0"/>
            <a:r>
              <a:rPr lang="en-US" dirty="0"/>
              <a:t>To beatae vitae dicta sunt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</a:t>
            </a:r>
          </a:p>
          <a:p>
            <a:pPr lvl="0"/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</a:t>
            </a:r>
          </a:p>
          <a:p>
            <a:pPr lvl="0"/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193D7AF-C152-458B-C821-B576A22C3EA5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0922529C-6040-DCAB-4A00-BEF58343F003}"/>
              </a:ext>
            </a:extLst>
          </p:cNvPr>
          <p:cNvSpPr>
            <a:spLocks noGrp="1"/>
          </p:cNvSpPr>
          <p:nvPr>
            <p:ph type="tbl" sz="quarter" idx="22" hasCustomPrompt="1"/>
          </p:nvPr>
        </p:nvSpPr>
        <p:spPr>
          <a:xfrm>
            <a:off x="347663" y="855663"/>
            <a:ext cx="5240337" cy="50815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3B5149C6-63EE-0A45-E5D3-310AF131E7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2073" y="856309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Slide title here goes over multiple lines if required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40D0B0E0-4167-6A10-1CB8-CFFD4B3D3D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03987" y="6229255"/>
            <a:ext cx="5040861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1563660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61CC271-180C-648D-087D-DEC613F81762}"/>
              </a:ext>
            </a:extLst>
          </p:cNvPr>
          <p:cNvSpPr txBox="1">
            <a:spLocks/>
          </p:cNvSpPr>
          <p:nvPr userDrawn="1"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 dirty="0">
                <a:solidFill>
                  <a:schemeClr val="bg2">
                    <a:lumMod val="50000"/>
                    <a:lumOff val="50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Internal  |  </a:t>
            </a:r>
            <a:r>
              <a:rPr lang="en-US" sz="800" b="0" i="0" dirty="0">
                <a:solidFill>
                  <a:schemeClr val="bg2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 dirty="0">
                <a:solidFill>
                  <a:schemeClr val="bg2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 dirty="0">
                <a:solidFill>
                  <a:schemeClr val="bg2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2025 NXP B.V. Version 2.9.</a:t>
            </a:r>
          </a:p>
        </p:txBody>
      </p:sp>
      <p:sp>
        <p:nvSpPr>
          <p:cNvPr id="19" name="Title 17">
            <a:extLst>
              <a:ext uri="{FF2B5EF4-FFF2-40B4-BE49-F238E27FC236}">
                <a16:creationId xmlns:a16="http://schemas.microsoft.com/office/drawing/2014/main" id="{7604B72C-3E22-5D39-D192-EC4666871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3025" y="1616532"/>
            <a:ext cx="5062539" cy="2610984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lang="en-US" sz="4200" dirty="0"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1000"/>
              </a:spcBef>
              <a:buFontTx/>
            </a:pPr>
            <a:r>
              <a:rPr lang="en-US" dirty="0"/>
              <a:t>The Presentation Title Goes Here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83503EB8-22AC-2652-541F-328652BFB8E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42652" y="4695137"/>
            <a:ext cx="5062539" cy="42315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FontTx/>
              <a:buNone/>
              <a:defRPr sz="2200"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Subheading or speaker 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D8507CC8-D535-4BC6-E58E-11FA855D0C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42652" y="5223518"/>
            <a:ext cx="5062539" cy="847618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FontTx/>
              <a:buNone/>
              <a:defRPr sz="1800"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If required goes here | speaker title, </a:t>
            </a:r>
            <a:br>
              <a:rPr lang="en-US" dirty="0"/>
            </a:br>
            <a:r>
              <a:rPr lang="en-US" dirty="0"/>
              <a:t>date and /or additional information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BEB20A5-EF9D-B4CD-8327-7B9564DB7690}"/>
              </a:ext>
            </a:extLst>
          </p:cNvPr>
          <p:cNvGrpSpPr/>
          <p:nvPr userDrawn="1"/>
        </p:nvGrpSpPr>
        <p:grpSpPr>
          <a:xfrm>
            <a:off x="532238" y="532263"/>
            <a:ext cx="1522954" cy="515204"/>
            <a:chOff x="532238" y="532263"/>
            <a:chExt cx="1522954" cy="515204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B8B0E0D-A07D-CED0-324D-F6B0BD7878E5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anose="00000500000000000000" pitchFamily="2" charset="0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4B9C520-802F-607D-CD32-293B8F5FF939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anose="00000500000000000000" pitchFamily="2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CCDBBF9-3E97-0881-79C2-B541C6F19CD2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EAF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anose="00000500000000000000" pitchFamily="2" charset="0"/>
              </a:endParaRPr>
            </a:p>
          </p:txBody>
        </p: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824B6165-D02C-EB96-6C2E-DD015A12BAEA}"/>
              </a:ext>
            </a:extLst>
          </p:cNvPr>
          <p:cNvGrpSpPr/>
          <p:nvPr userDrawn="1"/>
        </p:nvGrpSpPr>
        <p:grpSpPr>
          <a:xfrm>
            <a:off x="6473825" y="1"/>
            <a:ext cx="5818893" cy="6874913"/>
            <a:chOff x="6473825" y="1"/>
            <a:chExt cx="5818893" cy="6874913"/>
          </a:xfrm>
        </p:grpSpPr>
        <p:sp>
          <p:nvSpPr>
            <p:cNvPr id="265" name="Rectangle 261">
              <a:extLst>
                <a:ext uri="{FF2B5EF4-FFF2-40B4-BE49-F238E27FC236}">
                  <a16:creationId xmlns:a16="http://schemas.microsoft.com/office/drawing/2014/main" id="{03CD1AC5-6981-4E67-5263-0F100BDB77CC}"/>
                </a:ext>
              </a:extLst>
            </p:cNvPr>
            <p:cNvSpPr/>
            <p:nvPr userDrawn="1"/>
          </p:nvSpPr>
          <p:spPr>
            <a:xfrm>
              <a:off x="8319247" y="1"/>
              <a:ext cx="2498165" cy="3446946"/>
            </a:xfrm>
            <a:custGeom>
              <a:avLst/>
              <a:gdLst>
                <a:gd name="connsiteX0" fmla="*/ 0 w 723153"/>
                <a:gd name="connsiteY0" fmla="*/ 0 h 328706"/>
                <a:gd name="connsiteX1" fmla="*/ 723153 w 723153"/>
                <a:gd name="connsiteY1" fmla="*/ 0 h 328706"/>
                <a:gd name="connsiteX2" fmla="*/ 723153 w 723153"/>
                <a:gd name="connsiteY2" fmla="*/ 328706 h 328706"/>
                <a:gd name="connsiteX3" fmla="*/ 0 w 723153"/>
                <a:gd name="connsiteY3" fmla="*/ 328706 h 328706"/>
                <a:gd name="connsiteX4" fmla="*/ 0 w 723153"/>
                <a:gd name="connsiteY4" fmla="*/ 0 h 328706"/>
                <a:gd name="connsiteX0" fmla="*/ 1775012 w 2498165"/>
                <a:gd name="connsiteY0" fmla="*/ 0 h 3442447"/>
                <a:gd name="connsiteX1" fmla="*/ 2498165 w 2498165"/>
                <a:gd name="connsiteY1" fmla="*/ 0 h 3442447"/>
                <a:gd name="connsiteX2" fmla="*/ 2498165 w 2498165"/>
                <a:gd name="connsiteY2" fmla="*/ 328706 h 3442447"/>
                <a:gd name="connsiteX3" fmla="*/ 0 w 2498165"/>
                <a:gd name="connsiteY3" fmla="*/ 3442447 h 3442447"/>
                <a:gd name="connsiteX4" fmla="*/ 1775012 w 2498165"/>
                <a:gd name="connsiteY4" fmla="*/ 0 h 3442447"/>
                <a:gd name="connsiteX0" fmla="*/ 1775012 w 2498165"/>
                <a:gd name="connsiteY0" fmla="*/ 0 h 3442447"/>
                <a:gd name="connsiteX1" fmla="*/ 2498165 w 2498165"/>
                <a:gd name="connsiteY1" fmla="*/ 0 h 3442447"/>
                <a:gd name="connsiteX2" fmla="*/ 0 w 2498165"/>
                <a:gd name="connsiteY2" fmla="*/ 3442447 h 3442447"/>
                <a:gd name="connsiteX3" fmla="*/ 1775012 w 2498165"/>
                <a:gd name="connsiteY3" fmla="*/ 0 h 344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8165" h="3442447">
                  <a:moveTo>
                    <a:pt x="1775012" y="0"/>
                  </a:moveTo>
                  <a:lnTo>
                    <a:pt x="2498165" y="0"/>
                  </a:lnTo>
                  <a:lnTo>
                    <a:pt x="0" y="3442447"/>
                  </a:lnTo>
                  <a:lnTo>
                    <a:pt x="1775012" y="0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66" name="Rectangle 260">
              <a:extLst>
                <a:ext uri="{FF2B5EF4-FFF2-40B4-BE49-F238E27FC236}">
                  <a16:creationId xmlns:a16="http://schemas.microsoft.com/office/drawing/2014/main" id="{4548090A-0DE4-470D-DA9F-C5D8D30230C9}"/>
                </a:ext>
              </a:extLst>
            </p:cNvPr>
            <p:cNvSpPr/>
            <p:nvPr userDrawn="1"/>
          </p:nvSpPr>
          <p:spPr>
            <a:xfrm>
              <a:off x="7129929" y="1"/>
              <a:ext cx="1176282" cy="3464900"/>
            </a:xfrm>
            <a:custGeom>
              <a:avLst/>
              <a:gdLst>
                <a:gd name="connsiteX0" fmla="*/ 0 w 644376"/>
                <a:gd name="connsiteY0" fmla="*/ 0 h 1392518"/>
                <a:gd name="connsiteX1" fmla="*/ 644376 w 644376"/>
                <a:gd name="connsiteY1" fmla="*/ 0 h 1392518"/>
                <a:gd name="connsiteX2" fmla="*/ 644376 w 644376"/>
                <a:gd name="connsiteY2" fmla="*/ 1392518 h 1392518"/>
                <a:gd name="connsiteX3" fmla="*/ 0 w 644376"/>
                <a:gd name="connsiteY3" fmla="*/ 1392518 h 1392518"/>
                <a:gd name="connsiteX4" fmla="*/ 0 w 644376"/>
                <a:gd name="connsiteY4" fmla="*/ 0 h 1392518"/>
                <a:gd name="connsiteX0" fmla="*/ 0 w 1176282"/>
                <a:gd name="connsiteY0" fmla="*/ 0 h 3460377"/>
                <a:gd name="connsiteX1" fmla="*/ 644376 w 1176282"/>
                <a:gd name="connsiteY1" fmla="*/ 0 h 3460377"/>
                <a:gd name="connsiteX2" fmla="*/ 1176282 w 1176282"/>
                <a:gd name="connsiteY2" fmla="*/ 3460377 h 3460377"/>
                <a:gd name="connsiteX3" fmla="*/ 0 w 1176282"/>
                <a:gd name="connsiteY3" fmla="*/ 1392518 h 3460377"/>
                <a:gd name="connsiteX4" fmla="*/ 0 w 1176282"/>
                <a:gd name="connsiteY4" fmla="*/ 0 h 3460377"/>
                <a:gd name="connsiteX0" fmla="*/ 0 w 1176282"/>
                <a:gd name="connsiteY0" fmla="*/ 0 h 3460377"/>
                <a:gd name="connsiteX1" fmla="*/ 644376 w 1176282"/>
                <a:gd name="connsiteY1" fmla="*/ 0 h 3460377"/>
                <a:gd name="connsiteX2" fmla="*/ 1176282 w 1176282"/>
                <a:gd name="connsiteY2" fmla="*/ 3460377 h 3460377"/>
                <a:gd name="connsiteX3" fmla="*/ 0 w 1176282"/>
                <a:gd name="connsiteY3" fmla="*/ 0 h 3460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6282" h="3460377">
                  <a:moveTo>
                    <a:pt x="0" y="0"/>
                  </a:moveTo>
                  <a:lnTo>
                    <a:pt x="644376" y="0"/>
                  </a:lnTo>
                  <a:lnTo>
                    <a:pt x="1176282" y="34603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67" name="Rectangle 259">
              <a:extLst>
                <a:ext uri="{FF2B5EF4-FFF2-40B4-BE49-F238E27FC236}">
                  <a16:creationId xmlns:a16="http://schemas.microsoft.com/office/drawing/2014/main" id="{7478D6D7-9F0B-B5B9-677E-6B2B1541B11F}"/>
                </a:ext>
              </a:extLst>
            </p:cNvPr>
            <p:cNvSpPr/>
            <p:nvPr userDrawn="1"/>
          </p:nvSpPr>
          <p:spPr>
            <a:xfrm>
              <a:off x="8331201" y="3535753"/>
              <a:ext cx="3762468" cy="3331212"/>
            </a:xfrm>
            <a:custGeom>
              <a:avLst/>
              <a:gdLst>
                <a:gd name="connsiteX0" fmla="*/ 0 w 792163"/>
                <a:gd name="connsiteY0" fmla="*/ 0 h 786864"/>
                <a:gd name="connsiteX1" fmla="*/ 792163 w 792163"/>
                <a:gd name="connsiteY1" fmla="*/ 0 h 786864"/>
                <a:gd name="connsiteX2" fmla="*/ 792163 w 792163"/>
                <a:gd name="connsiteY2" fmla="*/ 786864 h 786864"/>
                <a:gd name="connsiteX3" fmla="*/ 0 w 792163"/>
                <a:gd name="connsiteY3" fmla="*/ 786864 h 786864"/>
                <a:gd name="connsiteX4" fmla="*/ 0 w 792163"/>
                <a:gd name="connsiteY4" fmla="*/ 0 h 786864"/>
                <a:gd name="connsiteX0" fmla="*/ 0 w 3762468"/>
                <a:gd name="connsiteY0" fmla="*/ 0 h 3326864"/>
                <a:gd name="connsiteX1" fmla="*/ 3762468 w 3762468"/>
                <a:gd name="connsiteY1" fmla="*/ 2540000 h 3326864"/>
                <a:gd name="connsiteX2" fmla="*/ 3762468 w 3762468"/>
                <a:gd name="connsiteY2" fmla="*/ 3326864 h 3326864"/>
                <a:gd name="connsiteX3" fmla="*/ 2970305 w 3762468"/>
                <a:gd name="connsiteY3" fmla="*/ 3326864 h 3326864"/>
                <a:gd name="connsiteX4" fmla="*/ 0 w 3762468"/>
                <a:gd name="connsiteY4" fmla="*/ 0 h 3326864"/>
                <a:gd name="connsiteX0" fmla="*/ 0 w 3762468"/>
                <a:gd name="connsiteY0" fmla="*/ 0 h 3326864"/>
                <a:gd name="connsiteX1" fmla="*/ 3744539 w 3762468"/>
                <a:gd name="connsiteY1" fmla="*/ 3036047 h 3326864"/>
                <a:gd name="connsiteX2" fmla="*/ 3762468 w 3762468"/>
                <a:gd name="connsiteY2" fmla="*/ 3326864 h 3326864"/>
                <a:gd name="connsiteX3" fmla="*/ 2970305 w 3762468"/>
                <a:gd name="connsiteY3" fmla="*/ 3326864 h 3326864"/>
                <a:gd name="connsiteX4" fmla="*/ 0 w 3762468"/>
                <a:gd name="connsiteY4" fmla="*/ 0 h 3326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62468" h="3326864">
                  <a:moveTo>
                    <a:pt x="0" y="0"/>
                  </a:moveTo>
                  <a:lnTo>
                    <a:pt x="3744539" y="3036047"/>
                  </a:lnTo>
                  <a:lnTo>
                    <a:pt x="3762468" y="3326864"/>
                  </a:lnTo>
                  <a:lnTo>
                    <a:pt x="2970305" y="3326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4990AC88-BC87-9DE1-B30F-F338F8830281}"/>
                </a:ext>
              </a:extLst>
            </p:cNvPr>
            <p:cNvSpPr/>
            <p:nvPr userDrawn="1"/>
          </p:nvSpPr>
          <p:spPr>
            <a:xfrm>
              <a:off x="8189844" y="3527033"/>
              <a:ext cx="747423" cy="3339931"/>
            </a:xfrm>
            <a:custGeom>
              <a:avLst/>
              <a:gdLst>
                <a:gd name="connsiteX0" fmla="*/ 115294 w 747423"/>
                <a:gd name="connsiteY0" fmla="*/ 0 h 3319669"/>
                <a:gd name="connsiteX1" fmla="*/ 0 w 747423"/>
                <a:gd name="connsiteY1" fmla="*/ 3319669 h 3319669"/>
                <a:gd name="connsiteX2" fmla="*/ 747423 w 747423"/>
                <a:gd name="connsiteY2" fmla="*/ 3319669 h 3319669"/>
                <a:gd name="connsiteX3" fmla="*/ 115294 w 747423"/>
                <a:gd name="connsiteY3" fmla="*/ 0 h 3319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423" h="3319669">
                  <a:moveTo>
                    <a:pt x="115294" y="0"/>
                  </a:moveTo>
                  <a:lnTo>
                    <a:pt x="0" y="3319669"/>
                  </a:lnTo>
                  <a:lnTo>
                    <a:pt x="747423" y="3319669"/>
                  </a:lnTo>
                  <a:lnTo>
                    <a:pt x="115294" y="0"/>
                  </a:lnTo>
                  <a:close/>
                </a:path>
              </a:pathLst>
            </a:custGeom>
            <a:solidFill>
              <a:srgbClr val="FF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69" name="Isosceles Triangle 724">
              <a:extLst>
                <a:ext uri="{FF2B5EF4-FFF2-40B4-BE49-F238E27FC236}">
                  <a16:creationId xmlns:a16="http://schemas.microsoft.com/office/drawing/2014/main" id="{DDEFEC77-5F98-B3E5-5D6B-7BF6CF41C4EC}"/>
                </a:ext>
              </a:extLst>
            </p:cNvPr>
            <p:cNvSpPr/>
            <p:nvPr userDrawn="1"/>
          </p:nvSpPr>
          <p:spPr>
            <a:xfrm>
              <a:off x="8308035" y="3532015"/>
              <a:ext cx="1605682" cy="3342899"/>
            </a:xfrm>
            <a:custGeom>
              <a:avLst/>
              <a:gdLst>
                <a:gd name="connsiteX0" fmla="*/ 0 w 126740"/>
                <a:gd name="connsiteY0" fmla="*/ 3361690 h 3361690"/>
                <a:gd name="connsiteX1" fmla="*/ 63370 w 126740"/>
                <a:gd name="connsiteY1" fmla="*/ 0 h 3361690"/>
                <a:gd name="connsiteX2" fmla="*/ 126740 w 126740"/>
                <a:gd name="connsiteY2" fmla="*/ 3361690 h 3361690"/>
                <a:gd name="connsiteX3" fmla="*/ 0 w 126740"/>
                <a:gd name="connsiteY3" fmla="*/ 3361690 h 3361690"/>
                <a:gd name="connsiteX0" fmla="*/ 0 w 126740"/>
                <a:gd name="connsiteY0" fmla="*/ 3325831 h 3325831"/>
                <a:gd name="connsiteX1" fmla="*/ 27511 w 126740"/>
                <a:gd name="connsiteY1" fmla="*/ 0 h 3325831"/>
                <a:gd name="connsiteX2" fmla="*/ 126740 w 126740"/>
                <a:gd name="connsiteY2" fmla="*/ 3325831 h 3325831"/>
                <a:gd name="connsiteX3" fmla="*/ 0 w 126740"/>
                <a:gd name="connsiteY3" fmla="*/ 3325831 h 3325831"/>
                <a:gd name="connsiteX0" fmla="*/ 0 w 126740"/>
                <a:gd name="connsiteY0" fmla="*/ 3330594 h 3330594"/>
                <a:gd name="connsiteX1" fmla="*/ 1318 w 126740"/>
                <a:gd name="connsiteY1" fmla="*/ 0 h 3330594"/>
                <a:gd name="connsiteX2" fmla="*/ 126740 w 126740"/>
                <a:gd name="connsiteY2" fmla="*/ 3330594 h 3330594"/>
                <a:gd name="connsiteX3" fmla="*/ 0 w 126740"/>
                <a:gd name="connsiteY3" fmla="*/ 3330594 h 3330594"/>
                <a:gd name="connsiteX0" fmla="*/ 0 w 1605682"/>
                <a:gd name="connsiteY0" fmla="*/ 3330594 h 3338536"/>
                <a:gd name="connsiteX1" fmla="*/ 1318 w 1605682"/>
                <a:gd name="connsiteY1" fmla="*/ 0 h 3338536"/>
                <a:gd name="connsiteX2" fmla="*/ 1605682 w 1605682"/>
                <a:gd name="connsiteY2" fmla="*/ 3338536 h 3338536"/>
                <a:gd name="connsiteX3" fmla="*/ 0 w 1605682"/>
                <a:gd name="connsiteY3" fmla="*/ 3330594 h 3338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5682" h="3338536">
                  <a:moveTo>
                    <a:pt x="0" y="3330594"/>
                  </a:moveTo>
                  <a:cubicBezTo>
                    <a:pt x="439" y="2220396"/>
                    <a:pt x="879" y="1110198"/>
                    <a:pt x="1318" y="0"/>
                  </a:cubicBezTo>
                  <a:lnTo>
                    <a:pt x="1605682" y="3338536"/>
                  </a:lnTo>
                  <a:lnTo>
                    <a:pt x="0" y="3330594"/>
                  </a:lnTo>
                  <a:close/>
                </a:path>
              </a:pathLst>
            </a:custGeom>
            <a:solidFill>
              <a:srgbClr val="F8AC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70" name="Isosceles Triangle 721">
              <a:extLst>
                <a:ext uri="{FF2B5EF4-FFF2-40B4-BE49-F238E27FC236}">
                  <a16:creationId xmlns:a16="http://schemas.microsoft.com/office/drawing/2014/main" id="{AB42F7B9-B9D2-71EE-A899-1EAD8193BC7A}"/>
                </a:ext>
              </a:extLst>
            </p:cNvPr>
            <p:cNvSpPr/>
            <p:nvPr userDrawn="1"/>
          </p:nvSpPr>
          <p:spPr>
            <a:xfrm rot="10800000">
              <a:off x="8326958" y="2"/>
              <a:ext cx="1112912" cy="3452931"/>
            </a:xfrm>
            <a:custGeom>
              <a:avLst/>
              <a:gdLst>
                <a:gd name="connsiteX0" fmla="*/ 0 w 659990"/>
                <a:gd name="connsiteY0" fmla="*/ 2946400 h 2946400"/>
                <a:gd name="connsiteX1" fmla="*/ 329995 w 659990"/>
                <a:gd name="connsiteY1" fmla="*/ 0 h 2946400"/>
                <a:gd name="connsiteX2" fmla="*/ 659990 w 659990"/>
                <a:gd name="connsiteY2" fmla="*/ 2946400 h 2946400"/>
                <a:gd name="connsiteX3" fmla="*/ 0 w 659990"/>
                <a:gd name="connsiteY3" fmla="*/ 2946400 h 2946400"/>
                <a:gd name="connsiteX0" fmla="*/ 0 w 682606"/>
                <a:gd name="connsiteY0" fmla="*/ 3442447 h 3442447"/>
                <a:gd name="connsiteX1" fmla="*/ 682606 w 682606"/>
                <a:gd name="connsiteY1" fmla="*/ 0 h 3442447"/>
                <a:gd name="connsiteX2" fmla="*/ 659990 w 682606"/>
                <a:gd name="connsiteY2" fmla="*/ 3442447 h 3442447"/>
                <a:gd name="connsiteX3" fmla="*/ 0 w 682606"/>
                <a:gd name="connsiteY3" fmla="*/ 3442447 h 3442447"/>
                <a:gd name="connsiteX0" fmla="*/ 0 w 682606"/>
                <a:gd name="connsiteY0" fmla="*/ 3442447 h 3442447"/>
                <a:gd name="connsiteX1" fmla="*/ 682606 w 682606"/>
                <a:gd name="connsiteY1" fmla="*/ 0 h 3442447"/>
                <a:gd name="connsiteX2" fmla="*/ 361166 w 682606"/>
                <a:gd name="connsiteY2" fmla="*/ 3442447 h 3442447"/>
                <a:gd name="connsiteX3" fmla="*/ 0 w 682606"/>
                <a:gd name="connsiteY3" fmla="*/ 3442447 h 3442447"/>
                <a:gd name="connsiteX0" fmla="*/ 0 w 1112912"/>
                <a:gd name="connsiteY0" fmla="*/ 3448424 h 3448424"/>
                <a:gd name="connsiteX1" fmla="*/ 1112912 w 1112912"/>
                <a:gd name="connsiteY1" fmla="*/ 0 h 3448424"/>
                <a:gd name="connsiteX2" fmla="*/ 361166 w 1112912"/>
                <a:gd name="connsiteY2" fmla="*/ 3448424 h 3448424"/>
                <a:gd name="connsiteX3" fmla="*/ 0 w 1112912"/>
                <a:gd name="connsiteY3" fmla="*/ 3448424 h 3448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2912" h="3448424">
                  <a:moveTo>
                    <a:pt x="0" y="3448424"/>
                  </a:moveTo>
                  <a:lnTo>
                    <a:pt x="1112912" y="0"/>
                  </a:lnTo>
                  <a:lnTo>
                    <a:pt x="361166" y="3448424"/>
                  </a:lnTo>
                  <a:lnTo>
                    <a:pt x="0" y="3448424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98632352-17A1-965C-47DB-DFEFB8792903}"/>
                </a:ext>
              </a:extLst>
            </p:cNvPr>
            <p:cNvSpPr/>
            <p:nvPr/>
          </p:nvSpPr>
          <p:spPr>
            <a:xfrm>
              <a:off x="8300084" y="3500879"/>
              <a:ext cx="1438592" cy="3366084"/>
            </a:xfrm>
            <a:custGeom>
              <a:avLst/>
              <a:gdLst>
                <a:gd name="connsiteX0" fmla="*/ 1438593 w 1438592"/>
                <a:gd name="connsiteY0" fmla="*/ 3361690 h 3361690"/>
                <a:gd name="connsiteX1" fmla="*/ 0 w 1438592"/>
                <a:gd name="connsiteY1" fmla="*/ 0 h 3361690"/>
                <a:gd name="connsiteX2" fmla="*/ 530543 w 1438592"/>
                <a:gd name="connsiteY2" fmla="*/ 3361690 h 3361690"/>
                <a:gd name="connsiteX3" fmla="*/ 1438593 w 1438592"/>
                <a:gd name="connsiteY3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8592" h="3361690">
                  <a:moveTo>
                    <a:pt x="1438593" y="3361690"/>
                  </a:moveTo>
                  <a:lnTo>
                    <a:pt x="0" y="0"/>
                  </a:lnTo>
                  <a:lnTo>
                    <a:pt x="530543" y="3361690"/>
                  </a:lnTo>
                  <a:lnTo>
                    <a:pt x="1438593" y="3361690"/>
                  </a:lnTo>
                  <a:close/>
                </a:path>
              </a:pathLst>
            </a:custGeom>
            <a:solidFill>
              <a:srgbClr val="FF9A0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C694484-28CD-2629-4E45-BF327D85CF90}"/>
                </a:ext>
              </a:extLst>
            </p:cNvPr>
            <p:cNvSpPr/>
            <p:nvPr/>
          </p:nvSpPr>
          <p:spPr>
            <a:xfrm>
              <a:off x="8300084" y="3500879"/>
              <a:ext cx="2147570" cy="3366084"/>
            </a:xfrm>
            <a:custGeom>
              <a:avLst/>
              <a:gdLst>
                <a:gd name="connsiteX0" fmla="*/ 2147571 w 2147570"/>
                <a:gd name="connsiteY0" fmla="*/ 3361690 h 3361690"/>
                <a:gd name="connsiteX1" fmla="*/ 0 w 2147570"/>
                <a:gd name="connsiteY1" fmla="*/ 0 h 3361690"/>
                <a:gd name="connsiteX2" fmla="*/ 1438593 w 2147570"/>
                <a:gd name="connsiteY2" fmla="*/ 3361690 h 3361690"/>
                <a:gd name="connsiteX3" fmla="*/ 2147571 w 2147570"/>
                <a:gd name="connsiteY3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47570" h="3361690">
                  <a:moveTo>
                    <a:pt x="2147571" y="3361690"/>
                  </a:moveTo>
                  <a:lnTo>
                    <a:pt x="0" y="0"/>
                  </a:lnTo>
                  <a:lnTo>
                    <a:pt x="1438593" y="3361690"/>
                  </a:lnTo>
                  <a:lnTo>
                    <a:pt x="2147571" y="3361690"/>
                  </a:lnTo>
                  <a:close/>
                </a:path>
              </a:pathLst>
            </a:custGeom>
            <a:solidFill>
              <a:srgbClr val="FFDD1F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412276BA-9B06-79DF-F433-D8B134B00B13}"/>
                </a:ext>
              </a:extLst>
            </p:cNvPr>
            <p:cNvSpPr/>
            <p:nvPr/>
          </p:nvSpPr>
          <p:spPr>
            <a:xfrm>
              <a:off x="8300084" y="3500879"/>
              <a:ext cx="530542" cy="3366084"/>
            </a:xfrm>
            <a:custGeom>
              <a:avLst/>
              <a:gdLst>
                <a:gd name="connsiteX0" fmla="*/ 530543 w 530542"/>
                <a:gd name="connsiteY0" fmla="*/ 3361690 h 3361690"/>
                <a:gd name="connsiteX1" fmla="*/ 0 w 530542"/>
                <a:gd name="connsiteY1" fmla="*/ 0 h 3361690"/>
                <a:gd name="connsiteX2" fmla="*/ 240983 w 530542"/>
                <a:gd name="connsiteY2" fmla="*/ 3361690 h 3361690"/>
                <a:gd name="connsiteX3" fmla="*/ 530543 w 530542"/>
                <a:gd name="connsiteY3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0542" h="3361690">
                  <a:moveTo>
                    <a:pt x="530543" y="3361690"/>
                  </a:moveTo>
                  <a:lnTo>
                    <a:pt x="0" y="0"/>
                  </a:lnTo>
                  <a:lnTo>
                    <a:pt x="240983" y="3361690"/>
                  </a:lnTo>
                  <a:lnTo>
                    <a:pt x="530543" y="3361690"/>
                  </a:lnTo>
                  <a:close/>
                </a:path>
              </a:pathLst>
            </a:custGeom>
            <a:solidFill>
              <a:srgbClr val="FFB00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B49E259-7A20-ACB0-C55F-25C0A15EA087}"/>
                </a:ext>
              </a:extLst>
            </p:cNvPr>
            <p:cNvSpPr/>
            <p:nvPr/>
          </p:nvSpPr>
          <p:spPr>
            <a:xfrm>
              <a:off x="8300084" y="3500879"/>
              <a:ext cx="240982" cy="3366084"/>
            </a:xfrm>
            <a:custGeom>
              <a:avLst/>
              <a:gdLst>
                <a:gd name="connsiteX0" fmla="*/ 240983 w 240982"/>
                <a:gd name="connsiteY0" fmla="*/ 3361690 h 3361690"/>
                <a:gd name="connsiteX1" fmla="*/ 0 w 240982"/>
                <a:gd name="connsiteY1" fmla="*/ 0 h 3361690"/>
                <a:gd name="connsiteX2" fmla="*/ 58420 w 240982"/>
                <a:gd name="connsiteY2" fmla="*/ 3361690 h 3361690"/>
                <a:gd name="connsiteX3" fmla="*/ 240983 w 240982"/>
                <a:gd name="connsiteY3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982" h="3361690">
                  <a:moveTo>
                    <a:pt x="240983" y="3361690"/>
                  </a:moveTo>
                  <a:lnTo>
                    <a:pt x="0" y="0"/>
                  </a:lnTo>
                  <a:lnTo>
                    <a:pt x="58420" y="3361690"/>
                  </a:lnTo>
                  <a:lnTo>
                    <a:pt x="240983" y="3361690"/>
                  </a:lnTo>
                  <a:close/>
                </a:path>
              </a:pathLst>
            </a:custGeom>
            <a:solidFill>
              <a:srgbClr val="FF910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7FFDA5B5-C063-3B10-B718-5A2BEABA43CD}"/>
                </a:ext>
              </a:extLst>
            </p:cNvPr>
            <p:cNvSpPr/>
            <p:nvPr/>
          </p:nvSpPr>
          <p:spPr>
            <a:xfrm>
              <a:off x="7504747" y="3500879"/>
              <a:ext cx="853757" cy="3366084"/>
            </a:xfrm>
            <a:custGeom>
              <a:avLst/>
              <a:gdLst>
                <a:gd name="connsiteX0" fmla="*/ 853758 w 853757"/>
                <a:gd name="connsiteY0" fmla="*/ 3361690 h 3361690"/>
                <a:gd name="connsiteX1" fmla="*/ 795338 w 853757"/>
                <a:gd name="connsiteY1" fmla="*/ 0 h 3361690"/>
                <a:gd name="connsiteX2" fmla="*/ 0 w 853757"/>
                <a:gd name="connsiteY2" fmla="*/ 3361690 h 3361690"/>
                <a:gd name="connsiteX3" fmla="*/ 853758 w 853757"/>
                <a:gd name="connsiteY3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3757" h="3361690">
                  <a:moveTo>
                    <a:pt x="853758" y="3361690"/>
                  </a:moveTo>
                  <a:lnTo>
                    <a:pt x="795338" y="0"/>
                  </a:lnTo>
                  <a:lnTo>
                    <a:pt x="0" y="3361690"/>
                  </a:lnTo>
                  <a:lnTo>
                    <a:pt x="853758" y="3361690"/>
                  </a:lnTo>
                  <a:close/>
                </a:path>
              </a:pathLst>
            </a:custGeom>
            <a:gradFill>
              <a:gsLst>
                <a:gs pos="0">
                  <a:srgbClr val="FF7400">
                    <a:alpha val="89804"/>
                  </a:srgbClr>
                </a:gs>
                <a:gs pos="20000">
                  <a:srgbClr val="FD7F04">
                    <a:alpha val="89804"/>
                  </a:srgbClr>
                </a:gs>
                <a:gs pos="70000">
                  <a:srgbClr val="F99E0F"/>
                </a:gs>
                <a:gs pos="100000">
                  <a:srgbClr val="F7B518"/>
                </a:gs>
              </a:gsLst>
              <a:lin ang="0" scaled="1"/>
            </a:gra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A63AB3FB-0226-C2AA-717C-DA86E44E0788}"/>
                </a:ext>
              </a:extLst>
            </p:cNvPr>
            <p:cNvSpPr/>
            <p:nvPr/>
          </p:nvSpPr>
          <p:spPr>
            <a:xfrm>
              <a:off x="8300084" y="3500879"/>
              <a:ext cx="3891915" cy="3366084"/>
            </a:xfrm>
            <a:custGeom>
              <a:avLst/>
              <a:gdLst>
                <a:gd name="connsiteX0" fmla="*/ 3891915 w 3891915"/>
                <a:gd name="connsiteY0" fmla="*/ 3361690 h 3361690"/>
                <a:gd name="connsiteX1" fmla="*/ 3306763 w 3891915"/>
                <a:gd name="connsiteY1" fmla="*/ 3361690 h 3361690"/>
                <a:gd name="connsiteX2" fmla="*/ 0 w 3891915"/>
                <a:gd name="connsiteY2" fmla="*/ 0 h 3361690"/>
                <a:gd name="connsiteX3" fmla="*/ 3891915 w 3891915"/>
                <a:gd name="connsiteY3" fmla="*/ 2713990 h 3361690"/>
                <a:gd name="connsiteX4" fmla="*/ 3891915 w 3891915"/>
                <a:gd name="connsiteY4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91915" h="3361690">
                  <a:moveTo>
                    <a:pt x="3891915" y="3361690"/>
                  </a:moveTo>
                  <a:lnTo>
                    <a:pt x="3306763" y="3361690"/>
                  </a:lnTo>
                  <a:lnTo>
                    <a:pt x="0" y="0"/>
                  </a:lnTo>
                  <a:lnTo>
                    <a:pt x="3891915" y="2713990"/>
                  </a:lnTo>
                  <a:lnTo>
                    <a:pt x="3891915" y="3361690"/>
                  </a:lnTo>
                  <a:close/>
                </a:path>
              </a:pathLst>
            </a:custGeom>
            <a:solidFill>
              <a:srgbClr val="FF9A0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0F7E6732-7C27-19CF-3BB5-30400A81ACC9}"/>
                </a:ext>
              </a:extLst>
            </p:cNvPr>
            <p:cNvSpPr/>
            <p:nvPr/>
          </p:nvSpPr>
          <p:spPr>
            <a:xfrm>
              <a:off x="8300084" y="3500879"/>
              <a:ext cx="3306762" cy="3366084"/>
            </a:xfrm>
            <a:custGeom>
              <a:avLst/>
              <a:gdLst>
                <a:gd name="connsiteX0" fmla="*/ 3306763 w 3306762"/>
                <a:gd name="connsiteY0" fmla="*/ 3361690 h 3361690"/>
                <a:gd name="connsiteX1" fmla="*/ 3012440 w 3306762"/>
                <a:gd name="connsiteY1" fmla="*/ 3361690 h 3361690"/>
                <a:gd name="connsiteX2" fmla="*/ 0 w 3306762"/>
                <a:gd name="connsiteY2" fmla="*/ 0 h 3361690"/>
                <a:gd name="connsiteX3" fmla="*/ 3306763 w 3306762"/>
                <a:gd name="connsiteY3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06762" h="3361690">
                  <a:moveTo>
                    <a:pt x="3306763" y="3361690"/>
                  </a:moveTo>
                  <a:lnTo>
                    <a:pt x="3012440" y="3361690"/>
                  </a:lnTo>
                  <a:lnTo>
                    <a:pt x="0" y="0"/>
                  </a:lnTo>
                  <a:lnTo>
                    <a:pt x="3306763" y="3361690"/>
                  </a:lnTo>
                  <a:close/>
                </a:path>
              </a:pathLst>
            </a:custGeom>
            <a:solidFill>
              <a:srgbClr val="FF800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6A916C59-D903-AE94-DB23-A8615F2A9A51}"/>
                </a:ext>
              </a:extLst>
            </p:cNvPr>
            <p:cNvSpPr/>
            <p:nvPr/>
          </p:nvSpPr>
          <p:spPr>
            <a:xfrm>
              <a:off x="7310119" y="1"/>
              <a:ext cx="989965" cy="3500878"/>
            </a:xfrm>
            <a:custGeom>
              <a:avLst/>
              <a:gdLst>
                <a:gd name="connsiteX0" fmla="*/ 0 w 989965"/>
                <a:gd name="connsiteY0" fmla="*/ 0 h 3496309"/>
                <a:gd name="connsiteX1" fmla="*/ 989965 w 989965"/>
                <a:gd name="connsiteY1" fmla="*/ 3496310 h 3496309"/>
                <a:gd name="connsiteX2" fmla="*/ 464186 w 989965"/>
                <a:gd name="connsiteY2" fmla="*/ 0 h 3496309"/>
                <a:gd name="connsiteX3" fmla="*/ 0 w 989965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9965" h="3496309">
                  <a:moveTo>
                    <a:pt x="0" y="0"/>
                  </a:moveTo>
                  <a:lnTo>
                    <a:pt x="989965" y="3496310"/>
                  </a:lnTo>
                  <a:lnTo>
                    <a:pt x="4641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80" name="Graphic 613">
              <a:extLst>
                <a:ext uri="{FF2B5EF4-FFF2-40B4-BE49-F238E27FC236}">
                  <a16:creationId xmlns:a16="http://schemas.microsoft.com/office/drawing/2014/main" id="{54A50C0D-B0DA-BA20-749D-D32E70BCE906}"/>
                </a:ext>
              </a:extLst>
            </p:cNvPr>
            <p:cNvGrpSpPr/>
            <p:nvPr/>
          </p:nvGrpSpPr>
          <p:grpSpPr>
            <a:xfrm>
              <a:off x="6473825" y="1"/>
              <a:ext cx="1826259" cy="3500878"/>
              <a:chOff x="6473825" y="0"/>
              <a:chExt cx="1826259" cy="3496309"/>
            </a:xfrm>
          </p:grpSpPr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834AA28-32C3-FF09-4E60-A9CB11B88378}"/>
                  </a:ext>
                </a:extLst>
              </p:cNvPr>
              <p:cNvSpPr/>
              <p:nvPr/>
            </p:nvSpPr>
            <p:spPr>
              <a:xfrm>
                <a:off x="6473825" y="0"/>
                <a:ext cx="1826259" cy="3496309"/>
              </a:xfrm>
              <a:custGeom>
                <a:avLst/>
                <a:gdLst>
                  <a:gd name="connsiteX0" fmla="*/ 0 w 1826259"/>
                  <a:gd name="connsiteY0" fmla="*/ 0 h 3496309"/>
                  <a:gd name="connsiteX1" fmla="*/ 1826260 w 1826259"/>
                  <a:gd name="connsiteY1" fmla="*/ 3496310 h 3496309"/>
                  <a:gd name="connsiteX2" fmla="*/ 180340 w 1826259"/>
                  <a:gd name="connsiteY2" fmla="*/ 0 h 3496309"/>
                  <a:gd name="connsiteX3" fmla="*/ 0 w 1826259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26259" h="3496309">
                    <a:moveTo>
                      <a:pt x="0" y="0"/>
                    </a:moveTo>
                    <a:lnTo>
                      <a:pt x="1826260" y="3496310"/>
                    </a:lnTo>
                    <a:lnTo>
                      <a:pt x="18034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9C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C04A7BC7-1032-F429-D6E0-4BC6DC25DE90}"/>
                  </a:ext>
                </a:extLst>
              </p:cNvPr>
              <p:cNvSpPr/>
              <p:nvPr/>
            </p:nvSpPr>
            <p:spPr>
              <a:xfrm>
                <a:off x="6473825" y="0"/>
                <a:ext cx="1826259" cy="3496309"/>
              </a:xfrm>
              <a:custGeom>
                <a:avLst/>
                <a:gdLst>
                  <a:gd name="connsiteX0" fmla="*/ 0 w 1826259"/>
                  <a:gd name="connsiteY0" fmla="*/ 0 h 3496309"/>
                  <a:gd name="connsiteX1" fmla="*/ 1826260 w 1826259"/>
                  <a:gd name="connsiteY1" fmla="*/ 3496310 h 3496309"/>
                  <a:gd name="connsiteX2" fmla="*/ 180340 w 1826259"/>
                  <a:gd name="connsiteY2" fmla="*/ 0 h 3496309"/>
                  <a:gd name="connsiteX3" fmla="*/ 0 w 1826259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26259" h="3496309">
                    <a:moveTo>
                      <a:pt x="0" y="0"/>
                    </a:moveTo>
                    <a:lnTo>
                      <a:pt x="1826260" y="3496310"/>
                    </a:lnTo>
                    <a:lnTo>
                      <a:pt x="18034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1B221">
                  <a:alpha val="60000"/>
                </a:srgbClr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81" name="Graphic 613">
              <a:extLst>
                <a:ext uri="{FF2B5EF4-FFF2-40B4-BE49-F238E27FC236}">
                  <a16:creationId xmlns:a16="http://schemas.microsoft.com/office/drawing/2014/main" id="{976E33D6-AE9E-8B62-BFD0-EF21CD820076}"/>
                </a:ext>
              </a:extLst>
            </p:cNvPr>
            <p:cNvGrpSpPr/>
            <p:nvPr/>
          </p:nvGrpSpPr>
          <p:grpSpPr>
            <a:xfrm>
              <a:off x="6654165" y="1"/>
              <a:ext cx="1645919" cy="3500878"/>
              <a:chOff x="6654165" y="0"/>
              <a:chExt cx="1645919" cy="3496309"/>
            </a:xfrm>
          </p:grpSpPr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AA23B759-0189-0AA8-1FF7-ABC09CF3247C}"/>
                  </a:ext>
                </a:extLst>
              </p:cNvPr>
              <p:cNvSpPr/>
              <p:nvPr/>
            </p:nvSpPr>
            <p:spPr>
              <a:xfrm>
                <a:off x="6654165" y="0"/>
                <a:ext cx="1645919" cy="3496309"/>
              </a:xfrm>
              <a:custGeom>
                <a:avLst/>
                <a:gdLst>
                  <a:gd name="connsiteX0" fmla="*/ 655955 w 1645919"/>
                  <a:gd name="connsiteY0" fmla="*/ 0 h 3496309"/>
                  <a:gd name="connsiteX1" fmla="*/ 1645920 w 1645919"/>
                  <a:gd name="connsiteY1" fmla="*/ 3496310 h 3496309"/>
                  <a:gd name="connsiteX2" fmla="*/ 0 w 1645919"/>
                  <a:gd name="connsiteY2" fmla="*/ 0 h 3496309"/>
                  <a:gd name="connsiteX3" fmla="*/ 655955 w 1645919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45919" h="3496309">
                    <a:moveTo>
                      <a:pt x="655955" y="0"/>
                    </a:moveTo>
                    <a:lnTo>
                      <a:pt x="1645920" y="3496310"/>
                    </a:lnTo>
                    <a:lnTo>
                      <a:pt x="0" y="0"/>
                    </a:lnTo>
                    <a:lnTo>
                      <a:pt x="655955" y="0"/>
                    </a:lnTo>
                    <a:close/>
                  </a:path>
                </a:pathLst>
              </a:custGeom>
              <a:solidFill>
                <a:srgbClr val="80D226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5F353DE0-703C-C5EC-19C0-EC2A05B9C523}"/>
                  </a:ext>
                </a:extLst>
              </p:cNvPr>
              <p:cNvSpPr/>
              <p:nvPr/>
            </p:nvSpPr>
            <p:spPr>
              <a:xfrm>
                <a:off x="6654165" y="0"/>
                <a:ext cx="1645919" cy="3496309"/>
              </a:xfrm>
              <a:custGeom>
                <a:avLst/>
                <a:gdLst>
                  <a:gd name="connsiteX0" fmla="*/ 655955 w 1645919"/>
                  <a:gd name="connsiteY0" fmla="*/ 0 h 3496309"/>
                  <a:gd name="connsiteX1" fmla="*/ 1645920 w 1645919"/>
                  <a:gd name="connsiteY1" fmla="*/ 3496310 h 3496309"/>
                  <a:gd name="connsiteX2" fmla="*/ 0 w 1645919"/>
                  <a:gd name="connsiteY2" fmla="*/ 0 h 3496309"/>
                  <a:gd name="connsiteX3" fmla="*/ 655955 w 1645919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45919" h="3496309">
                    <a:moveTo>
                      <a:pt x="655955" y="0"/>
                    </a:moveTo>
                    <a:lnTo>
                      <a:pt x="1645920" y="3496310"/>
                    </a:lnTo>
                    <a:lnTo>
                      <a:pt x="0" y="0"/>
                    </a:lnTo>
                    <a:lnTo>
                      <a:pt x="655955" y="0"/>
                    </a:lnTo>
                    <a:close/>
                  </a:path>
                </a:pathLst>
              </a:custGeom>
              <a:gradFill>
                <a:gsLst>
                  <a:gs pos="10000">
                    <a:srgbClr val="C6EB00"/>
                  </a:gs>
                  <a:gs pos="41000">
                    <a:srgbClr val="C6EB00"/>
                  </a:gs>
                  <a:gs pos="67000">
                    <a:srgbClr val="00A700">
                      <a:alpha val="49804"/>
                    </a:srgbClr>
                  </a:gs>
                  <a:gs pos="83000">
                    <a:schemeClr val="accent6"/>
                  </a:gs>
                </a:gsLst>
                <a:lin ang="2046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82" name="Graphic 613">
              <a:extLst>
                <a:ext uri="{FF2B5EF4-FFF2-40B4-BE49-F238E27FC236}">
                  <a16:creationId xmlns:a16="http://schemas.microsoft.com/office/drawing/2014/main" id="{052BE8C9-1F83-D564-B272-060E0867ADD6}"/>
                </a:ext>
              </a:extLst>
            </p:cNvPr>
            <p:cNvGrpSpPr/>
            <p:nvPr/>
          </p:nvGrpSpPr>
          <p:grpSpPr>
            <a:xfrm>
              <a:off x="7774305" y="1"/>
              <a:ext cx="960437" cy="3500878"/>
              <a:chOff x="7774305" y="0"/>
              <a:chExt cx="960437" cy="3496309"/>
            </a:xfrm>
          </p:grpSpPr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76F8F309-2449-B9C0-3857-C780FD333BF1}"/>
                  </a:ext>
                </a:extLst>
              </p:cNvPr>
              <p:cNvSpPr/>
              <p:nvPr/>
            </p:nvSpPr>
            <p:spPr>
              <a:xfrm>
                <a:off x="7774305" y="0"/>
                <a:ext cx="960437" cy="3496309"/>
              </a:xfrm>
              <a:custGeom>
                <a:avLst/>
                <a:gdLst>
                  <a:gd name="connsiteX0" fmla="*/ 960438 w 960437"/>
                  <a:gd name="connsiteY0" fmla="*/ 0 h 3496309"/>
                  <a:gd name="connsiteX1" fmla="*/ 525780 w 960437"/>
                  <a:gd name="connsiteY1" fmla="*/ 3496310 h 3496309"/>
                  <a:gd name="connsiteX2" fmla="*/ 0 w 960437"/>
                  <a:gd name="connsiteY2" fmla="*/ 0 h 3496309"/>
                  <a:gd name="connsiteX3" fmla="*/ 960438 w 960437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0437" h="3496309">
                    <a:moveTo>
                      <a:pt x="960438" y="0"/>
                    </a:moveTo>
                    <a:lnTo>
                      <a:pt x="525780" y="3496310"/>
                    </a:lnTo>
                    <a:lnTo>
                      <a:pt x="0" y="0"/>
                    </a:lnTo>
                    <a:lnTo>
                      <a:pt x="960438" y="0"/>
                    </a:lnTo>
                    <a:close/>
                  </a:path>
                </a:pathLst>
              </a:custGeom>
              <a:solidFill>
                <a:srgbClr val="69C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5183DE6-6011-3654-0E24-9C9158CD8410}"/>
                  </a:ext>
                </a:extLst>
              </p:cNvPr>
              <p:cNvSpPr/>
              <p:nvPr/>
            </p:nvSpPr>
            <p:spPr>
              <a:xfrm>
                <a:off x="7774305" y="0"/>
                <a:ext cx="960437" cy="3496309"/>
              </a:xfrm>
              <a:custGeom>
                <a:avLst/>
                <a:gdLst>
                  <a:gd name="connsiteX0" fmla="*/ 960438 w 960437"/>
                  <a:gd name="connsiteY0" fmla="*/ 0 h 3496309"/>
                  <a:gd name="connsiteX1" fmla="*/ 525780 w 960437"/>
                  <a:gd name="connsiteY1" fmla="*/ 3496310 h 3496309"/>
                  <a:gd name="connsiteX2" fmla="*/ 0 w 960437"/>
                  <a:gd name="connsiteY2" fmla="*/ 0 h 3496309"/>
                  <a:gd name="connsiteX3" fmla="*/ 960438 w 960437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0437" h="3496309">
                    <a:moveTo>
                      <a:pt x="960438" y="0"/>
                    </a:moveTo>
                    <a:lnTo>
                      <a:pt x="525780" y="3496310"/>
                    </a:lnTo>
                    <a:lnTo>
                      <a:pt x="0" y="0"/>
                    </a:lnTo>
                    <a:lnTo>
                      <a:pt x="960438" y="0"/>
                    </a:lnTo>
                    <a:close/>
                  </a:path>
                </a:pathLst>
              </a:custGeom>
              <a:gradFill>
                <a:gsLst>
                  <a:gs pos="22000">
                    <a:srgbClr val="C6EB00">
                      <a:alpha val="89804"/>
                    </a:srgbClr>
                  </a:gs>
                  <a:gs pos="35000">
                    <a:srgbClr val="C6EB00">
                      <a:alpha val="69804"/>
                    </a:srgbClr>
                  </a:gs>
                  <a:gs pos="60000">
                    <a:srgbClr val="C6EB00">
                      <a:alpha val="29804"/>
                    </a:srgbClr>
                  </a:gs>
                  <a:gs pos="90000">
                    <a:srgbClr val="C6EB00">
                      <a:alpha val="0"/>
                    </a:srgbClr>
                  </a:gs>
                </a:gsLst>
                <a:lin ang="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4E7FC01E-1A43-635F-EF41-2056C06E9527}"/>
                </a:ext>
              </a:extLst>
            </p:cNvPr>
            <p:cNvSpPr/>
            <p:nvPr/>
          </p:nvSpPr>
          <p:spPr>
            <a:xfrm>
              <a:off x="8300084" y="1"/>
              <a:ext cx="2220595" cy="3500878"/>
            </a:xfrm>
            <a:custGeom>
              <a:avLst/>
              <a:gdLst>
                <a:gd name="connsiteX0" fmla="*/ 2220596 w 2220595"/>
                <a:gd name="connsiteY0" fmla="*/ 0 h 3496309"/>
                <a:gd name="connsiteX1" fmla="*/ 0 w 2220595"/>
                <a:gd name="connsiteY1" fmla="*/ 3496310 h 3496309"/>
                <a:gd name="connsiteX2" fmla="*/ 1883093 w 2220595"/>
                <a:gd name="connsiteY2" fmla="*/ 0 h 3496309"/>
                <a:gd name="connsiteX3" fmla="*/ 2220596 w 2220595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0595" h="3496309">
                  <a:moveTo>
                    <a:pt x="2220596" y="0"/>
                  </a:moveTo>
                  <a:lnTo>
                    <a:pt x="0" y="3496310"/>
                  </a:lnTo>
                  <a:lnTo>
                    <a:pt x="1883093" y="0"/>
                  </a:lnTo>
                  <a:lnTo>
                    <a:pt x="2220596" y="0"/>
                  </a:lnTo>
                  <a:close/>
                </a:path>
              </a:pathLst>
            </a:custGeom>
            <a:solidFill>
              <a:srgbClr val="3ECAFB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E4C3C298-0E34-86E1-956E-72BA70D829A9}"/>
                </a:ext>
              </a:extLst>
            </p:cNvPr>
            <p:cNvSpPr/>
            <p:nvPr/>
          </p:nvSpPr>
          <p:spPr>
            <a:xfrm>
              <a:off x="8300084" y="1"/>
              <a:ext cx="1398587" cy="3500878"/>
            </a:xfrm>
            <a:custGeom>
              <a:avLst/>
              <a:gdLst>
                <a:gd name="connsiteX0" fmla="*/ 1046163 w 1398587"/>
                <a:gd name="connsiteY0" fmla="*/ 0 h 3496309"/>
                <a:gd name="connsiteX1" fmla="*/ 0 w 1398587"/>
                <a:gd name="connsiteY1" fmla="*/ 3496310 h 3496309"/>
                <a:gd name="connsiteX2" fmla="*/ 1398588 w 1398587"/>
                <a:gd name="connsiteY2" fmla="*/ 0 h 3496309"/>
                <a:gd name="connsiteX3" fmla="*/ 1046163 w 1398587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8587" h="3496309">
                  <a:moveTo>
                    <a:pt x="1046163" y="0"/>
                  </a:moveTo>
                  <a:lnTo>
                    <a:pt x="0" y="3496310"/>
                  </a:lnTo>
                  <a:lnTo>
                    <a:pt x="1398588" y="0"/>
                  </a:lnTo>
                  <a:lnTo>
                    <a:pt x="1046163" y="0"/>
                  </a:lnTo>
                  <a:close/>
                </a:path>
              </a:pathLst>
            </a:custGeom>
            <a:solidFill>
              <a:srgbClr val="3ECAFB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A455CEC7-A637-69D0-67F6-EEBAE57643AB}"/>
                </a:ext>
              </a:extLst>
            </p:cNvPr>
            <p:cNvSpPr/>
            <p:nvPr/>
          </p:nvSpPr>
          <p:spPr>
            <a:xfrm>
              <a:off x="8300084" y="1"/>
              <a:ext cx="1046162" cy="3500878"/>
            </a:xfrm>
            <a:custGeom>
              <a:avLst/>
              <a:gdLst>
                <a:gd name="connsiteX0" fmla="*/ 434658 w 1046162"/>
                <a:gd name="connsiteY0" fmla="*/ 0 h 3496309"/>
                <a:gd name="connsiteX1" fmla="*/ 0 w 1046162"/>
                <a:gd name="connsiteY1" fmla="*/ 3496310 h 3496309"/>
                <a:gd name="connsiteX2" fmla="*/ 1046163 w 1046162"/>
                <a:gd name="connsiteY2" fmla="*/ 0 h 3496309"/>
                <a:gd name="connsiteX3" fmla="*/ 434658 w 1046162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6162" h="3496309">
                  <a:moveTo>
                    <a:pt x="434658" y="0"/>
                  </a:moveTo>
                  <a:lnTo>
                    <a:pt x="0" y="3496310"/>
                  </a:lnTo>
                  <a:lnTo>
                    <a:pt x="1046163" y="0"/>
                  </a:lnTo>
                  <a:lnTo>
                    <a:pt x="434658" y="0"/>
                  </a:lnTo>
                  <a:close/>
                </a:path>
              </a:pathLst>
            </a:custGeom>
            <a:solidFill>
              <a:srgbClr val="3ECAFB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7E9A95D4-237A-D0C0-C88A-9AA7EDB5F103}"/>
                </a:ext>
              </a:extLst>
            </p:cNvPr>
            <p:cNvSpPr/>
            <p:nvPr/>
          </p:nvSpPr>
          <p:spPr>
            <a:xfrm>
              <a:off x="8300084" y="1"/>
              <a:ext cx="1046162" cy="3500878"/>
            </a:xfrm>
            <a:custGeom>
              <a:avLst/>
              <a:gdLst>
                <a:gd name="connsiteX0" fmla="*/ 434658 w 1046162"/>
                <a:gd name="connsiteY0" fmla="*/ 0 h 3496309"/>
                <a:gd name="connsiteX1" fmla="*/ 0 w 1046162"/>
                <a:gd name="connsiteY1" fmla="*/ 3496310 h 3496309"/>
                <a:gd name="connsiteX2" fmla="*/ 1046163 w 1046162"/>
                <a:gd name="connsiteY2" fmla="*/ 0 h 3496309"/>
                <a:gd name="connsiteX3" fmla="*/ 434658 w 1046162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6162" h="3496309">
                  <a:moveTo>
                    <a:pt x="434658" y="0"/>
                  </a:moveTo>
                  <a:lnTo>
                    <a:pt x="0" y="3496310"/>
                  </a:lnTo>
                  <a:lnTo>
                    <a:pt x="1046163" y="0"/>
                  </a:lnTo>
                  <a:lnTo>
                    <a:pt x="434658" y="0"/>
                  </a:lnTo>
                  <a:close/>
                </a:path>
              </a:pathLst>
            </a:custGeom>
            <a:gradFill>
              <a:gsLst>
                <a:gs pos="36000">
                  <a:srgbClr val="C6EB00"/>
                </a:gs>
                <a:gs pos="43000">
                  <a:srgbClr val="9EE545">
                    <a:alpha val="69804"/>
                  </a:srgbClr>
                </a:gs>
                <a:gs pos="100000">
                  <a:schemeClr val="accent1"/>
                </a:gs>
                <a:gs pos="53000">
                  <a:srgbClr val="4EDAD3">
                    <a:alpha val="0"/>
                  </a:srgbClr>
                </a:gs>
              </a:gsLst>
              <a:lin ang="780000" scaled="0"/>
            </a:gra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57F9B014-7D0A-0FF5-6269-3D12E91802BC}"/>
                </a:ext>
              </a:extLst>
            </p:cNvPr>
            <p:cNvSpPr/>
            <p:nvPr/>
          </p:nvSpPr>
          <p:spPr>
            <a:xfrm>
              <a:off x="8300084" y="1"/>
              <a:ext cx="1883092" cy="3500878"/>
            </a:xfrm>
            <a:custGeom>
              <a:avLst/>
              <a:gdLst>
                <a:gd name="connsiteX0" fmla="*/ 1398588 w 1883092"/>
                <a:gd name="connsiteY0" fmla="*/ 0 h 3496309"/>
                <a:gd name="connsiteX1" fmla="*/ 0 w 1883092"/>
                <a:gd name="connsiteY1" fmla="*/ 3496310 h 3496309"/>
                <a:gd name="connsiteX2" fmla="*/ 1883093 w 1883092"/>
                <a:gd name="connsiteY2" fmla="*/ 0 h 3496309"/>
                <a:gd name="connsiteX3" fmla="*/ 1398588 w 1883092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3092" h="3496309">
                  <a:moveTo>
                    <a:pt x="1398588" y="0"/>
                  </a:moveTo>
                  <a:lnTo>
                    <a:pt x="0" y="3496310"/>
                  </a:lnTo>
                  <a:lnTo>
                    <a:pt x="1883093" y="0"/>
                  </a:lnTo>
                  <a:lnTo>
                    <a:pt x="1398588" y="0"/>
                  </a:lnTo>
                  <a:close/>
                </a:path>
              </a:pathLst>
            </a:custGeom>
            <a:solidFill>
              <a:srgbClr val="0EAFE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6149BAE4-D98E-3F06-6B6B-2D026B412EE4}"/>
                </a:ext>
              </a:extLst>
            </p:cNvPr>
            <p:cNvSpPr/>
            <p:nvPr/>
          </p:nvSpPr>
          <p:spPr>
            <a:xfrm>
              <a:off x="8300084" y="1"/>
              <a:ext cx="1883092" cy="3500878"/>
            </a:xfrm>
            <a:custGeom>
              <a:avLst/>
              <a:gdLst>
                <a:gd name="connsiteX0" fmla="*/ 1398588 w 1883092"/>
                <a:gd name="connsiteY0" fmla="*/ 0 h 3496309"/>
                <a:gd name="connsiteX1" fmla="*/ 0 w 1883092"/>
                <a:gd name="connsiteY1" fmla="*/ 3496310 h 3496309"/>
                <a:gd name="connsiteX2" fmla="*/ 1883093 w 1883092"/>
                <a:gd name="connsiteY2" fmla="*/ 0 h 3496309"/>
                <a:gd name="connsiteX3" fmla="*/ 1398588 w 1883092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3092" h="3496309">
                  <a:moveTo>
                    <a:pt x="1398588" y="0"/>
                  </a:moveTo>
                  <a:lnTo>
                    <a:pt x="0" y="3496310"/>
                  </a:lnTo>
                  <a:lnTo>
                    <a:pt x="1883093" y="0"/>
                  </a:lnTo>
                  <a:lnTo>
                    <a:pt x="1398588" y="0"/>
                  </a:lnTo>
                  <a:close/>
                </a:path>
              </a:pathLst>
            </a:custGeom>
            <a:solidFill>
              <a:srgbClr val="1F7AE3">
                <a:alpha val="60000"/>
              </a:srgbClr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86EB1460-444B-07EF-C50B-A97242B0369D}"/>
                </a:ext>
              </a:extLst>
            </p:cNvPr>
            <p:cNvSpPr/>
            <p:nvPr/>
          </p:nvSpPr>
          <p:spPr>
            <a:xfrm>
              <a:off x="8300084" y="1"/>
              <a:ext cx="1883092" cy="3500878"/>
            </a:xfrm>
            <a:custGeom>
              <a:avLst/>
              <a:gdLst>
                <a:gd name="connsiteX0" fmla="*/ 1398588 w 1883092"/>
                <a:gd name="connsiteY0" fmla="*/ 0 h 3496309"/>
                <a:gd name="connsiteX1" fmla="*/ 0 w 1883092"/>
                <a:gd name="connsiteY1" fmla="*/ 3496310 h 3496309"/>
                <a:gd name="connsiteX2" fmla="*/ 1883093 w 1883092"/>
                <a:gd name="connsiteY2" fmla="*/ 0 h 3496309"/>
                <a:gd name="connsiteX3" fmla="*/ 1398588 w 1883092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3092" h="3496309">
                  <a:moveTo>
                    <a:pt x="1398588" y="0"/>
                  </a:moveTo>
                  <a:lnTo>
                    <a:pt x="0" y="3496310"/>
                  </a:lnTo>
                  <a:lnTo>
                    <a:pt x="1883093" y="0"/>
                  </a:lnTo>
                  <a:lnTo>
                    <a:pt x="1398588" y="0"/>
                  </a:lnTo>
                  <a:close/>
                </a:path>
              </a:pathLst>
            </a:custGeom>
            <a:no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4A3C2E29-A17C-353E-380F-FA93B262D948}"/>
                </a:ext>
              </a:extLst>
            </p:cNvPr>
            <p:cNvSpPr/>
            <p:nvPr/>
          </p:nvSpPr>
          <p:spPr>
            <a:xfrm>
              <a:off x="8300084" y="1"/>
              <a:ext cx="3284855" cy="3500878"/>
            </a:xfrm>
            <a:custGeom>
              <a:avLst/>
              <a:gdLst>
                <a:gd name="connsiteX0" fmla="*/ 3284855 w 3284855"/>
                <a:gd name="connsiteY0" fmla="*/ 0 h 3496309"/>
                <a:gd name="connsiteX1" fmla="*/ 0 w 3284855"/>
                <a:gd name="connsiteY1" fmla="*/ 3496310 h 3496309"/>
                <a:gd name="connsiteX2" fmla="*/ 2220596 w 3284855"/>
                <a:gd name="connsiteY2" fmla="*/ 0 h 3496309"/>
                <a:gd name="connsiteX3" fmla="*/ 3284855 w 3284855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4855" h="3496309">
                  <a:moveTo>
                    <a:pt x="3284855" y="0"/>
                  </a:moveTo>
                  <a:lnTo>
                    <a:pt x="0" y="3496310"/>
                  </a:lnTo>
                  <a:lnTo>
                    <a:pt x="2220596" y="0"/>
                  </a:lnTo>
                  <a:lnTo>
                    <a:pt x="3284855" y="0"/>
                  </a:lnTo>
                  <a:close/>
                </a:path>
              </a:pathLst>
            </a:custGeom>
            <a:solidFill>
              <a:srgbClr val="0EAFE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12095E46-93F9-9A69-2532-572247913FE5}"/>
                </a:ext>
              </a:extLst>
            </p:cNvPr>
            <p:cNvSpPr/>
            <p:nvPr/>
          </p:nvSpPr>
          <p:spPr>
            <a:xfrm>
              <a:off x="8300084" y="1"/>
              <a:ext cx="3284855" cy="3500878"/>
            </a:xfrm>
            <a:custGeom>
              <a:avLst/>
              <a:gdLst>
                <a:gd name="connsiteX0" fmla="*/ 3284855 w 3284855"/>
                <a:gd name="connsiteY0" fmla="*/ 0 h 3496309"/>
                <a:gd name="connsiteX1" fmla="*/ 0 w 3284855"/>
                <a:gd name="connsiteY1" fmla="*/ 3496310 h 3496309"/>
                <a:gd name="connsiteX2" fmla="*/ 2220596 w 3284855"/>
                <a:gd name="connsiteY2" fmla="*/ 0 h 3496309"/>
                <a:gd name="connsiteX3" fmla="*/ 3284855 w 3284855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4855" h="3496309">
                  <a:moveTo>
                    <a:pt x="3284855" y="0"/>
                  </a:moveTo>
                  <a:lnTo>
                    <a:pt x="0" y="3496310"/>
                  </a:lnTo>
                  <a:lnTo>
                    <a:pt x="2220596" y="0"/>
                  </a:lnTo>
                  <a:lnTo>
                    <a:pt x="3284855" y="0"/>
                  </a:lnTo>
                  <a:close/>
                </a:path>
              </a:pathLst>
            </a:custGeom>
            <a:solidFill>
              <a:srgbClr val="3ECAFB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C9D5E58A-C716-C789-1AB4-FB6F82CFF8A2}"/>
                </a:ext>
              </a:extLst>
            </p:cNvPr>
            <p:cNvSpPr/>
            <p:nvPr/>
          </p:nvSpPr>
          <p:spPr>
            <a:xfrm>
              <a:off x="8300084" y="1"/>
              <a:ext cx="3284855" cy="3500878"/>
            </a:xfrm>
            <a:custGeom>
              <a:avLst/>
              <a:gdLst>
                <a:gd name="connsiteX0" fmla="*/ 3284855 w 3284855"/>
                <a:gd name="connsiteY0" fmla="*/ 0 h 3496309"/>
                <a:gd name="connsiteX1" fmla="*/ 0 w 3284855"/>
                <a:gd name="connsiteY1" fmla="*/ 3496310 h 3496309"/>
                <a:gd name="connsiteX2" fmla="*/ 2220596 w 3284855"/>
                <a:gd name="connsiteY2" fmla="*/ 0 h 3496309"/>
                <a:gd name="connsiteX3" fmla="*/ 3284855 w 3284855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4855" h="3496309">
                  <a:moveTo>
                    <a:pt x="3284855" y="0"/>
                  </a:moveTo>
                  <a:lnTo>
                    <a:pt x="0" y="3496310"/>
                  </a:lnTo>
                  <a:lnTo>
                    <a:pt x="2220596" y="0"/>
                  </a:lnTo>
                  <a:lnTo>
                    <a:pt x="3284855" y="0"/>
                  </a:lnTo>
                  <a:close/>
                </a:path>
              </a:pathLst>
            </a:custGeom>
            <a:gradFill>
              <a:gsLst>
                <a:gs pos="0">
                  <a:srgbClr val="3ECAFB">
                    <a:alpha val="0"/>
                  </a:srgbClr>
                </a:gs>
                <a:gs pos="40000">
                  <a:srgbClr val="3CC7FA">
                    <a:alpha val="52000"/>
                  </a:srgbClr>
                </a:gs>
                <a:gs pos="54000">
                  <a:srgbClr val="0068DF"/>
                </a:gs>
              </a:gsLst>
              <a:lin ang="2400000" scaled="0"/>
            </a:gra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9213E81A-E416-FAEC-70B5-30127049996D}"/>
                </a:ext>
              </a:extLst>
            </p:cNvPr>
            <p:cNvSpPr/>
            <p:nvPr/>
          </p:nvSpPr>
          <p:spPr>
            <a:xfrm>
              <a:off x="8300084" y="1"/>
              <a:ext cx="3284855" cy="3500878"/>
            </a:xfrm>
            <a:custGeom>
              <a:avLst/>
              <a:gdLst>
                <a:gd name="connsiteX0" fmla="*/ 3284855 w 3284855"/>
                <a:gd name="connsiteY0" fmla="*/ 0 h 3496309"/>
                <a:gd name="connsiteX1" fmla="*/ 0 w 3284855"/>
                <a:gd name="connsiteY1" fmla="*/ 3496310 h 3496309"/>
                <a:gd name="connsiteX2" fmla="*/ 2220596 w 3284855"/>
                <a:gd name="connsiteY2" fmla="*/ 0 h 3496309"/>
                <a:gd name="connsiteX3" fmla="*/ 3284855 w 3284855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4855" h="3496309">
                  <a:moveTo>
                    <a:pt x="3284855" y="0"/>
                  </a:moveTo>
                  <a:lnTo>
                    <a:pt x="0" y="3496310"/>
                  </a:lnTo>
                  <a:lnTo>
                    <a:pt x="2220596" y="0"/>
                  </a:lnTo>
                  <a:lnTo>
                    <a:pt x="3284855" y="0"/>
                  </a:lnTo>
                  <a:close/>
                </a:path>
              </a:pathLst>
            </a:custGeom>
            <a:no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94" name="Graphic 613">
              <a:extLst>
                <a:ext uri="{FF2B5EF4-FFF2-40B4-BE49-F238E27FC236}">
                  <a16:creationId xmlns:a16="http://schemas.microsoft.com/office/drawing/2014/main" id="{83EC16FD-782A-F58B-6083-A2F5180D6468}"/>
                </a:ext>
              </a:extLst>
            </p:cNvPr>
            <p:cNvGrpSpPr/>
            <p:nvPr/>
          </p:nvGrpSpPr>
          <p:grpSpPr>
            <a:xfrm>
              <a:off x="8300084" y="1"/>
              <a:ext cx="3891915" cy="3500878"/>
              <a:chOff x="8300084" y="0"/>
              <a:chExt cx="3891915" cy="3496309"/>
            </a:xfrm>
          </p:grpSpPr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59869991-36F0-44A8-69B9-7D2602EEED2C}"/>
                  </a:ext>
                </a:extLst>
              </p:cNvPr>
              <p:cNvSpPr/>
              <p:nvPr/>
            </p:nvSpPr>
            <p:spPr>
              <a:xfrm>
                <a:off x="8300084" y="0"/>
                <a:ext cx="3891915" cy="3496309"/>
              </a:xfrm>
              <a:custGeom>
                <a:avLst/>
                <a:gdLst>
                  <a:gd name="connsiteX0" fmla="*/ 3891915 w 3891915"/>
                  <a:gd name="connsiteY0" fmla="*/ 683895 h 3496309"/>
                  <a:gd name="connsiteX1" fmla="*/ 0 w 3891915"/>
                  <a:gd name="connsiteY1" fmla="*/ 3496310 h 3496309"/>
                  <a:gd name="connsiteX2" fmla="*/ 3284855 w 3891915"/>
                  <a:gd name="connsiteY2" fmla="*/ 0 h 3496309"/>
                  <a:gd name="connsiteX3" fmla="*/ 3891915 w 3891915"/>
                  <a:gd name="connsiteY3" fmla="*/ 0 h 3496309"/>
                  <a:gd name="connsiteX4" fmla="*/ 3891915 w 3891915"/>
                  <a:gd name="connsiteY4" fmla="*/ 683895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91915" h="3496309">
                    <a:moveTo>
                      <a:pt x="3891915" y="683895"/>
                    </a:moveTo>
                    <a:lnTo>
                      <a:pt x="0" y="3496310"/>
                    </a:lnTo>
                    <a:lnTo>
                      <a:pt x="3284855" y="0"/>
                    </a:lnTo>
                    <a:lnTo>
                      <a:pt x="3891915" y="0"/>
                    </a:lnTo>
                    <a:lnTo>
                      <a:pt x="3891915" y="683895"/>
                    </a:lnTo>
                    <a:close/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2D92D112-5F67-06DD-1547-8E87E1E57873}"/>
                  </a:ext>
                </a:extLst>
              </p:cNvPr>
              <p:cNvSpPr/>
              <p:nvPr/>
            </p:nvSpPr>
            <p:spPr>
              <a:xfrm>
                <a:off x="8300084" y="0"/>
                <a:ext cx="3891915" cy="3496309"/>
              </a:xfrm>
              <a:custGeom>
                <a:avLst/>
                <a:gdLst>
                  <a:gd name="connsiteX0" fmla="*/ 3891915 w 3891915"/>
                  <a:gd name="connsiteY0" fmla="*/ 683895 h 3496309"/>
                  <a:gd name="connsiteX1" fmla="*/ 0 w 3891915"/>
                  <a:gd name="connsiteY1" fmla="*/ 3496310 h 3496309"/>
                  <a:gd name="connsiteX2" fmla="*/ 3284855 w 3891915"/>
                  <a:gd name="connsiteY2" fmla="*/ 0 h 3496309"/>
                  <a:gd name="connsiteX3" fmla="*/ 3891915 w 3891915"/>
                  <a:gd name="connsiteY3" fmla="*/ 0 h 3496309"/>
                  <a:gd name="connsiteX4" fmla="*/ 3891915 w 3891915"/>
                  <a:gd name="connsiteY4" fmla="*/ 683895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91915" h="3496309">
                    <a:moveTo>
                      <a:pt x="3891915" y="683895"/>
                    </a:moveTo>
                    <a:lnTo>
                      <a:pt x="0" y="3496310"/>
                    </a:lnTo>
                    <a:lnTo>
                      <a:pt x="3284855" y="0"/>
                    </a:lnTo>
                    <a:lnTo>
                      <a:pt x="3891915" y="0"/>
                    </a:lnTo>
                    <a:lnTo>
                      <a:pt x="3891915" y="683895"/>
                    </a:lnTo>
                    <a:close/>
                  </a:path>
                </a:pathLst>
              </a:custGeom>
              <a:gradFill>
                <a:gsLst>
                  <a:gs pos="46000">
                    <a:srgbClr val="0068DF"/>
                  </a:gs>
                  <a:gs pos="100000">
                    <a:srgbClr val="39C7F8"/>
                  </a:gs>
                  <a:gs pos="53000">
                    <a:srgbClr val="3ECAFB">
                      <a:alpha val="89804"/>
                    </a:srgbClr>
                  </a:gs>
                </a:gsLst>
                <a:lin ang="276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95" name="Graphic 613">
              <a:extLst>
                <a:ext uri="{FF2B5EF4-FFF2-40B4-BE49-F238E27FC236}">
                  <a16:creationId xmlns:a16="http://schemas.microsoft.com/office/drawing/2014/main" id="{B1582B1F-7AC2-28FA-8EA9-5CE9105DE7FC}"/>
                </a:ext>
              </a:extLst>
            </p:cNvPr>
            <p:cNvGrpSpPr/>
            <p:nvPr/>
          </p:nvGrpSpPr>
          <p:grpSpPr>
            <a:xfrm>
              <a:off x="8300084" y="684789"/>
              <a:ext cx="3930650" cy="2816090"/>
              <a:chOff x="8300084" y="683894"/>
              <a:chExt cx="3930650" cy="2812414"/>
            </a:xfrm>
          </p:grpSpPr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D7446763-159E-F879-573A-D209FAE4ED3B}"/>
                  </a:ext>
                </a:extLst>
              </p:cNvPr>
              <p:cNvSpPr/>
              <p:nvPr/>
            </p:nvSpPr>
            <p:spPr>
              <a:xfrm>
                <a:off x="8300084" y="683894"/>
                <a:ext cx="3930650" cy="2812414"/>
              </a:xfrm>
              <a:custGeom>
                <a:avLst/>
                <a:gdLst>
                  <a:gd name="connsiteX0" fmla="*/ 3891915 w 3930650"/>
                  <a:gd name="connsiteY0" fmla="*/ 0 h 2812414"/>
                  <a:gd name="connsiteX1" fmla="*/ 0 w 3930650"/>
                  <a:gd name="connsiteY1" fmla="*/ 2812415 h 2812414"/>
                  <a:gd name="connsiteX2" fmla="*/ 3930650 w 3930650"/>
                  <a:gd name="connsiteY2" fmla="*/ 1133158 h 2812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930650" h="2812414">
                    <a:moveTo>
                      <a:pt x="3891915" y="0"/>
                    </a:moveTo>
                    <a:lnTo>
                      <a:pt x="0" y="2812415"/>
                    </a:lnTo>
                    <a:lnTo>
                      <a:pt x="3930650" y="1133158"/>
                    </a:lnTo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37C2AD9-C638-46B8-D081-864F17BE5057}"/>
                  </a:ext>
                </a:extLst>
              </p:cNvPr>
              <p:cNvSpPr/>
              <p:nvPr/>
            </p:nvSpPr>
            <p:spPr>
              <a:xfrm>
                <a:off x="8300084" y="683894"/>
                <a:ext cx="3930650" cy="2812414"/>
              </a:xfrm>
              <a:custGeom>
                <a:avLst/>
                <a:gdLst>
                  <a:gd name="connsiteX0" fmla="*/ 3891915 w 3930650"/>
                  <a:gd name="connsiteY0" fmla="*/ 0 h 2812414"/>
                  <a:gd name="connsiteX1" fmla="*/ 0 w 3930650"/>
                  <a:gd name="connsiteY1" fmla="*/ 2812415 h 2812414"/>
                  <a:gd name="connsiteX2" fmla="*/ 3930650 w 3930650"/>
                  <a:gd name="connsiteY2" fmla="*/ 1133158 h 2812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930650" h="2812414">
                    <a:moveTo>
                      <a:pt x="3891915" y="0"/>
                    </a:moveTo>
                    <a:lnTo>
                      <a:pt x="0" y="2812415"/>
                    </a:lnTo>
                    <a:lnTo>
                      <a:pt x="3930650" y="1133158"/>
                    </a:lnTo>
                  </a:path>
                </a:pathLst>
              </a:custGeom>
              <a:gradFill>
                <a:gsLst>
                  <a:gs pos="47000">
                    <a:srgbClr val="0068DF">
                      <a:alpha val="89804"/>
                    </a:srgbClr>
                  </a:gs>
                  <a:gs pos="34000">
                    <a:srgbClr val="0068DF">
                      <a:alpha val="89804"/>
                    </a:srgbClr>
                  </a:gs>
                  <a:gs pos="58000">
                    <a:srgbClr val="0EAFE0"/>
                  </a:gs>
                </a:gsLst>
                <a:lin ang="360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96" name="Graphic 613">
              <a:extLst>
                <a:ext uri="{FF2B5EF4-FFF2-40B4-BE49-F238E27FC236}">
                  <a16:creationId xmlns:a16="http://schemas.microsoft.com/office/drawing/2014/main" id="{4AF4ACD0-F47B-6931-8EDE-77CDC16570B6}"/>
                </a:ext>
              </a:extLst>
            </p:cNvPr>
            <p:cNvGrpSpPr/>
            <p:nvPr/>
          </p:nvGrpSpPr>
          <p:grpSpPr>
            <a:xfrm>
              <a:off x="8300084" y="1819428"/>
              <a:ext cx="3930650" cy="1681452"/>
              <a:chOff x="8300084" y="1817052"/>
              <a:chExt cx="3930650" cy="1679257"/>
            </a:xfrm>
          </p:grpSpPr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8D4585CF-8D5B-46AF-3659-F41ED9F5181A}"/>
                  </a:ext>
                </a:extLst>
              </p:cNvPr>
              <p:cNvSpPr/>
              <p:nvPr/>
            </p:nvSpPr>
            <p:spPr>
              <a:xfrm>
                <a:off x="8300084" y="1817052"/>
                <a:ext cx="3930650" cy="1679257"/>
              </a:xfrm>
              <a:custGeom>
                <a:avLst/>
                <a:gdLst>
                  <a:gd name="connsiteX0" fmla="*/ 3930650 w 3930650"/>
                  <a:gd name="connsiteY0" fmla="*/ 0 h 1679257"/>
                  <a:gd name="connsiteX1" fmla="*/ 0 w 3930650"/>
                  <a:gd name="connsiteY1" fmla="*/ 1679257 h 1679257"/>
                  <a:gd name="connsiteX2" fmla="*/ 3928746 w 3930650"/>
                  <a:gd name="connsiteY2" fmla="*/ 279400 h 1679257"/>
                  <a:gd name="connsiteX3" fmla="*/ 3930650 w 3930650"/>
                  <a:gd name="connsiteY3" fmla="*/ 0 h 1679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30650" h="1679257">
                    <a:moveTo>
                      <a:pt x="3930650" y="0"/>
                    </a:moveTo>
                    <a:lnTo>
                      <a:pt x="0" y="1679257"/>
                    </a:lnTo>
                    <a:lnTo>
                      <a:pt x="3928746" y="279400"/>
                    </a:lnTo>
                    <a:lnTo>
                      <a:pt x="3930650" y="0"/>
                    </a:lnTo>
                    <a:close/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3EE5F515-EAC2-2C3A-6D9E-C8BBB8507DC9}"/>
                  </a:ext>
                </a:extLst>
              </p:cNvPr>
              <p:cNvSpPr/>
              <p:nvPr/>
            </p:nvSpPr>
            <p:spPr>
              <a:xfrm>
                <a:off x="8300084" y="1817052"/>
                <a:ext cx="3930650" cy="1679257"/>
              </a:xfrm>
              <a:custGeom>
                <a:avLst/>
                <a:gdLst>
                  <a:gd name="connsiteX0" fmla="*/ 3930650 w 3930650"/>
                  <a:gd name="connsiteY0" fmla="*/ 0 h 1679257"/>
                  <a:gd name="connsiteX1" fmla="*/ 0 w 3930650"/>
                  <a:gd name="connsiteY1" fmla="*/ 1679257 h 1679257"/>
                  <a:gd name="connsiteX2" fmla="*/ 3928746 w 3930650"/>
                  <a:gd name="connsiteY2" fmla="*/ 279400 h 1679257"/>
                  <a:gd name="connsiteX3" fmla="*/ 3930650 w 3930650"/>
                  <a:gd name="connsiteY3" fmla="*/ 0 h 1679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30650" h="1679257">
                    <a:moveTo>
                      <a:pt x="3930650" y="0"/>
                    </a:moveTo>
                    <a:lnTo>
                      <a:pt x="0" y="1679257"/>
                    </a:lnTo>
                    <a:lnTo>
                      <a:pt x="3928746" y="279400"/>
                    </a:lnTo>
                    <a:lnTo>
                      <a:pt x="3930650" y="0"/>
                    </a:lnTo>
                    <a:close/>
                  </a:path>
                </a:pathLst>
              </a:custGeom>
              <a:solidFill>
                <a:srgbClr val="26BCED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29AAFAE4-0A02-5B9F-2A40-F425177BA9A8}"/>
                </a:ext>
              </a:extLst>
            </p:cNvPr>
            <p:cNvSpPr/>
            <p:nvPr userDrawn="1"/>
          </p:nvSpPr>
          <p:spPr>
            <a:xfrm>
              <a:off x="12200310" y="1"/>
              <a:ext cx="92408" cy="6866963"/>
            </a:xfrm>
            <a:prstGeom prst="rect">
              <a:avLst/>
            </a:prstGeom>
            <a:solidFill>
              <a:srgbClr val="E9ED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4172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t in tou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hlinkClick r:id="rId2"/>
            <a:extLst>
              <a:ext uri="{FF2B5EF4-FFF2-40B4-BE49-F238E27FC236}">
                <a16:creationId xmlns:a16="http://schemas.microsoft.com/office/drawing/2014/main" id="{0E20C2A2-7AA6-B5F7-298D-A81D64A664DD}"/>
              </a:ext>
            </a:extLst>
          </p:cNvPr>
          <p:cNvSpPr/>
          <p:nvPr userDrawn="1"/>
        </p:nvSpPr>
        <p:spPr>
          <a:xfrm>
            <a:off x="1342652" y="5351951"/>
            <a:ext cx="1509927" cy="3055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sz="13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nxp.com</a:t>
            </a:r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FE5A13CC-41AD-B8D9-9E1B-73CEF87EF7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42650" y="4184148"/>
            <a:ext cx="5122488" cy="42315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FontTx/>
              <a:buNone/>
              <a:defRPr sz="2000"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3128669A-EC9C-6B64-81BD-C3297B9263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42652" y="4685635"/>
            <a:ext cx="5122486" cy="531824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400"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email@nxp.com</a:t>
            </a:r>
          </a:p>
          <a:p>
            <a:pPr lvl="0"/>
            <a:r>
              <a:rPr lang="en-US" dirty="0"/>
              <a:t>+00 000 000</a:t>
            </a:r>
          </a:p>
          <a:p>
            <a:pPr lvl="0"/>
            <a:endParaRPr lang="en-US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04C421D2-45C3-344D-F5A9-B20EDBE60D16}"/>
              </a:ext>
            </a:extLst>
          </p:cNvPr>
          <p:cNvSpPr txBox="1">
            <a:spLocks/>
          </p:cNvSpPr>
          <p:nvPr userDrawn="1"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 dirty="0">
                <a:solidFill>
                  <a:schemeClr val="bg2">
                    <a:lumMod val="50000"/>
                    <a:lumOff val="50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Internal  |  </a:t>
            </a:r>
            <a:r>
              <a:rPr lang="en-US" sz="800" b="0" i="0" dirty="0">
                <a:solidFill>
                  <a:schemeClr val="bg2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 dirty="0">
                <a:solidFill>
                  <a:schemeClr val="bg2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 dirty="0">
                <a:solidFill>
                  <a:schemeClr val="bg2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2025 NXP B.V. Version 2.9.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407169C-F128-91C7-AC49-586C9613B8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2650" y="2122688"/>
            <a:ext cx="5122863" cy="1593836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4200" b="1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Get in touch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AEF5EDE-2021-9571-F58B-D3AF5A979807}"/>
              </a:ext>
            </a:extLst>
          </p:cNvPr>
          <p:cNvGrpSpPr/>
          <p:nvPr userDrawn="1"/>
        </p:nvGrpSpPr>
        <p:grpSpPr>
          <a:xfrm>
            <a:off x="532238" y="532263"/>
            <a:ext cx="1522954" cy="515204"/>
            <a:chOff x="532238" y="532263"/>
            <a:chExt cx="1522954" cy="515204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5109736-310E-A974-DDC5-8F49907B1669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anose="00000500000000000000" pitchFamily="2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F7413E9-6D3A-96D8-051C-13A354A5AA14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anose="00000500000000000000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D78B0F1-E317-7DC9-E5B0-502657A7FAD0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EAF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anose="00000500000000000000" pitchFamily="2" charset="0"/>
              </a:endParaRPr>
            </a:p>
          </p:txBody>
        </p:sp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307DE27C-A204-5B0D-D4F0-8288A317245D}"/>
              </a:ext>
            </a:extLst>
          </p:cNvPr>
          <p:cNvGrpSpPr/>
          <p:nvPr userDrawn="1"/>
        </p:nvGrpSpPr>
        <p:grpSpPr>
          <a:xfrm>
            <a:off x="6473825" y="1"/>
            <a:ext cx="5818893" cy="6874913"/>
            <a:chOff x="6473825" y="1"/>
            <a:chExt cx="5818893" cy="6874913"/>
          </a:xfrm>
        </p:grpSpPr>
        <p:sp>
          <p:nvSpPr>
            <p:cNvPr id="271" name="Rectangle 261">
              <a:extLst>
                <a:ext uri="{FF2B5EF4-FFF2-40B4-BE49-F238E27FC236}">
                  <a16:creationId xmlns:a16="http://schemas.microsoft.com/office/drawing/2014/main" id="{B4E927DC-D2B2-7CD0-A18B-96EA502EAB6D}"/>
                </a:ext>
              </a:extLst>
            </p:cNvPr>
            <p:cNvSpPr/>
            <p:nvPr userDrawn="1"/>
          </p:nvSpPr>
          <p:spPr>
            <a:xfrm>
              <a:off x="8319247" y="1"/>
              <a:ext cx="2498165" cy="3446946"/>
            </a:xfrm>
            <a:custGeom>
              <a:avLst/>
              <a:gdLst>
                <a:gd name="connsiteX0" fmla="*/ 0 w 723153"/>
                <a:gd name="connsiteY0" fmla="*/ 0 h 328706"/>
                <a:gd name="connsiteX1" fmla="*/ 723153 w 723153"/>
                <a:gd name="connsiteY1" fmla="*/ 0 h 328706"/>
                <a:gd name="connsiteX2" fmla="*/ 723153 w 723153"/>
                <a:gd name="connsiteY2" fmla="*/ 328706 h 328706"/>
                <a:gd name="connsiteX3" fmla="*/ 0 w 723153"/>
                <a:gd name="connsiteY3" fmla="*/ 328706 h 328706"/>
                <a:gd name="connsiteX4" fmla="*/ 0 w 723153"/>
                <a:gd name="connsiteY4" fmla="*/ 0 h 328706"/>
                <a:gd name="connsiteX0" fmla="*/ 1775012 w 2498165"/>
                <a:gd name="connsiteY0" fmla="*/ 0 h 3442447"/>
                <a:gd name="connsiteX1" fmla="*/ 2498165 w 2498165"/>
                <a:gd name="connsiteY1" fmla="*/ 0 h 3442447"/>
                <a:gd name="connsiteX2" fmla="*/ 2498165 w 2498165"/>
                <a:gd name="connsiteY2" fmla="*/ 328706 h 3442447"/>
                <a:gd name="connsiteX3" fmla="*/ 0 w 2498165"/>
                <a:gd name="connsiteY3" fmla="*/ 3442447 h 3442447"/>
                <a:gd name="connsiteX4" fmla="*/ 1775012 w 2498165"/>
                <a:gd name="connsiteY4" fmla="*/ 0 h 3442447"/>
                <a:gd name="connsiteX0" fmla="*/ 1775012 w 2498165"/>
                <a:gd name="connsiteY0" fmla="*/ 0 h 3442447"/>
                <a:gd name="connsiteX1" fmla="*/ 2498165 w 2498165"/>
                <a:gd name="connsiteY1" fmla="*/ 0 h 3442447"/>
                <a:gd name="connsiteX2" fmla="*/ 0 w 2498165"/>
                <a:gd name="connsiteY2" fmla="*/ 3442447 h 3442447"/>
                <a:gd name="connsiteX3" fmla="*/ 1775012 w 2498165"/>
                <a:gd name="connsiteY3" fmla="*/ 0 h 344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8165" h="3442447">
                  <a:moveTo>
                    <a:pt x="1775012" y="0"/>
                  </a:moveTo>
                  <a:lnTo>
                    <a:pt x="2498165" y="0"/>
                  </a:lnTo>
                  <a:lnTo>
                    <a:pt x="0" y="3442447"/>
                  </a:lnTo>
                  <a:lnTo>
                    <a:pt x="1775012" y="0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72" name="Rectangle 260">
              <a:extLst>
                <a:ext uri="{FF2B5EF4-FFF2-40B4-BE49-F238E27FC236}">
                  <a16:creationId xmlns:a16="http://schemas.microsoft.com/office/drawing/2014/main" id="{4B138A3A-03F8-0F97-AF33-096F17AC4DDA}"/>
                </a:ext>
              </a:extLst>
            </p:cNvPr>
            <p:cNvSpPr/>
            <p:nvPr userDrawn="1"/>
          </p:nvSpPr>
          <p:spPr>
            <a:xfrm>
              <a:off x="7129929" y="1"/>
              <a:ext cx="1176282" cy="3464900"/>
            </a:xfrm>
            <a:custGeom>
              <a:avLst/>
              <a:gdLst>
                <a:gd name="connsiteX0" fmla="*/ 0 w 644376"/>
                <a:gd name="connsiteY0" fmla="*/ 0 h 1392518"/>
                <a:gd name="connsiteX1" fmla="*/ 644376 w 644376"/>
                <a:gd name="connsiteY1" fmla="*/ 0 h 1392518"/>
                <a:gd name="connsiteX2" fmla="*/ 644376 w 644376"/>
                <a:gd name="connsiteY2" fmla="*/ 1392518 h 1392518"/>
                <a:gd name="connsiteX3" fmla="*/ 0 w 644376"/>
                <a:gd name="connsiteY3" fmla="*/ 1392518 h 1392518"/>
                <a:gd name="connsiteX4" fmla="*/ 0 w 644376"/>
                <a:gd name="connsiteY4" fmla="*/ 0 h 1392518"/>
                <a:gd name="connsiteX0" fmla="*/ 0 w 1176282"/>
                <a:gd name="connsiteY0" fmla="*/ 0 h 3460377"/>
                <a:gd name="connsiteX1" fmla="*/ 644376 w 1176282"/>
                <a:gd name="connsiteY1" fmla="*/ 0 h 3460377"/>
                <a:gd name="connsiteX2" fmla="*/ 1176282 w 1176282"/>
                <a:gd name="connsiteY2" fmla="*/ 3460377 h 3460377"/>
                <a:gd name="connsiteX3" fmla="*/ 0 w 1176282"/>
                <a:gd name="connsiteY3" fmla="*/ 1392518 h 3460377"/>
                <a:gd name="connsiteX4" fmla="*/ 0 w 1176282"/>
                <a:gd name="connsiteY4" fmla="*/ 0 h 3460377"/>
                <a:gd name="connsiteX0" fmla="*/ 0 w 1176282"/>
                <a:gd name="connsiteY0" fmla="*/ 0 h 3460377"/>
                <a:gd name="connsiteX1" fmla="*/ 644376 w 1176282"/>
                <a:gd name="connsiteY1" fmla="*/ 0 h 3460377"/>
                <a:gd name="connsiteX2" fmla="*/ 1176282 w 1176282"/>
                <a:gd name="connsiteY2" fmla="*/ 3460377 h 3460377"/>
                <a:gd name="connsiteX3" fmla="*/ 0 w 1176282"/>
                <a:gd name="connsiteY3" fmla="*/ 0 h 3460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6282" h="3460377">
                  <a:moveTo>
                    <a:pt x="0" y="0"/>
                  </a:moveTo>
                  <a:lnTo>
                    <a:pt x="644376" y="0"/>
                  </a:lnTo>
                  <a:lnTo>
                    <a:pt x="1176282" y="34603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73" name="Rectangle 259">
              <a:extLst>
                <a:ext uri="{FF2B5EF4-FFF2-40B4-BE49-F238E27FC236}">
                  <a16:creationId xmlns:a16="http://schemas.microsoft.com/office/drawing/2014/main" id="{213E3CAD-58AC-7FDD-88D0-5F0CBB6BB145}"/>
                </a:ext>
              </a:extLst>
            </p:cNvPr>
            <p:cNvSpPr/>
            <p:nvPr userDrawn="1"/>
          </p:nvSpPr>
          <p:spPr>
            <a:xfrm>
              <a:off x="8331201" y="3535753"/>
              <a:ext cx="3762468" cy="3331212"/>
            </a:xfrm>
            <a:custGeom>
              <a:avLst/>
              <a:gdLst>
                <a:gd name="connsiteX0" fmla="*/ 0 w 792163"/>
                <a:gd name="connsiteY0" fmla="*/ 0 h 786864"/>
                <a:gd name="connsiteX1" fmla="*/ 792163 w 792163"/>
                <a:gd name="connsiteY1" fmla="*/ 0 h 786864"/>
                <a:gd name="connsiteX2" fmla="*/ 792163 w 792163"/>
                <a:gd name="connsiteY2" fmla="*/ 786864 h 786864"/>
                <a:gd name="connsiteX3" fmla="*/ 0 w 792163"/>
                <a:gd name="connsiteY3" fmla="*/ 786864 h 786864"/>
                <a:gd name="connsiteX4" fmla="*/ 0 w 792163"/>
                <a:gd name="connsiteY4" fmla="*/ 0 h 786864"/>
                <a:gd name="connsiteX0" fmla="*/ 0 w 3762468"/>
                <a:gd name="connsiteY0" fmla="*/ 0 h 3326864"/>
                <a:gd name="connsiteX1" fmla="*/ 3762468 w 3762468"/>
                <a:gd name="connsiteY1" fmla="*/ 2540000 h 3326864"/>
                <a:gd name="connsiteX2" fmla="*/ 3762468 w 3762468"/>
                <a:gd name="connsiteY2" fmla="*/ 3326864 h 3326864"/>
                <a:gd name="connsiteX3" fmla="*/ 2970305 w 3762468"/>
                <a:gd name="connsiteY3" fmla="*/ 3326864 h 3326864"/>
                <a:gd name="connsiteX4" fmla="*/ 0 w 3762468"/>
                <a:gd name="connsiteY4" fmla="*/ 0 h 3326864"/>
                <a:gd name="connsiteX0" fmla="*/ 0 w 3762468"/>
                <a:gd name="connsiteY0" fmla="*/ 0 h 3326864"/>
                <a:gd name="connsiteX1" fmla="*/ 3744539 w 3762468"/>
                <a:gd name="connsiteY1" fmla="*/ 3036047 h 3326864"/>
                <a:gd name="connsiteX2" fmla="*/ 3762468 w 3762468"/>
                <a:gd name="connsiteY2" fmla="*/ 3326864 h 3326864"/>
                <a:gd name="connsiteX3" fmla="*/ 2970305 w 3762468"/>
                <a:gd name="connsiteY3" fmla="*/ 3326864 h 3326864"/>
                <a:gd name="connsiteX4" fmla="*/ 0 w 3762468"/>
                <a:gd name="connsiteY4" fmla="*/ 0 h 3326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62468" h="3326864">
                  <a:moveTo>
                    <a:pt x="0" y="0"/>
                  </a:moveTo>
                  <a:lnTo>
                    <a:pt x="3744539" y="3036047"/>
                  </a:lnTo>
                  <a:lnTo>
                    <a:pt x="3762468" y="3326864"/>
                  </a:lnTo>
                  <a:lnTo>
                    <a:pt x="2970305" y="3326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04B35D5F-5408-B569-A55A-318EB54E29BC}"/>
                </a:ext>
              </a:extLst>
            </p:cNvPr>
            <p:cNvSpPr/>
            <p:nvPr userDrawn="1"/>
          </p:nvSpPr>
          <p:spPr>
            <a:xfrm>
              <a:off x="8189844" y="3527033"/>
              <a:ext cx="747423" cy="3339931"/>
            </a:xfrm>
            <a:custGeom>
              <a:avLst/>
              <a:gdLst>
                <a:gd name="connsiteX0" fmla="*/ 115294 w 747423"/>
                <a:gd name="connsiteY0" fmla="*/ 0 h 3319669"/>
                <a:gd name="connsiteX1" fmla="*/ 0 w 747423"/>
                <a:gd name="connsiteY1" fmla="*/ 3319669 h 3319669"/>
                <a:gd name="connsiteX2" fmla="*/ 747423 w 747423"/>
                <a:gd name="connsiteY2" fmla="*/ 3319669 h 3319669"/>
                <a:gd name="connsiteX3" fmla="*/ 115294 w 747423"/>
                <a:gd name="connsiteY3" fmla="*/ 0 h 3319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423" h="3319669">
                  <a:moveTo>
                    <a:pt x="115294" y="0"/>
                  </a:moveTo>
                  <a:lnTo>
                    <a:pt x="0" y="3319669"/>
                  </a:lnTo>
                  <a:lnTo>
                    <a:pt x="747423" y="3319669"/>
                  </a:lnTo>
                  <a:lnTo>
                    <a:pt x="115294" y="0"/>
                  </a:lnTo>
                  <a:close/>
                </a:path>
              </a:pathLst>
            </a:custGeom>
            <a:solidFill>
              <a:srgbClr val="FF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75" name="Isosceles Triangle 724">
              <a:extLst>
                <a:ext uri="{FF2B5EF4-FFF2-40B4-BE49-F238E27FC236}">
                  <a16:creationId xmlns:a16="http://schemas.microsoft.com/office/drawing/2014/main" id="{A7D0919E-4E09-5B28-C9A1-DD7528988673}"/>
                </a:ext>
              </a:extLst>
            </p:cNvPr>
            <p:cNvSpPr/>
            <p:nvPr userDrawn="1"/>
          </p:nvSpPr>
          <p:spPr>
            <a:xfrm>
              <a:off x="8308035" y="3532015"/>
              <a:ext cx="1605682" cy="3342899"/>
            </a:xfrm>
            <a:custGeom>
              <a:avLst/>
              <a:gdLst>
                <a:gd name="connsiteX0" fmla="*/ 0 w 126740"/>
                <a:gd name="connsiteY0" fmla="*/ 3361690 h 3361690"/>
                <a:gd name="connsiteX1" fmla="*/ 63370 w 126740"/>
                <a:gd name="connsiteY1" fmla="*/ 0 h 3361690"/>
                <a:gd name="connsiteX2" fmla="*/ 126740 w 126740"/>
                <a:gd name="connsiteY2" fmla="*/ 3361690 h 3361690"/>
                <a:gd name="connsiteX3" fmla="*/ 0 w 126740"/>
                <a:gd name="connsiteY3" fmla="*/ 3361690 h 3361690"/>
                <a:gd name="connsiteX0" fmla="*/ 0 w 126740"/>
                <a:gd name="connsiteY0" fmla="*/ 3325831 h 3325831"/>
                <a:gd name="connsiteX1" fmla="*/ 27511 w 126740"/>
                <a:gd name="connsiteY1" fmla="*/ 0 h 3325831"/>
                <a:gd name="connsiteX2" fmla="*/ 126740 w 126740"/>
                <a:gd name="connsiteY2" fmla="*/ 3325831 h 3325831"/>
                <a:gd name="connsiteX3" fmla="*/ 0 w 126740"/>
                <a:gd name="connsiteY3" fmla="*/ 3325831 h 3325831"/>
                <a:gd name="connsiteX0" fmla="*/ 0 w 126740"/>
                <a:gd name="connsiteY0" fmla="*/ 3330594 h 3330594"/>
                <a:gd name="connsiteX1" fmla="*/ 1318 w 126740"/>
                <a:gd name="connsiteY1" fmla="*/ 0 h 3330594"/>
                <a:gd name="connsiteX2" fmla="*/ 126740 w 126740"/>
                <a:gd name="connsiteY2" fmla="*/ 3330594 h 3330594"/>
                <a:gd name="connsiteX3" fmla="*/ 0 w 126740"/>
                <a:gd name="connsiteY3" fmla="*/ 3330594 h 3330594"/>
                <a:gd name="connsiteX0" fmla="*/ 0 w 1605682"/>
                <a:gd name="connsiteY0" fmla="*/ 3330594 h 3338536"/>
                <a:gd name="connsiteX1" fmla="*/ 1318 w 1605682"/>
                <a:gd name="connsiteY1" fmla="*/ 0 h 3338536"/>
                <a:gd name="connsiteX2" fmla="*/ 1605682 w 1605682"/>
                <a:gd name="connsiteY2" fmla="*/ 3338536 h 3338536"/>
                <a:gd name="connsiteX3" fmla="*/ 0 w 1605682"/>
                <a:gd name="connsiteY3" fmla="*/ 3330594 h 3338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5682" h="3338536">
                  <a:moveTo>
                    <a:pt x="0" y="3330594"/>
                  </a:moveTo>
                  <a:cubicBezTo>
                    <a:pt x="439" y="2220396"/>
                    <a:pt x="879" y="1110198"/>
                    <a:pt x="1318" y="0"/>
                  </a:cubicBezTo>
                  <a:lnTo>
                    <a:pt x="1605682" y="3338536"/>
                  </a:lnTo>
                  <a:lnTo>
                    <a:pt x="0" y="3330594"/>
                  </a:lnTo>
                  <a:close/>
                </a:path>
              </a:pathLst>
            </a:custGeom>
            <a:solidFill>
              <a:srgbClr val="F8AC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76" name="Isosceles Triangle 721">
              <a:extLst>
                <a:ext uri="{FF2B5EF4-FFF2-40B4-BE49-F238E27FC236}">
                  <a16:creationId xmlns:a16="http://schemas.microsoft.com/office/drawing/2014/main" id="{F3B677F8-F081-D7E3-07C9-502F5AE55F5D}"/>
                </a:ext>
              </a:extLst>
            </p:cNvPr>
            <p:cNvSpPr/>
            <p:nvPr userDrawn="1"/>
          </p:nvSpPr>
          <p:spPr>
            <a:xfrm rot="10800000">
              <a:off x="8326958" y="2"/>
              <a:ext cx="1112912" cy="3452931"/>
            </a:xfrm>
            <a:custGeom>
              <a:avLst/>
              <a:gdLst>
                <a:gd name="connsiteX0" fmla="*/ 0 w 659990"/>
                <a:gd name="connsiteY0" fmla="*/ 2946400 h 2946400"/>
                <a:gd name="connsiteX1" fmla="*/ 329995 w 659990"/>
                <a:gd name="connsiteY1" fmla="*/ 0 h 2946400"/>
                <a:gd name="connsiteX2" fmla="*/ 659990 w 659990"/>
                <a:gd name="connsiteY2" fmla="*/ 2946400 h 2946400"/>
                <a:gd name="connsiteX3" fmla="*/ 0 w 659990"/>
                <a:gd name="connsiteY3" fmla="*/ 2946400 h 2946400"/>
                <a:gd name="connsiteX0" fmla="*/ 0 w 682606"/>
                <a:gd name="connsiteY0" fmla="*/ 3442447 h 3442447"/>
                <a:gd name="connsiteX1" fmla="*/ 682606 w 682606"/>
                <a:gd name="connsiteY1" fmla="*/ 0 h 3442447"/>
                <a:gd name="connsiteX2" fmla="*/ 659990 w 682606"/>
                <a:gd name="connsiteY2" fmla="*/ 3442447 h 3442447"/>
                <a:gd name="connsiteX3" fmla="*/ 0 w 682606"/>
                <a:gd name="connsiteY3" fmla="*/ 3442447 h 3442447"/>
                <a:gd name="connsiteX0" fmla="*/ 0 w 682606"/>
                <a:gd name="connsiteY0" fmla="*/ 3442447 h 3442447"/>
                <a:gd name="connsiteX1" fmla="*/ 682606 w 682606"/>
                <a:gd name="connsiteY1" fmla="*/ 0 h 3442447"/>
                <a:gd name="connsiteX2" fmla="*/ 361166 w 682606"/>
                <a:gd name="connsiteY2" fmla="*/ 3442447 h 3442447"/>
                <a:gd name="connsiteX3" fmla="*/ 0 w 682606"/>
                <a:gd name="connsiteY3" fmla="*/ 3442447 h 3442447"/>
                <a:gd name="connsiteX0" fmla="*/ 0 w 1112912"/>
                <a:gd name="connsiteY0" fmla="*/ 3448424 h 3448424"/>
                <a:gd name="connsiteX1" fmla="*/ 1112912 w 1112912"/>
                <a:gd name="connsiteY1" fmla="*/ 0 h 3448424"/>
                <a:gd name="connsiteX2" fmla="*/ 361166 w 1112912"/>
                <a:gd name="connsiteY2" fmla="*/ 3448424 h 3448424"/>
                <a:gd name="connsiteX3" fmla="*/ 0 w 1112912"/>
                <a:gd name="connsiteY3" fmla="*/ 3448424 h 3448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2912" h="3448424">
                  <a:moveTo>
                    <a:pt x="0" y="3448424"/>
                  </a:moveTo>
                  <a:lnTo>
                    <a:pt x="1112912" y="0"/>
                  </a:lnTo>
                  <a:lnTo>
                    <a:pt x="361166" y="3448424"/>
                  </a:lnTo>
                  <a:lnTo>
                    <a:pt x="0" y="3448424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1A819530-FC41-DF39-1D69-418B59BC32CF}"/>
                </a:ext>
              </a:extLst>
            </p:cNvPr>
            <p:cNvSpPr/>
            <p:nvPr/>
          </p:nvSpPr>
          <p:spPr>
            <a:xfrm>
              <a:off x="8300084" y="3500879"/>
              <a:ext cx="1438592" cy="3366084"/>
            </a:xfrm>
            <a:custGeom>
              <a:avLst/>
              <a:gdLst>
                <a:gd name="connsiteX0" fmla="*/ 1438593 w 1438592"/>
                <a:gd name="connsiteY0" fmla="*/ 3361690 h 3361690"/>
                <a:gd name="connsiteX1" fmla="*/ 0 w 1438592"/>
                <a:gd name="connsiteY1" fmla="*/ 0 h 3361690"/>
                <a:gd name="connsiteX2" fmla="*/ 530543 w 1438592"/>
                <a:gd name="connsiteY2" fmla="*/ 3361690 h 3361690"/>
                <a:gd name="connsiteX3" fmla="*/ 1438593 w 1438592"/>
                <a:gd name="connsiteY3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8592" h="3361690">
                  <a:moveTo>
                    <a:pt x="1438593" y="3361690"/>
                  </a:moveTo>
                  <a:lnTo>
                    <a:pt x="0" y="0"/>
                  </a:lnTo>
                  <a:lnTo>
                    <a:pt x="530543" y="3361690"/>
                  </a:lnTo>
                  <a:lnTo>
                    <a:pt x="1438593" y="3361690"/>
                  </a:lnTo>
                  <a:close/>
                </a:path>
              </a:pathLst>
            </a:custGeom>
            <a:solidFill>
              <a:srgbClr val="FF9A0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665007F-C8E9-31A8-8869-43FE02ADD851}"/>
                </a:ext>
              </a:extLst>
            </p:cNvPr>
            <p:cNvSpPr/>
            <p:nvPr/>
          </p:nvSpPr>
          <p:spPr>
            <a:xfrm>
              <a:off x="8300084" y="3500879"/>
              <a:ext cx="2147570" cy="3366084"/>
            </a:xfrm>
            <a:custGeom>
              <a:avLst/>
              <a:gdLst>
                <a:gd name="connsiteX0" fmla="*/ 2147571 w 2147570"/>
                <a:gd name="connsiteY0" fmla="*/ 3361690 h 3361690"/>
                <a:gd name="connsiteX1" fmla="*/ 0 w 2147570"/>
                <a:gd name="connsiteY1" fmla="*/ 0 h 3361690"/>
                <a:gd name="connsiteX2" fmla="*/ 1438593 w 2147570"/>
                <a:gd name="connsiteY2" fmla="*/ 3361690 h 3361690"/>
                <a:gd name="connsiteX3" fmla="*/ 2147571 w 2147570"/>
                <a:gd name="connsiteY3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47570" h="3361690">
                  <a:moveTo>
                    <a:pt x="2147571" y="3361690"/>
                  </a:moveTo>
                  <a:lnTo>
                    <a:pt x="0" y="0"/>
                  </a:lnTo>
                  <a:lnTo>
                    <a:pt x="1438593" y="3361690"/>
                  </a:lnTo>
                  <a:lnTo>
                    <a:pt x="2147571" y="3361690"/>
                  </a:lnTo>
                  <a:close/>
                </a:path>
              </a:pathLst>
            </a:custGeom>
            <a:solidFill>
              <a:srgbClr val="FFDD1F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106225F8-2208-822E-CF89-56EF5C9BD762}"/>
                </a:ext>
              </a:extLst>
            </p:cNvPr>
            <p:cNvSpPr/>
            <p:nvPr/>
          </p:nvSpPr>
          <p:spPr>
            <a:xfrm>
              <a:off x="8300084" y="3500879"/>
              <a:ext cx="530542" cy="3366084"/>
            </a:xfrm>
            <a:custGeom>
              <a:avLst/>
              <a:gdLst>
                <a:gd name="connsiteX0" fmla="*/ 530543 w 530542"/>
                <a:gd name="connsiteY0" fmla="*/ 3361690 h 3361690"/>
                <a:gd name="connsiteX1" fmla="*/ 0 w 530542"/>
                <a:gd name="connsiteY1" fmla="*/ 0 h 3361690"/>
                <a:gd name="connsiteX2" fmla="*/ 240983 w 530542"/>
                <a:gd name="connsiteY2" fmla="*/ 3361690 h 3361690"/>
                <a:gd name="connsiteX3" fmla="*/ 530543 w 530542"/>
                <a:gd name="connsiteY3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0542" h="3361690">
                  <a:moveTo>
                    <a:pt x="530543" y="3361690"/>
                  </a:moveTo>
                  <a:lnTo>
                    <a:pt x="0" y="0"/>
                  </a:lnTo>
                  <a:lnTo>
                    <a:pt x="240983" y="3361690"/>
                  </a:lnTo>
                  <a:lnTo>
                    <a:pt x="530543" y="3361690"/>
                  </a:lnTo>
                  <a:close/>
                </a:path>
              </a:pathLst>
            </a:custGeom>
            <a:solidFill>
              <a:srgbClr val="FFB00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63D85A2-58A5-1A64-9E81-92B0434522D1}"/>
                </a:ext>
              </a:extLst>
            </p:cNvPr>
            <p:cNvSpPr/>
            <p:nvPr/>
          </p:nvSpPr>
          <p:spPr>
            <a:xfrm>
              <a:off x="8300084" y="3500879"/>
              <a:ext cx="240982" cy="3366084"/>
            </a:xfrm>
            <a:custGeom>
              <a:avLst/>
              <a:gdLst>
                <a:gd name="connsiteX0" fmla="*/ 240983 w 240982"/>
                <a:gd name="connsiteY0" fmla="*/ 3361690 h 3361690"/>
                <a:gd name="connsiteX1" fmla="*/ 0 w 240982"/>
                <a:gd name="connsiteY1" fmla="*/ 0 h 3361690"/>
                <a:gd name="connsiteX2" fmla="*/ 58420 w 240982"/>
                <a:gd name="connsiteY2" fmla="*/ 3361690 h 3361690"/>
                <a:gd name="connsiteX3" fmla="*/ 240983 w 240982"/>
                <a:gd name="connsiteY3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982" h="3361690">
                  <a:moveTo>
                    <a:pt x="240983" y="3361690"/>
                  </a:moveTo>
                  <a:lnTo>
                    <a:pt x="0" y="0"/>
                  </a:lnTo>
                  <a:lnTo>
                    <a:pt x="58420" y="3361690"/>
                  </a:lnTo>
                  <a:lnTo>
                    <a:pt x="240983" y="3361690"/>
                  </a:lnTo>
                  <a:close/>
                </a:path>
              </a:pathLst>
            </a:custGeom>
            <a:solidFill>
              <a:srgbClr val="FF910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B4A410EF-FA2C-0687-9E0D-FA04AA8BFD2A}"/>
                </a:ext>
              </a:extLst>
            </p:cNvPr>
            <p:cNvSpPr/>
            <p:nvPr/>
          </p:nvSpPr>
          <p:spPr>
            <a:xfrm>
              <a:off x="7504747" y="3500879"/>
              <a:ext cx="853757" cy="3366084"/>
            </a:xfrm>
            <a:custGeom>
              <a:avLst/>
              <a:gdLst>
                <a:gd name="connsiteX0" fmla="*/ 853758 w 853757"/>
                <a:gd name="connsiteY0" fmla="*/ 3361690 h 3361690"/>
                <a:gd name="connsiteX1" fmla="*/ 795338 w 853757"/>
                <a:gd name="connsiteY1" fmla="*/ 0 h 3361690"/>
                <a:gd name="connsiteX2" fmla="*/ 0 w 853757"/>
                <a:gd name="connsiteY2" fmla="*/ 3361690 h 3361690"/>
                <a:gd name="connsiteX3" fmla="*/ 853758 w 853757"/>
                <a:gd name="connsiteY3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3757" h="3361690">
                  <a:moveTo>
                    <a:pt x="853758" y="3361690"/>
                  </a:moveTo>
                  <a:lnTo>
                    <a:pt x="795338" y="0"/>
                  </a:lnTo>
                  <a:lnTo>
                    <a:pt x="0" y="3361690"/>
                  </a:lnTo>
                  <a:lnTo>
                    <a:pt x="853758" y="3361690"/>
                  </a:lnTo>
                  <a:close/>
                </a:path>
              </a:pathLst>
            </a:custGeom>
            <a:gradFill>
              <a:gsLst>
                <a:gs pos="0">
                  <a:srgbClr val="FF7400">
                    <a:alpha val="89804"/>
                  </a:srgbClr>
                </a:gs>
                <a:gs pos="20000">
                  <a:srgbClr val="FD7F04">
                    <a:alpha val="89804"/>
                  </a:srgbClr>
                </a:gs>
                <a:gs pos="70000">
                  <a:srgbClr val="F99E0F"/>
                </a:gs>
                <a:gs pos="100000">
                  <a:srgbClr val="F7B518"/>
                </a:gs>
              </a:gsLst>
              <a:lin ang="0" scaled="1"/>
            </a:gra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3D5B9316-0DF4-69FB-D325-4CF77E8E724F}"/>
                </a:ext>
              </a:extLst>
            </p:cNvPr>
            <p:cNvSpPr/>
            <p:nvPr/>
          </p:nvSpPr>
          <p:spPr>
            <a:xfrm>
              <a:off x="8300084" y="3500879"/>
              <a:ext cx="3891915" cy="3366084"/>
            </a:xfrm>
            <a:custGeom>
              <a:avLst/>
              <a:gdLst>
                <a:gd name="connsiteX0" fmla="*/ 3891915 w 3891915"/>
                <a:gd name="connsiteY0" fmla="*/ 3361690 h 3361690"/>
                <a:gd name="connsiteX1" fmla="*/ 3306763 w 3891915"/>
                <a:gd name="connsiteY1" fmla="*/ 3361690 h 3361690"/>
                <a:gd name="connsiteX2" fmla="*/ 0 w 3891915"/>
                <a:gd name="connsiteY2" fmla="*/ 0 h 3361690"/>
                <a:gd name="connsiteX3" fmla="*/ 3891915 w 3891915"/>
                <a:gd name="connsiteY3" fmla="*/ 2713990 h 3361690"/>
                <a:gd name="connsiteX4" fmla="*/ 3891915 w 3891915"/>
                <a:gd name="connsiteY4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91915" h="3361690">
                  <a:moveTo>
                    <a:pt x="3891915" y="3361690"/>
                  </a:moveTo>
                  <a:lnTo>
                    <a:pt x="3306763" y="3361690"/>
                  </a:lnTo>
                  <a:lnTo>
                    <a:pt x="0" y="0"/>
                  </a:lnTo>
                  <a:lnTo>
                    <a:pt x="3891915" y="2713990"/>
                  </a:lnTo>
                  <a:lnTo>
                    <a:pt x="3891915" y="3361690"/>
                  </a:lnTo>
                  <a:close/>
                </a:path>
              </a:pathLst>
            </a:custGeom>
            <a:solidFill>
              <a:srgbClr val="FF9A0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5A6F4524-DC2F-D2DA-42FC-B69628B2B6A7}"/>
                </a:ext>
              </a:extLst>
            </p:cNvPr>
            <p:cNvSpPr/>
            <p:nvPr/>
          </p:nvSpPr>
          <p:spPr>
            <a:xfrm>
              <a:off x="8300084" y="3500879"/>
              <a:ext cx="3306762" cy="3366084"/>
            </a:xfrm>
            <a:custGeom>
              <a:avLst/>
              <a:gdLst>
                <a:gd name="connsiteX0" fmla="*/ 3306763 w 3306762"/>
                <a:gd name="connsiteY0" fmla="*/ 3361690 h 3361690"/>
                <a:gd name="connsiteX1" fmla="*/ 3012440 w 3306762"/>
                <a:gd name="connsiteY1" fmla="*/ 3361690 h 3361690"/>
                <a:gd name="connsiteX2" fmla="*/ 0 w 3306762"/>
                <a:gd name="connsiteY2" fmla="*/ 0 h 3361690"/>
                <a:gd name="connsiteX3" fmla="*/ 3306763 w 3306762"/>
                <a:gd name="connsiteY3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06762" h="3361690">
                  <a:moveTo>
                    <a:pt x="3306763" y="3361690"/>
                  </a:moveTo>
                  <a:lnTo>
                    <a:pt x="3012440" y="3361690"/>
                  </a:lnTo>
                  <a:lnTo>
                    <a:pt x="0" y="0"/>
                  </a:lnTo>
                  <a:lnTo>
                    <a:pt x="3306763" y="3361690"/>
                  </a:lnTo>
                  <a:close/>
                </a:path>
              </a:pathLst>
            </a:custGeom>
            <a:solidFill>
              <a:srgbClr val="FF800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46ECD80A-8878-8A47-9974-A1201EFB19E0}"/>
                </a:ext>
              </a:extLst>
            </p:cNvPr>
            <p:cNvSpPr/>
            <p:nvPr/>
          </p:nvSpPr>
          <p:spPr>
            <a:xfrm>
              <a:off x="7310119" y="1"/>
              <a:ext cx="989965" cy="3500878"/>
            </a:xfrm>
            <a:custGeom>
              <a:avLst/>
              <a:gdLst>
                <a:gd name="connsiteX0" fmla="*/ 0 w 989965"/>
                <a:gd name="connsiteY0" fmla="*/ 0 h 3496309"/>
                <a:gd name="connsiteX1" fmla="*/ 989965 w 989965"/>
                <a:gd name="connsiteY1" fmla="*/ 3496310 h 3496309"/>
                <a:gd name="connsiteX2" fmla="*/ 464186 w 989965"/>
                <a:gd name="connsiteY2" fmla="*/ 0 h 3496309"/>
                <a:gd name="connsiteX3" fmla="*/ 0 w 989965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9965" h="3496309">
                  <a:moveTo>
                    <a:pt x="0" y="0"/>
                  </a:moveTo>
                  <a:lnTo>
                    <a:pt x="989965" y="3496310"/>
                  </a:lnTo>
                  <a:lnTo>
                    <a:pt x="4641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85" name="Graphic 613">
              <a:extLst>
                <a:ext uri="{FF2B5EF4-FFF2-40B4-BE49-F238E27FC236}">
                  <a16:creationId xmlns:a16="http://schemas.microsoft.com/office/drawing/2014/main" id="{CE970705-D0E7-65BC-D39F-A78D9DC9116C}"/>
                </a:ext>
              </a:extLst>
            </p:cNvPr>
            <p:cNvGrpSpPr/>
            <p:nvPr/>
          </p:nvGrpSpPr>
          <p:grpSpPr>
            <a:xfrm>
              <a:off x="6473825" y="1"/>
              <a:ext cx="1826259" cy="3500878"/>
              <a:chOff x="6473825" y="0"/>
              <a:chExt cx="1826259" cy="3496309"/>
            </a:xfrm>
          </p:grpSpPr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C73275D2-94DA-27F0-132D-1955F644AF6B}"/>
                  </a:ext>
                </a:extLst>
              </p:cNvPr>
              <p:cNvSpPr/>
              <p:nvPr/>
            </p:nvSpPr>
            <p:spPr>
              <a:xfrm>
                <a:off x="6473825" y="0"/>
                <a:ext cx="1826259" cy="3496309"/>
              </a:xfrm>
              <a:custGeom>
                <a:avLst/>
                <a:gdLst>
                  <a:gd name="connsiteX0" fmla="*/ 0 w 1826259"/>
                  <a:gd name="connsiteY0" fmla="*/ 0 h 3496309"/>
                  <a:gd name="connsiteX1" fmla="*/ 1826260 w 1826259"/>
                  <a:gd name="connsiteY1" fmla="*/ 3496310 h 3496309"/>
                  <a:gd name="connsiteX2" fmla="*/ 180340 w 1826259"/>
                  <a:gd name="connsiteY2" fmla="*/ 0 h 3496309"/>
                  <a:gd name="connsiteX3" fmla="*/ 0 w 1826259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26259" h="3496309">
                    <a:moveTo>
                      <a:pt x="0" y="0"/>
                    </a:moveTo>
                    <a:lnTo>
                      <a:pt x="1826260" y="3496310"/>
                    </a:lnTo>
                    <a:lnTo>
                      <a:pt x="18034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9C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D061583A-C4DD-60C8-4D91-9020DE515F53}"/>
                  </a:ext>
                </a:extLst>
              </p:cNvPr>
              <p:cNvSpPr/>
              <p:nvPr/>
            </p:nvSpPr>
            <p:spPr>
              <a:xfrm>
                <a:off x="6473825" y="0"/>
                <a:ext cx="1826259" cy="3496309"/>
              </a:xfrm>
              <a:custGeom>
                <a:avLst/>
                <a:gdLst>
                  <a:gd name="connsiteX0" fmla="*/ 0 w 1826259"/>
                  <a:gd name="connsiteY0" fmla="*/ 0 h 3496309"/>
                  <a:gd name="connsiteX1" fmla="*/ 1826260 w 1826259"/>
                  <a:gd name="connsiteY1" fmla="*/ 3496310 h 3496309"/>
                  <a:gd name="connsiteX2" fmla="*/ 180340 w 1826259"/>
                  <a:gd name="connsiteY2" fmla="*/ 0 h 3496309"/>
                  <a:gd name="connsiteX3" fmla="*/ 0 w 1826259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26259" h="3496309">
                    <a:moveTo>
                      <a:pt x="0" y="0"/>
                    </a:moveTo>
                    <a:lnTo>
                      <a:pt x="1826260" y="3496310"/>
                    </a:lnTo>
                    <a:lnTo>
                      <a:pt x="18034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1B221">
                  <a:alpha val="60000"/>
                </a:srgbClr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86" name="Graphic 613">
              <a:extLst>
                <a:ext uri="{FF2B5EF4-FFF2-40B4-BE49-F238E27FC236}">
                  <a16:creationId xmlns:a16="http://schemas.microsoft.com/office/drawing/2014/main" id="{4BA4F619-A8B9-DB6C-BCD4-B3D5E5D9DF2F}"/>
                </a:ext>
              </a:extLst>
            </p:cNvPr>
            <p:cNvGrpSpPr/>
            <p:nvPr/>
          </p:nvGrpSpPr>
          <p:grpSpPr>
            <a:xfrm>
              <a:off x="6654165" y="1"/>
              <a:ext cx="1645919" cy="3500878"/>
              <a:chOff x="6654165" y="0"/>
              <a:chExt cx="1645919" cy="3496309"/>
            </a:xfrm>
          </p:grpSpPr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35D8D8A5-DB5E-054E-CC8B-ACF16B4A709D}"/>
                  </a:ext>
                </a:extLst>
              </p:cNvPr>
              <p:cNvSpPr/>
              <p:nvPr/>
            </p:nvSpPr>
            <p:spPr>
              <a:xfrm>
                <a:off x="6654165" y="0"/>
                <a:ext cx="1645919" cy="3496309"/>
              </a:xfrm>
              <a:custGeom>
                <a:avLst/>
                <a:gdLst>
                  <a:gd name="connsiteX0" fmla="*/ 655955 w 1645919"/>
                  <a:gd name="connsiteY0" fmla="*/ 0 h 3496309"/>
                  <a:gd name="connsiteX1" fmla="*/ 1645920 w 1645919"/>
                  <a:gd name="connsiteY1" fmla="*/ 3496310 h 3496309"/>
                  <a:gd name="connsiteX2" fmla="*/ 0 w 1645919"/>
                  <a:gd name="connsiteY2" fmla="*/ 0 h 3496309"/>
                  <a:gd name="connsiteX3" fmla="*/ 655955 w 1645919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45919" h="3496309">
                    <a:moveTo>
                      <a:pt x="655955" y="0"/>
                    </a:moveTo>
                    <a:lnTo>
                      <a:pt x="1645920" y="3496310"/>
                    </a:lnTo>
                    <a:lnTo>
                      <a:pt x="0" y="0"/>
                    </a:lnTo>
                    <a:lnTo>
                      <a:pt x="655955" y="0"/>
                    </a:lnTo>
                    <a:close/>
                  </a:path>
                </a:pathLst>
              </a:custGeom>
              <a:solidFill>
                <a:srgbClr val="80D226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BAD2941-3978-A407-974E-E7875FF4B7DF}"/>
                  </a:ext>
                </a:extLst>
              </p:cNvPr>
              <p:cNvSpPr/>
              <p:nvPr/>
            </p:nvSpPr>
            <p:spPr>
              <a:xfrm>
                <a:off x="6654165" y="0"/>
                <a:ext cx="1645919" cy="3496309"/>
              </a:xfrm>
              <a:custGeom>
                <a:avLst/>
                <a:gdLst>
                  <a:gd name="connsiteX0" fmla="*/ 655955 w 1645919"/>
                  <a:gd name="connsiteY0" fmla="*/ 0 h 3496309"/>
                  <a:gd name="connsiteX1" fmla="*/ 1645920 w 1645919"/>
                  <a:gd name="connsiteY1" fmla="*/ 3496310 h 3496309"/>
                  <a:gd name="connsiteX2" fmla="*/ 0 w 1645919"/>
                  <a:gd name="connsiteY2" fmla="*/ 0 h 3496309"/>
                  <a:gd name="connsiteX3" fmla="*/ 655955 w 1645919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45919" h="3496309">
                    <a:moveTo>
                      <a:pt x="655955" y="0"/>
                    </a:moveTo>
                    <a:lnTo>
                      <a:pt x="1645920" y="3496310"/>
                    </a:lnTo>
                    <a:lnTo>
                      <a:pt x="0" y="0"/>
                    </a:lnTo>
                    <a:lnTo>
                      <a:pt x="655955" y="0"/>
                    </a:lnTo>
                    <a:close/>
                  </a:path>
                </a:pathLst>
              </a:custGeom>
              <a:gradFill>
                <a:gsLst>
                  <a:gs pos="10000">
                    <a:srgbClr val="C6EB00"/>
                  </a:gs>
                  <a:gs pos="41000">
                    <a:srgbClr val="C6EB00"/>
                  </a:gs>
                  <a:gs pos="67000">
                    <a:srgbClr val="00A700">
                      <a:alpha val="49804"/>
                    </a:srgbClr>
                  </a:gs>
                  <a:gs pos="83000">
                    <a:schemeClr val="accent6"/>
                  </a:gs>
                </a:gsLst>
                <a:lin ang="2046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87" name="Graphic 613">
              <a:extLst>
                <a:ext uri="{FF2B5EF4-FFF2-40B4-BE49-F238E27FC236}">
                  <a16:creationId xmlns:a16="http://schemas.microsoft.com/office/drawing/2014/main" id="{9585ED92-DBC1-19F9-04AA-E444C1EB9577}"/>
                </a:ext>
              </a:extLst>
            </p:cNvPr>
            <p:cNvGrpSpPr/>
            <p:nvPr/>
          </p:nvGrpSpPr>
          <p:grpSpPr>
            <a:xfrm>
              <a:off x="7774305" y="1"/>
              <a:ext cx="960437" cy="3500878"/>
              <a:chOff x="7774305" y="0"/>
              <a:chExt cx="960437" cy="3496309"/>
            </a:xfrm>
          </p:grpSpPr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D4EEC7D5-8C6D-48EE-F417-22296D0030BD}"/>
                  </a:ext>
                </a:extLst>
              </p:cNvPr>
              <p:cNvSpPr/>
              <p:nvPr/>
            </p:nvSpPr>
            <p:spPr>
              <a:xfrm>
                <a:off x="7774305" y="0"/>
                <a:ext cx="960437" cy="3496309"/>
              </a:xfrm>
              <a:custGeom>
                <a:avLst/>
                <a:gdLst>
                  <a:gd name="connsiteX0" fmla="*/ 960438 w 960437"/>
                  <a:gd name="connsiteY0" fmla="*/ 0 h 3496309"/>
                  <a:gd name="connsiteX1" fmla="*/ 525780 w 960437"/>
                  <a:gd name="connsiteY1" fmla="*/ 3496310 h 3496309"/>
                  <a:gd name="connsiteX2" fmla="*/ 0 w 960437"/>
                  <a:gd name="connsiteY2" fmla="*/ 0 h 3496309"/>
                  <a:gd name="connsiteX3" fmla="*/ 960438 w 960437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0437" h="3496309">
                    <a:moveTo>
                      <a:pt x="960438" y="0"/>
                    </a:moveTo>
                    <a:lnTo>
                      <a:pt x="525780" y="3496310"/>
                    </a:lnTo>
                    <a:lnTo>
                      <a:pt x="0" y="0"/>
                    </a:lnTo>
                    <a:lnTo>
                      <a:pt x="960438" y="0"/>
                    </a:lnTo>
                    <a:close/>
                  </a:path>
                </a:pathLst>
              </a:custGeom>
              <a:solidFill>
                <a:srgbClr val="69C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5F29394D-4A89-FE0C-33E1-AACCD115876B}"/>
                  </a:ext>
                </a:extLst>
              </p:cNvPr>
              <p:cNvSpPr/>
              <p:nvPr/>
            </p:nvSpPr>
            <p:spPr>
              <a:xfrm>
                <a:off x="7774305" y="0"/>
                <a:ext cx="960437" cy="3496309"/>
              </a:xfrm>
              <a:custGeom>
                <a:avLst/>
                <a:gdLst>
                  <a:gd name="connsiteX0" fmla="*/ 960438 w 960437"/>
                  <a:gd name="connsiteY0" fmla="*/ 0 h 3496309"/>
                  <a:gd name="connsiteX1" fmla="*/ 525780 w 960437"/>
                  <a:gd name="connsiteY1" fmla="*/ 3496310 h 3496309"/>
                  <a:gd name="connsiteX2" fmla="*/ 0 w 960437"/>
                  <a:gd name="connsiteY2" fmla="*/ 0 h 3496309"/>
                  <a:gd name="connsiteX3" fmla="*/ 960438 w 960437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0437" h="3496309">
                    <a:moveTo>
                      <a:pt x="960438" y="0"/>
                    </a:moveTo>
                    <a:lnTo>
                      <a:pt x="525780" y="3496310"/>
                    </a:lnTo>
                    <a:lnTo>
                      <a:pt x="0" y="0"/>
                    </a:lnTo>
                    <a:lnTo>
                      <a:pt x="960438" y="0"/>
                    </a:lnTo>
                    <a:close/>
                  </a:path>
                </a:pathLst>
              </a:custGeom>
              <a:gradFill>
                <a:gsLst>
                  <a:gs pos="22000">
                    <a:srgbClr val="C6EB00">
                      <a:alpha val="89804"/>
                    </a:srgbClr>
                  </a:gs>
                  <a:gs pos="35000">
                    <a:srgbClr val="C6EB00">
                      <a:alpha val="69804"/>
                    </a:srgbClr>
                  </a:gs>
                  <a:gs pos="60000">
                    <a:srgbClr val="C6EB00">
                      <a:alpha val="29804"/>
                    </a:srgbClr>
                  </a:gs>
                  <a:gs pos="90000">
                    <a:srgbClr val="C6EB00">
                      <a:alpha val="0"/>
                    </a:srgbClr>
                  </a:gs>
                </a:gsLst>
                <a:lin ang="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AAADA933-A7CB-5471-4826-CDF963AF8A73}"/>
                </a:ext>
              </a:extLst>
            </p:cNvPr>
            <p:cNvSpPr/>
            <p:nvPr/>
          </p:nvSpPr>
          <p:spPr>
            <a:xfrm>
              <a:off x="8300084" y="1"/>
              <a:ext cx="2220595" cy="3500878"/>
            </a:xfrm>
            <a:custGeom>
              <a:avLst/>
              <a:gdLst>
                <a:gd name="connsiteX0" fmla="*/ 2220596 w 2220595"/>
                <a:gd name="connsiteY0" fmla="*/ 0 h 3496309"/>
                <a:gd name="connsiteX1" fmla="*/ 0 w 2220595"/>
                <a:gd name="connsiteY1" fmla="*/ 3496310 h 3496309"/>
                <a:gd name="connsiteX2" fmla="*/ 1883093 w 2220595"/>
                <a:gd name="connsiteY2" fmla="*/ 0 h 3496309"/>
                <a:gd name="connsiteX3" fmla="*/ 2220596 w 2220595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0595" h="3496309">
                  <a:moveTo>
                    <a:pt x="2220596" y="0"/>
                  </a:moveTo>
                  <a:lnTo>
                    <a:pt x="0" y="3496310"/>
                  </a:lnTo>
                  <a:lnTo>
                    <a:pt x="1883093" y="0"/>
                  </a:lnTo>
                  <a:lnTo>
                    <a:pt x="2220596" y="0"/>
                  </a:lnTo>
                  <a:close/>
                </a:path>
              </a:pathLst>
            </a:custGeom>
            <a:solidFill>
              <a:srgbClr val="3ECAFB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B4D848F1-CAD5-0DD3-8B0A-4C291C173D8B}"/>
                </a:ext>
              </a:extLst>
            </p:cNvPr>
            <p:cNvSpPr/>
            <p:nvPr/>
          </p:nvSpPr>
          <p:spPr>
            <a:xfrm>
              <a:off x="8300084" y="1"/>
              <a:ext cx="1398587" cy="3500878"/>
            </a:xfrm>
            <a:custGeom>
              <a:avLst/>
              <a:gdLst>
                <a:gd name="connsiteX0" fmla="*/ 1046163 w 1398587"/>
                <a:gd name="connsiteY0" fmla="*/ 0 h 3496309"/>
                <a:gd name="connsiteX1" fmla="*/ 0 w 1398587"/>
                <a:gd name="connsiteY1" fmla="*/ 3496310 h 3496309"/>
                <a:gd name="connsiteX2" fmla="*/ 1398588 w 1398587"/>
                <a:gd name="connsiteY2" fmla="*/ 0 h 3496309"/>
                <a:gd name="connsiteX3" fmla="*/ 1046163 w 1398587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8587" h="3496309">
                  <a:moveTo>
                    <a:pt x="1046163" y="0"/>
                  </a:moveTo>
                  <a:lnTo>
                    <a:pt x="0" y="3496310"/>
                  </a:lnTo>
                  <a:lnTo>
                    <a:pt x="1398588" y="0"/>
                  </a:lnTo>
                  <a:lnTo>
                    <a:pt x="1046163" y="0"/>
                  </a:lnTo>
                  <a:close/>
                </a:path>
              </a:pathLst>
            </a:custGeom>
            <a:solidFill>
              <a:srgbClr val="3ECAFB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B7A43FF0-B0BF-1207-CEBC-B0F36C38C123}"/>
                </a:ext>
              </a:extLst>
            </p:cNvPr>
            <p:cNvSpPr/>
            <p:nvPr/>
          </p:nvSpPr>
          <p:spPr>
            <a:xfrm>
              <a:off x="8300084" y="1"/>
              <a:ext cx="1046162" cy="3500878"/>
            </a:xfrm>
            <a:custGeom>
              <a:avLst/>
              <a:gdLst>
                <a:gd name="connsiteX0" fmla="*/ 434658 w 1046162"/>
                <a:gd name="connsiteY0" fmla="*/ 0 h 3496309"/>
                <a:gd name="connsiteX1" fmla="*/ 0 w 1046162"/>
                <a:gd name="connsiteY1" fmla="*/ 3496310 h 3496309"/>
                <a:gd name="connsiteX2" fmla="*/ 1046163 w 1046162"/>
                <a:gd name="connsiteY2" fmla="*/ 0 h 3496309"/>
                <a:gd name="connsiteX3" fmla="*/ 434658 w 1046162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6162" h="3496309">
                  <a:moveTo>
                    <a:pt x="434658" y="0"/>
                  </a:moveTo>
                  <a:lnTo>
                    <a:pt x="0" y="3496310"/>
                  </a:lnTo>
                  <a:lnTo>
                    <a:pt x="1046163" y="0"/>
                  </a:lnTo>
                  <a:lnTo>
                    <a:pt x="434658" y="0"/>
                  </a:lnTo>
                  <a:close/>
                </a:path>
              </a:pathLst>
            </a:custGeom>
            <a:solidFill>
              <a:srgbClr val="3ECAFB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F96C9071-F0F7-BF68-0760-B1E4D827B5B9}"/>
                </a:ext>
              </a:extLst>
            </p:cNvPr>
            <p:cNvSpPr/>
            <p:nvPr/>
          </p:nvSpPr>
          <p:spPr>
            <a:xfrm>
              <a:off x="8300084" y="1"/>
              <a:ext cx="1046162" cy="3500878"/>
            </a:xfrm>
            <a:custGeom>
              <a:avLst/>
              <a:gdLst>
                <a:gd name="connsiteX0" fmla="*/ 434658 w 1046162"/>
                <a:gd name="connsiteY0" fmla="*/ 0 h 3496309"/>
                <a:gd name="connsiteX1" fmla="*/ 0 w 1046162"/>
                <a:gd name="connsiteY1" fmla="*/ 3496310 h 3496309"/>
                <a:gd name="connsiteX2" fmla="*/ 1046163 w 1046162"/>
                <a:gd name="connsiteY2" fmla="*/ 0 h 3496309"/>
                <a:gd name="connsiteX3" fmla="*/ 434658 w 1046162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6162" h="3496309">
                  <a:moveTo>
                    <a:pt x="434658" y="0"/>
                  </a:moveTo>
                  <a:lnTo>
                    <a:pt x="0" y="3496310"/>
                  </a:lnTo>
                  <a:lnTo>
                    <a:pt x="1046163" y="0"/>
                  </a:lnTo>
                  <a:lnTo>
                    <a:pt x="434658" y="0"/>
                  </a:lnTo>
                  <a:close/>
                </a:path>
              </a:pathLst>
            </a:custGeom>
            <a:gradFill>
              <a:gsLst>
                <a:gs pos="36000">
                  <a:srgbClr val="C6EB00"/>
                </a:gs>
                <a:gs pos="43000">
                  <a:srgbClr val="9EE545">
                    <a:alpha val="69804"/>
                  </a:srgbClr>
                </a:gs>
                <a:gs pos="100000">
                  <a:schemeClr val="accent1"/>
                </a:gs>
                <a:gs pos="53000">
                  <a:srgbClr val="4EDAD3">
                    <a:alpha val="0"/>
                  </a:srgbClr>
                </a:gs>
              </a:gsLst>
              <a:lin ang="780000" scaled="0"/>
            </a:gra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08F78B0F-D404-F4B2-F333-0A29A402C6F8}"/>
                </a:ext>
              </a:extLst>
            </p:cNvPr>
            <p:cNvSpPr/>
            <p:nvPr/>
          </p:nvSpPr>
          <p:spPr>
            <a:xfrm>
              <a:off x="8300084" y="1"/>
              <a:ext cx="1883092" cy="3500878"/>
            </a:xfrm>
            <a:custGeom>
              <a:avLst/>
              <a:gdLst>
                <a:gd name="connsiteX0" fmla="*/ 1398588 w 1883092"/>
                <a:gd name="connsiteY0" fmla="*/ 0 h 3496309"/>
                <a:gd name="connsiteX1" fmla="*/ 0 w 1883092"/>
                <a:gd name="connsiteY1" fmla="*/ 3496310 h 3496309"/>
                <a:gd name="connsiteX2" fmla="*/ 1883093 w 1883092"/>
                <a:gd name="connsiteY2" fmla="*/ 0 h 3496309"/>
                <a:gd name="connsiteX3" fmla="*/ 1398588 w 1883092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3092" h="3496309">
                  <a:moveTo>
                    <a:pt x="1398588" y="0"/>
                  </a:moveTo>
                  <a:lnTo>
                    <a:pt x="0" y="3496310"/>
                  </a:lnTo>
                  <a:lnTo>
                    <a:pt x="1883093" y="0"/>
                  </a:lnTo>
                  <a:lnTo>
                    <a:pt x="1398588" y="0"/>
                  </a:lnTo>
                  <a:close/>
                </a:path>
              </a:pathLst>
            </a:custGeom>
            <a:solidFill>
              <a:srgbClr val="0EAFE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C2E13307-B623-C467-FD4D-9B8942ECD934}"/>
                </a:ext>
              </a:extLst>
            </p:cNvPr>
            <p:cNvSpPr/>
            <p:nvPr/>
          </p:nvSpPr>
          <p:spPr>
            <a:xfrm>
              <a:off x="8300084" y="1"/>
              <a:ext cx="1883092" cy="3500878"/>
            </a:xfrm>
            <a:custGeom>
              <a:avLst/>
              <a:gdLst>
                <a:gd name="connsiteX0" fmla="*/ 1398588 w 1883092"/>
                <a:gd name="connsiteY0" fmla="*/ 0 h 3496309"/>
                <a:gd name="connsiteX1" fmla="*/ 0 w 1883092"/>
                <a:gd name="connsiteY1" fmla="*/ 3496310 h 3496309"/>
                <a:gd name="connsiteX2" fmla="*/ 1883093 w 1883092"/>
                <a:gd name="connsiteY2" fmla="*/ 0 h 3496309"/>
                <a:gd name="connsiteX3" fmla="*/ 1398588 w 1883092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3092" h="3496309">
                  <a:moveTo>
                    <a:pt x="1398588" y="0"/>
                  </a:moveTo>
                  <a:lnTo>
                    <a:pt x="0" y="3496310"/>
                  </a:lnTo>
                  <a:lnTo>
                    <a:pt x="1883093" y="0"/>
                  </a:lnTo>
                  <a:lnTo>
                    <a:pt x="1398588" y="0"/>
                  </a:lnTo>
                  <a:close/>
                </a:path>
              </a:pathLst>
            </a:custGeom>
            <a:solidFill>
              <a:srgbClr val="1F7AE3">
                <a:alpha val="60000"/>
              </a:srgbClr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3ED1ACAF-FAA8-C2E5-49AE-A8B8E4C6F103}"/>
                </a:ext>
              </a:extLst>
            </p:cNvPr>
            <p:cNvSpPr/>
            <p:nvPr/>
          </p:nvSpPr>
          <p:spPr>
            <a:xfrm>
              <a:off x="8300084" y="1"/>
              <a:ext cx="1883092" cy="3500878"/>
            </a:xfrm>
            <a:custGeom>
              <a:avLst/>
              <a:gdLst>
                <a:gd name="connsiteX0" fmla="*/ 1398588 w 1883092"/>
                <a:gd name="connsiteY0" fmla="*/ 0 h 3496309"/>
                <a:gd name="connsiteX1" fmla="*/ 0 w 1883092"/>
                <a:gd name="connsiteY1" fmla="*/ 3496310 h 3496309"/>
                <a:gd name="connsiteX2" fmla="*/ 1883093 w 1883092"/>
                <a:gd name="connsiteY2" fmla="*/ 0 h 3496309"/>
                <a:gd name="connsiteX3" fmla="*/ 1398588 w 1883092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3092" h="3496309">
                  <a:moveTo>
                    <a:pt x="1398588" y="0"/>
                  </a:moveTo>
                  <a:lnTo>
                    <a:pt x="0" y="3496310"/>
                  </a:lnTo>
                  <a:lnTo>
                    <a:pt x="1883093" y="0"/>
                  </a:lnTo>
                  <a:lnTo>
                    <a:pt x="1398588" y="0"/>
                  </a:lnTo>
                  <a:close/>
                </a:path>
              </a:pathLst>
            </a:custGeom>
            <a:no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60F0B80D-F0E8-B30E-46FF-C39179F09361}"/>
                </a:ext>
              </a:extLst>
            </p:cNvPr>
            <p:cNvSpPr/>
            <p:nvPr/>
          </p:nvSpPr>
          <p:spPr>
            <a:xfrm>
              <a:off x="8300084" y="1"/>
              <a:ext cx="3284855" cy="3500878"/>
            </a:xfrm>
            <a:custGeom>
              <a:avLst/>
              <a:gdLst>
                <a:gd name="connsiteX0" fmla="*/ 3284855 w 3284855"/>
                <a:gd name="connsiteY0" fmla="*/ 0 h 3496309"/>
                <a:gd name="connsiteX1" fmla="*/ 0 w 3284855"/>
                <a:gd name="connsiteY1" fmla="*/ 3496310 h 3496309"/>
                <a:gd name="connsiteX2" fmla="*/ 2220596 w 3284855"/>
                <a:gd name="connsiteY2" fmla="*/ 0 h 3496309"/>
                <a:gd name="connsiteX3" fmla="*/ 3284855 w 3284855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4855" h="3496309">
                  <a:moveTo>
                    <a:pt x="3284855" y="0"/>
                  </a:moveTo>
                  <a:lnTo>
                    <a:pt x="0" y="3496310"/>
                  </a:lnTo>
                  <a:lnTo>
                    <a:pt x="2220596" y="0"/>
                  </a:lnTo>
                  <a:lnTo>
                    <a:pt x="3284855" y="0"/>
                  </a:lnTo>
                  <a:close/>
                </a:path>
              </a:pathLst>
            </a:custGeom>
            <a:solidFill>
              <a:srgbClr val="0EAFE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352D49FC-DA0F-9DA8-A2B4-AF2D1A83A772}"/>
                </a:ext>
              </a:extLst>
            </p:cNvPr>
            <p:cNvSpPr/>
            <p:nvPr/>
          </p:nvSpPr>
          <p:spPr>
            <a:xfrm>
              <a:off x="8300084" y="1"/>
              <a:ext cx="3284855" cy="3500878"/>
            </a:xfrm>
            <a:custGeom>
              <a:avLst/>
              <a:gdLst>
                <a:gd name="connsiteX0" fmla="*/ 3284855 w 3284855"/>
                <a:gd name="connsiteY0" fmla="*/ 0 h 3496309"/>
                <a:gd name="connsiteX1" fmla="*/ 0 w 3284855"/>
                <a:gd name="connsiteY1" fmla="*/ 3496310 h 3496309"/>
                <a:gd name="connsiteX2" fmla="*/ 2220596 w 3284855"/>
                <a:gd name="connsiteY2" fmla="*/ 0 h 3496309"/>
                <a:gd name="connsiteX3" fmla="*/ 3284855 w 3284855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4855" h="3496309">
                  <a:moveTo>
                    <a:pt x="3284855" y="0"/>
                  </a:moveTo>
                  <a:lnTo>
                    <a:pt x="0" y="3496310"/>
                  </a:lnTo>
                  <a:lnTo>
                    <a:pt x="2220596" y="0"/>
                  </a:lnTo>
                  <a:lnTo>
                    <a:pt x="3284855" y="0"/>
                  </a:lnTo>
                  <a:close/>
                </a:path>
              </a:pathLst>
            </a:custGeom>
            <a:solidFill>
              <a:srgbClr val="3ECAFB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B794C530-2DE3-A9D5-0E55-EB9940ADEB99}"/>
                </a:ext>
              </a:extLst>
            </p:cNvPr>
            <p:cNvSpPr/>
            <p:nvPr/>
          </p:nvSpPr>
          <p:spPr>
            <a:xfrm>
              <a:off x="8300084" y="1"/>
              <a:ext cx="3284855" cy="3500878"/>
            </a:xfrm>
            <a:custGeom>
              <a:avLst/>
              <a:gdLst>
                <a:gd name="connsiteX0" fmla="*/ 3284855 w 3284855"/>
                <a:gd name="connsiteY0" fmla="*/ 0 h 3496309"/>
                <a:gd name="connsiteX1" fmla="*/ 0 w 3284855"/>
                <a:gd name="connsiteY1" fmla="*/ 3496310 h 3496309"/>
                <a:gd name="connsiteX2" fmla="*/ 2220596 w 3284855"/>
                <a:gd name="connsiteY2" fmla="*/ 0 h 3496309"/>
                <a:gd name="connsiteX3" fmla="*/ 3284855 w 3284855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4855" h="3496309">
                  <a:moveTo>
                    <a:pt x="3284855" y="0"/>
                  </a:moveTo>
                  <a:lnTo>
                    <a:pt x="0" y="3496310"/>
                  </a:lnTo>
                  <a:lnTo>
                    <a:pt x="2220596" y="0"/>
                  </a:lnTo>
                  <a:lnTo>
                    <a:pt x="3284855" y="0"/>
                  </a:lnTo>
                  <a:close/>
                </a:path>
              </a:pathLst>
            </a:custGeom>
            <a:gradFill>
              <a:gsLst>
                <a:gs pos="0">
                  <a:srgbClr val="3ECAFB">
                    <a:alpha val="0"/>
                  </a:srgbClr>
                </a:gs>
                <a:gs pos="40000">
                  <a:srgbClr val="3CC7FA">
                    <a:alpha val="52000"/>
                  </a:srgbClr>
                </a:gs>
                <a:gs pos="54000">
                  <a:srgbClr val="0068DF"/>
                </a:gs>
              </a:gsLst>
              <a:lin ang="2400000" scaled="0"/>
            </a:gra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C0EB4D49-3517-277E-DB54-A4947144B8C0}"/>
                </a:ext>
              </a:extLst>
            </p:cNvPr>
            <p:cNvSpPr/>
            <p:nvPr/>
          </p:nvSpPr>
          <p:spPr>
            <a:xfrm>
              <a:off x="8300084" y="1"/>
              <a:ext cx="3284855" cy="3500878"/>
            </a:xfrm>
            <a:custGeom>
              <a:avLst/>
              <a:gdLst>
                <a:gd name="connsiteX0" fmla="*/ 3284855 w 3284855"/>
                <a:gd name="connsiteY0" fmla="*/ 0 h 3496309"/>
                <a:gd name="connsiteX1" fmla="*/ 0 w 3284855"/>
                <a:gd name="connsiteY1" fmla="*/ 3496310 h 3496309"/>
                <a:gd name="connsiteX2" fmla="*/ 2220596 w 3284855"/>
                <a:gd name="connsiteY2" fmla="*/ 0 h 3496309"/>
                <a:gd name="connsiteX3" fmla="*/ 3284855 w 3284855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4855" h="3496309">
                  <a:moveTo>
                    <a:pt x="3284855" y="0"/>
                  </a:moveTo>
                  <a:lnTo>
                    <a:pt x="0" y="3496310"/>
                  </a:lnTo>
                  <a:lnTo>
                    <a:pt x="2220596" y="0"/>
                  </a:lnTo>
                  <a:lnTo>
                    <a:pt x="3284855" y="0"/>
                  </a:lnTo>
                  <a:close/>
                </a:path>
              </a:pathLst>
            </a:custGeom>
            <a:no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99" name="Graphic 613">
              <a:extLst>
                <a:ext uri="{FF2B5EF4-FFF2-40B4-BE49-F238E27FC236}">
                  <a16:creationId xmlns:a16="http://schemas.microsoft.com/office/drawing/2014/main" id="{77A6F164-C859-3700-8E5E-8F76FB799086}"/>
                </a:ext>
              </a:extLst>
            </p:cNvPr>
            <p:cNvGrpSpPr/>
            <p:nvPr/>
          </p:nvGrpSpPr>
          <p:grpSpPr>
            <a:xfrm>
              <a:off x="8300084" y="1"/>
              <a:ext cx="3891915" cy="3500878"/>
              <a:chOff x="8300084" y="0"/>
              <a:chExt cx="3891915" cy="3496309"/>
            </a:xfrm>
          </p:grpSpPr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6053F398-C062-108A-D474-FEBDCF412386}"/>
                  </a:ext>
                </a:extLst>
              </p:cNvPr>
              <p:cNvSpPr/>
              <p:nvPr/>
            </p:nvSpPr>
            <p:spPr>
              <a:xfrm>
                <a:off x="8300084" y="0"/>
                <a:ext cx="3891915" cy="3496309"/>
              </a:xfrm>
              <a:custGeom>
                <a:avLst/>
                <a:gdLst>
                  <a:gd name="connsiteX0" fmla="*/ 3891915 w 3891915"/>
                  <a:gd name="connsiteY0" fmla="*/ 683895 h 3496309"/>
                  <a:gd name="connsiteX1" fmla="*/ 0 w 3891915"/>
                  <a:gd name="connsiteY1" fmla="*/ 3496310 h 3496309"/>
                  <a:gd name="connsiteX2" fmla="*/ 3284855 w 3891915"/>
                  <a:gd name="connsiteY2" fmla="*/ 0 h 3496309"/>
                  <a:gd name="connsiteX3" fmla="*/ 3891915 w 3891915"/>
                  <a:gd name="connsiteY3" fmla="*/ 0 h 3496309"/>
                  <a:gd name="connsiteX4" fmla="*/ 3891915 w 3891915"/>
                  <a:gd name="connsiteY4" fmla="*/ 683895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91915" h="3496309">
                    <a:moveTo>
                      <a:pt x="3891915" y="683895"/>
                    </a:moveTo>
                    <a:lnTo>
                      <a:pt x="0" y="3496310"/>
                    </a:lnTo>
                    <a:lnTo>
                      <a:pt x="3284855" y="0"/>
                    </a:lnTo>
                    <a:lnTo>
                      <a:pt x="3891915" y="0"/>
                    </a:lnTo>
                    <a:lnTo>
                      <a:pt x="3891915" y="683895"/>
                    </a:lnTo>
                    <a:close/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452EE8C4-4E9A-8FA7-20B2-8F725AAD1A40}"/>
                  </a:ext>
                </a:extLst>
              </p:cNvPr>
              <p:cNvSpPr/>
              <p:nvPr/>
            </p:nvSpPr>
            <p:spPr>
              <a:xfrm>
                <a:off x="8300084" y="0"/>
                <a:ext cx="3891915" cy="3496309"/>
              </a:xfrm>
              <a:custGeom>
                <a:avLst/>
                <a:gdLst>
                  <a:gd name="connsiteX0" fmla="*/ 3891915 w 3891915"/>
                  <a:gd name="connsiteY0" fmla="*/ 683895 h 3496309"/>
                  <a:gd name="connsiteX1" fmla="*/ 0 w 3891915"/>
                  <a:gd name="connsiteY1" fmla="*/ 3496310 h 3496309"/>
                  <a:gd name="connsiteX2" fmla="*/ 3284855 w 3891915"/>
                  <a:gd name="connsiteY2" fmla="*/ 0 h 3496309"/>
                  <a:gd name="connsiteX3" fmla="*/ 3891915 w 3891915"/>
                  <a:gd name="connsiteY3" fmla="*/ 0 h 3496309"/>
                  <a:gd name="connsiteX4" fmla="*/ 3891915 w 3891915"/>
                  <a:gd name="connsiteY4" fmla="*/ 683895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91915" h="3496309">
                    <a:moveTo>
                      <a:pt x="3891915" y="683895"/>
                    </a:moveTo>
                    <a:lnTo>
                      <a:pt x="0" y="3496310"/>
                    </a:lnTo>
                    <a:lnTo>
                      <a:pt x="3284855" y="0"/>
                    </a:lnTo>
                    <a:lnTo>
                      <a:pt x="3891915" y="0"/>
                    </a:lnTo>
                    <a:lnTo>
                      <a:pt x="3891915" y="683895"/>
                    </a:lnTo>
                    <a:close/>
                  </a:path>
                </a:pathLst>
              </a:custGeom>
              <a:gradFill>
                <a:gsLst>
                  <a:gs pos="46000">
                    <a:srgbClr val="0068DF"/>
                  </a:gs>
                  <a:gs pos="100000">
                    <a:srgbClr val="39C7F8"/>
                  </a:gs>
                  <a:gs pos="53000">
                    <a:srgbClr val="3ECAFB">
                      <a:alpha val="89804"/>
                    </a:srgbClr>
                  </a:gs>
                </a:gsLst>
                <a:lin ang="276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00" name="Graphic 613">
              <a:extLst>
                <a:ext uri="{FF2B5EF4-FFF2-40B4-BE49-F238E27FC236}">
                  <a16:creationId xmlns:a16="http://schemas.microsoft.com/office/drawing/2014/main" id="{59810255-E664-79BA-40D2-F2C2601BE972}"/>
                </a:ext>
              </a:extLst>
            </p:cNvPr>
            <p:cNvGrpSpPr/>
            <p:nvPr/>
          </p:nvGrpSpPr>
          <p:grpSpPr>
            <a:xfrm>
              <a:off x="8300084" y="684789"/>
              <a:ext cx="3930650" cy="2816090"/>
              <a:chOff x="8300084" y="683894"/>
              <a:chExt cx="3930650" cy="2812414"/>
            </a:xfrm>
          </p:grpSpPr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6F98B61E-7906-56B9-AD16-50ED7D684C37}"/>
                  </a:ext>
                </a:extLst>
              </p:cNvPr>
              <p:cNvSpPr/>
              <p:nvPr/>
            </p:nvSpPr>
            <p:spPr>
              <a:xfrm>
                <a:off x="8300084" y="683894"/>
                <a:ext cx="3930650" cy="2812414"/>
              </a:xfrm>
              <a:custGeom>
                <a:avLst/>
                <a:gdLst>
                  <a:gd name="connsiteX0" fmla="*/ 3891915 w 3930650"/>
                  <a:gd name="connsiteY0" fmla="*/ 0 h 2812414"/>
                  <a:gd name="connsiteX1" fmla="*/ 0 w 3930650"/>
                  <a:gd name="connsiteY1" fmla="*/ 2812415 h 2812414"/>
                  <a:gd name="connsiteX2" fmla="*/ 3930650 w 3930650"/>
                  <a:gd name="connsiteY2" fmla="*/ 1133158 h 2812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930650" h="2812414">
                    <a:moveTo>
                      <a:pt x="3891915" y="0"/>
                    </a:moveTo>
                    <a:lnTo>
                      <a:pt x="0" y="2812415"/>
                    </a:lnTo>
                    <a:lnTo>
                      <a:pt x="3930650" y="1133158"/>
                    </a:lnTo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FC59ED0B-C029-A9DD-54AB-E329D6458E46}"/>
                  </a:ext>
                </a:extLst>
              </p:cNvPr>
              <p:cNvSpPr/>
              <p:nvPr/>
            </p:nvSpPr>
            <p:spPr>
              <a:xfrm>
                <a:off x="8300084" y="683894"/>
                <a:ext cx="3930650" cy="2812414"/>
              </a:xfrm>
              <a:custGeom>
                <a:avLst/>
                <a:gdLst>
                  <a:gd name="connsiteX0" fmla="*/ 3891915 w 3930650"/>
                  <a:gd name="connsiteY0" fmla="*/ 0 h 2812414"/>
                  <a:gd name="connsiteX1" fmla="*/ 0 w 3930650"/>
                  <a:gd name="connsiteY1" fmla="*/ 2812415 h 2812414"/>
                  <a:gd name="connsiteX2" fmla="*/ 3930650 w 3930650"/>
                  <a:gd name="connsiteY2" fmla="*/ 1133158 h 2812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930650" h="2812414">
                    <a:moveTo>
                      <a:pt x="3891915" y="0"/>
                    </a:moveTo>
                    <a:lnTo>
                      <a:pt x="0" y="2812415"/>
                    </a:lnTo>
                    <a:lnTo>
                      <a:pt x="3930650" y="1133158"/>
                    </a:lnTo>
                  </a:path>
                </a:pathLst>
              </a:custGeom>
              <a:gradFill>
                <a:gsLst>
                  <a:gs pos="47000">
                    <a:srgbClr val="0068DF">
                      <a:alpha val="89804"/>
                    </a:srgbClr>
                  </a:gs>
                  <a:gs pos="34000">
                    <a:srgbClr val="0068DF">
                      <a:alpha val="89804"/>
                    </a:srgbClr>
                  </a:gs>
                  <a:gs pos="58000">
                    <a:srgbClr val="0EAFE0"/>
                  </a:gs>
                </a:gsLst>
                <a:lin ang="360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01" name="Graphic 613">
              <a:extLst>
                <a:ext uri="{FF2B5EF4-FFF2-40B4-BE49-F238E27FC236}">
                  <a16:creationId xmlns:a16="http://schemas.microsoft.com/office/drawing/2014/main" id="{100605DC-4610-F7A6-DF53-D848F2BD49B8}"/>
                </a:ext>
              </a:extLst>
            </p:cNvPr>
            <p:cNvGrpSpPr/>
            <p:nvPr/>
          </p:nvGrpSpPr>
          <p:grpSpPr>
            <a:xfrm>
              <a:off x="8300084" y="1819428"/>
              <a:ext cx="3930650" cy="1681452"/>
              <a:chOff x="8300084" y="1817052"/>
              <a:chExt cx="3930650" cy="1679257"/>
            </a:xfrm>
          </p:grpSpPr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B4A838C9-16EA-4C4D-9259-B51E79ECC16B}"/>
                  </a:ext>
                </a:extLst>
              </p:cNvPr>
              <p:cNvSpPr/>
              <p:nvPr/>
            </p:nvSpPr>
            <p:spPr>
              <a:xfrm>
                <a:off x="8300084" y="1817052"/>
                <a:ext cx="3930650" cy="1679257"/>
              </a:xfrm>
              <a:custGeom>
                <a:avLst/>
                <a:gdLst>
                  <a:gd name="connsiteX0" fmla="*/ 3930650 w 3930650"/>
                  <a:gd name="connsiteY0" fmla="*/ 0 h 1679257"/>
                  <a:gd name="connsiteX1" fmla="*/ 0 w 3930650"/>
                  <a:gd name="connsiteY1" fmla="*/ 1679257 h 1679257"/>
                  <a:gd name="connsiteX2" fmla="*/ 3928746 w 3930650"/>
                  <a:gd name="connsiteY2" fmla="*/ 279400 h 1679257"/>
                  <a:gd name="connsiteX3" fmla="*/ 3930650 w 3930650"/>
                  <a:gd name="connsiteY3" fmla="*/ 0 h 1679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30650" h="1679257">
                    <a:moveTo>
                      <a:pt x="3930650" y="0"/>
                    </a:moveTo>
                    <a:lnTo>
                      <a:pt x="0" y="1679257"/>
                    </a:lnTo>
                    <a:lnTo>
                      <a:pt x="3928746" y="279400"/>
                    </a:lnTo>
                    <a:lnTo>
                      <a:pt x="3930650" y="0"/>
                    </a:lnTo>
                    <a:close/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8258A440-01BE-DAD4-9A28-338A876C016D}"/>
                  </a:ext>
                </a:extLst>
              </p:cNvPr>
              <p:cNvSpPr/>
              <p:nvPr/>
            </p:nvSpPr>
            <p:spPr>
              <a:xfrm>
                <a:off x="8300084" y="1817052"/>
                <a:ext cx="3930650" cy="1679257"/>
              </a:xfrm>
              <a:custGeom>
                <a:avLst/>
                <a:gdLst>
                  <a:gd name="connsiteX0" fmla="*/ 3930650 w 3930650"/>
                  <a:gd name="connsiteY0" fmla="*/ 0 h 1679257"/>
                  <a:gd name="connsiteX1" fmla="*/ 0 w 3930650"/>
                  <a:gd name="connsiteY1" fmla="*/ 1679257 h 1679257"/>
                  <a:gd name="connsiteX2" fmla="*/ 3928746 w 3930650"/>
                  <a:gd name="connsiteY2" fmla="*/ 279400 h 1679257"/>
                  <a:gd name="connsiteX3" fmla="*/ 3930650 w 3930650"/>
                  <a:gd name="connsiteY3" fmla="*/ 0 h 1679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30650" h="1679257">
                    <a:moveTo>
                      <a:pt x="3930650" y="0"/>
                    </a:moveTo>
                    <a:lnTo>
                      <a:pt x="0" y="1679257"/>
                    </a:lnTo>
                    <a:lnTo>
                      <a:pt x="3928746" y="279400"/>
                    </a:lnTo>
                    <a:lnTo>
                      <a:pt x="3930650" y="0"/>
                    </a:lnTo>
                    <a:close/>
                  </a:path>
                </a:pathLst>
              </a:custGeom>
              <a:solidFill>
                <a:srgbClr val="26BCED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785376B0-2813-EEAE-6FA7-67C3F3D53D26}"/>
                </a:ext>
              </a:extLst>
            </p:cNvPr>
            <p:cNvSpPr/>
            <p:nvPr userDrawn="1"/>
          </p:nvSpPr>
          <p:spPr>
            <a:xfrm>
              <a:off x="12200310" y="1"/>
              <a:ext cx="92408" cy="6866963"/>
            </a:xfrm>
            <a:prstGeom prst="rect">
              <a:avLst/>
            </a:prstGeom>
            <a:solidFill>
              <a:srgbClr val="E9ED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4160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XP +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591696F-04D1-9B06-1237-744CE5322B65}"/>
              </a:ext>
            </a:extLst>
          </p:cNvPr>
          <p:cNvGrpSpPr/>
          <p:nvPr userDrawn="1"/>
        </p:nvGrpSpPr>
        <p:grpSpPr>
          <a:xfrm>
            <a:off x="1329004" y="2629430"/>
            <a:ext cx="2894619" cy="979228"/>
            <a:chOff x="532238" y="532263"/>
            <a:chExt cx="1522954" cy="515204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12B66B9-7611-B714-8794-C580ADF153EF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anose="00000500000000000000" pitchFamily="2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BB59CCC-1A5B-6EE8-1831-4D7D0F91EA95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anose="00000500000000000000" pitchFamily="2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0A97240-CCE8-5488-76AC-CF0E9B035643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EAF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anose="00000500000000000000" pitchFamily="2" charset="0"/>
              </a:endParaRPr>
            </a:p>
          </p:txBody>
        </p:sp>
      </p:grpSp>
      <p:sp>
        <p:nvSpPr>
          <p:cNvPr id="12" name="Rectangle: Rounded Corners 11">
            <a:hlinkClick r:id="rId2"/>
            <a:extLst>
              <a:ext uri="{FF2B5EF4-FFF2-40B4-BE49-F238E27FC236}">
                <a16:creationId xmlns:a16="http://schemas.microsoft.com/office/drawing/2014/main" id="{75A8E5E3-17F6-9917-83F2-08D1544F023A}"/>
              </a:ext>
            </a:extLst>
          </p:cNvPr>
          <p:cNvSpPr/>
          <p:nvPr userDrawn="1"/>
        </p:nvSpPr>
        <p:spPr>
          <a:xfrm>
            <a:off x="1342652" y="5761384"/>
            <a:ext cx="1509927" cy="3055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sz="1300" dirty="0">
                <a:solidFill>
                  <a:schemeClr val="tx2">
                    <a:lumMod val="10000"/>
                    <a:lumOff val="90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nxp.com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430BA5F-BFE6-F50D-6334-D0BC11439464}"/>
              </a:ext>
            </a:extLst>
          </p:cNvPr>
          <p:cNvSpPr txBox="1">
            <a:spLocks/>
          </p:cNvSpPr>
          <p:nvPr userDrawn="1"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 dirty="0">
                <a:solidFill>
                  <a:schemeClr val="bg2">
                    <a:lumMod val="50000"/>
                    <a:lumOff val="50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Internal  |  </a:t>
            </a:r>
            <a:r>
              <a:rPr lang="en-US" sz="800" b="0" i="0" dirty="0">
                <a:solidFill>
                  <a:schemeClr val="bg2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 dirty="0">
                <a:solidFill>
                  <a:schemeClr val="bg2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 dirty="0">
                <a:solidFill>
                  <a:schemeClr val="bg2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2025 NXP B.V. Version 2.9.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41553C3-C302-B768-18B7-85711337DE99}"/>
              </a:ext>
            </a:extLst>
          </p:cNvPr>
          <p:cNvGrpSpPr/>
          <p:nvPr userDrawn="1"/>
        </p:nvGrpSpPr>
        <p:grpSpPr>
          <a:xfrm>
            <a:off x="3881118" y="0"/>
            <a:ext cx="8315959" cy="6857999"/>
            <a:chOff x="4609967" y="0"/>
            <a:chExt cx="8315959" cy="6857999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EA4036E-2DF9-8C64-DE1E-DAEFFDE15D0E}"/>
                </a:ext>
              </a:extLst>
            </p:cNvPr>
            <p:cNvSpPr/>
            <p:nvPr/>
          </p:nvSpPr>
          <p:spPr>
            <a:xfrm>
              <a:off x="4609967" y="0"/>
              <a:ext cx="5878512" cy="3493452"/>
            </a:xfrm>
            <a:custGeom>
              <a:avLst/>
              <a:gdLst>
                <a:gd name="connsiteX0" fmla="*/ 5878513 w 5878512"/>
                <a:gd name="connsiteY0" fmla="*/ 3493453 h 3493452"/>
                <a:gd name="connsiteX1" fmla="*/ 5857557 w 5878512"/>
                <a:gd name="connsiteY1" fmla="*/ 0 h 3493452"/>
                <a:gd name="connsiteX2" fmla="*/ 2393315 w 5878512"/>
                <a:gd name="connsiteY2" fmla="*/ 0 h 3493452"/>
                <a:gd name="connsiteX3" fmla="*/ 0 w 5878512"/>
                <a:gd name="connsiteY3" fmla="*/ 0 h 3493452"/>
                <a:gd name="connsiteX4" fmla="*/ 5878513 w 5878512"/>
                <a:gd name="connsiteY4" fmla="*/ 3493453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8512" h="3493452">
                  <a:moveTo>
                    <a:pt x="5878513" y="3493453"/>
                  </a:moveTo>
                  <a:lnTo>
                    <a:pt x="5857557" y="0"/>
                  </a:lnTo>
                  <a:lnTo>
                    <a:pt x="2393315" y="0"/>
                  </a:lnTo>
                  <a:lnTo>
                    <a:pt x="0" y="0"/>
                  </a:lnTo>
                  <a:lnTo>
                    <a:pt x="5878513" y="3493453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BED6A4E-F6E8-9D63-83E2-4C94049BDCB0}"/>
                </a:ext>
              </a:extLst>
            </p:cNvPr>
            <p:cNvSpPr/>
            <p:nvPr/>
          </p:nvSpPr>
          <p:spPr>
            <a:xfrm>
              <a:off x="4609967" y="0"/>
              <a:ext cx="5878512" cy="3493452"/>
            </a:xfrm>
            <a:custGeom>
              <a:avLst/>
              <a:gdLst>
                <a:gd name="connsiteX0" fmla="*/ 0 w 5878512"/>
                <a:gd name="connsiteY0" fmla="*/ 0 h 3493452"/>
                <a:gd name="connsiteX1" fmla="*/ 5878513 w 5878512"/>
                <a:gd name="connsiteY1" fmla="*/ 3493453 h 3493452"/>
                <a:gd name="connsiteX2" fmla="*/ 2393315 w 5878512"/>
                <a:gd name="connsiteY2" fmla="*/ 0 h 3493452"/>
                <a:gd name="connsiteX3" fmla="*/ 2393315 w 5878512"/>
                <a:gd name="connsiteY3" fmla="*/ 0 h 3493452"/>
                <a:gd name="connsiteX4" fmla="*/ 0 w 5878512"/>
                <a:gd name="connsiteY4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8512" h="3493452">
                  <a:moveTo>
                    <a:pt x="0" y="0"/>
                  </a:moveTo>
                  <a:lnTo>
                    <a:pt x="5878513" y="3493453"/>
                  </a:lnTo>
                  <a:lnTo>
                    <a:pt x="2393315" y="0"/>
                  </a:lnTo>
                  <a:lnTo>
                    <a:pt x="2393315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2521">
                  <a:schemeClr val="accent6"/>
                </a:gs>
                <a:gs pos="49000">
                  <a:schemeClr val="accent3"/>
                </a:gs>
                <a:gs pos="63000">
                  <a:srgbClr val="C6EB00"/>
                </a:gs>
                <a:gs pos="94000">
                  <a:srgbClr val="C6EB00"/>
                </a:gs>
              </a:gsLst>
              <a:lin ang="1848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2DEF2BA1-C922-85EE-6AB8-53B1877C16F7}"/>
                </a:ext>
              </a:extLst>
            </p:cNvPr>
            <p:cNvSpPr/>
            <p:nvPr/>
          </p:nvSpPr>
          <p:spPr>
            <a:xfrm>
              <a:off x="7003281" y="0"/>
              <a:ext cx="3485197" cy="3493452"/>
            </a:xfrm>
            <a:custGeom>
              <a:avLst/>
              <a:gdLst>
                <a:gd name="connsiteX0" fmla="*/ 0 w 3485197"/>
                <a:gd name="connsiteY0" fmla="*/ 0 h 3493452"/>
                <a:gd name="connsiteX1" fmla="*/ 3485198 w 3485197"/>
                <a:gd name="connsiteY1" fmla="*/ 3493453 h 3493452"/>
                <a:gd name="connsiteX2" fmla="*/ 287973 w 3485197"/>
                <a:gd name="connsiteY2" fmla="*/ 0 h 3493452"/>
                <a:gd name="connsiteX3" fmla="*/ 0 w 3485197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85197" h="3493452">
                  <a:moveTo>
                    <a:pt x="0" y="0"/>
                  </a:moveTo>
                  <a:lnTo>
                    <a:pt x="3485198" y="3493453"/>
                  </a:lnTo>
                  <a:lnTo>
                    <a:pt x="28797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B972">
                <a:alpha val="4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289949BD-CEF8-2E38-DB65-994A515B835C}"/>
                </a:ext>
              </a:extLst>
            </p:cNvPr>
            <p:cNvSpPr/>
            <p:nvPr/>
          </p:nvSpPr>
          <p:spPr>
            <a:xfrm>
              <a:off x="7291254" y="0"/>
              <a:ext cx="3197225" cy="3493452"/>
            </a:xfrm>
            <a:custGeom>
              <a:avLst/>
              <a:gdLst>
                <a:gd name="connsiteX0" fmla="*/ 628650 w 3197225"/>
                <a:gd name="connsiteY0" fmla="*/ 0 h 3493452"/>
                <a:gd name="connsiteX1" fmla="*/ 3197225 w 3197225"/>
                <a:gd name="connsiteY1" fmla="*/ 3493453 h 3493452"/>
                <a:gd name="connsiteX2" fmla="*/ 0 w 3197225"/>
                <a:gd name="connsiteY2" fmla="*/ 0 h 3493452"/>
                <a:gd name="connsiteX3" fmla="*/ 628650 w 319722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97225" h="3493452">
                  <a:moveTo>
                    <a:pt x="628650" y="0"/>
                  </a:moveTo>
                  <a:lnTo>
                    <a:pt x="3197225" y="3493453"/>
                  </a:lnTo>
                  <a:lnTo>
                    <a:pt x="0" y="0"/>
                  </a:lnTo>
                  <a:lnTo>
                    <a:pt x="628650" y="0"/>
                  </a:lnTo>
                  <a:close/>
                </a:path>
              </a:pathLst>
            </a:custGeom>
            <a:gradFill>
              <a:gsLst>
                <a:gs pos="46000">
                  <a:schemeClr val="accent3"/>
                </a:gs>
                <a:gs pos="64000">
                  <a:srgbClr val="C6EB00"/>
                </a:gs>
              </a:gsLst>
              <a:lin ang="18810059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2B866CA-4D7B-D458-D16A-CF01E01505D1}"/>
                </a:ext>
              </a:extLst>
            </p:cNvPr>
            <p:cNvSpPr/>
            <p:nvPr/>
          </p:nvSpPr>
          <p:spPr>
            <a:xfrm>
              <a:off x="7919904" y="0"/>
              <a:ext cx="2568575" cy="3493452"/>
            </a:xfrm>
            <a:custGeom>
              <a:avLst/>
              <a:gdLst>
                <a:gd name="connsiteX0" fmla="*/ 0 w 2568575"/>
                <a:gd name="connsiteY0" fmla="*/ 0 h 3493452"/>
                <a:gd name="connsiteX1" fmla="*/ 2568575 w 2568575"/>
                <a:gd name="connsiteY1" fmla="*/ 3493453 h 3493452"/>
                <a:gd name="connsiteX2" fmla="*/ 173672 w 2568575"/>
                <a:gd name="connsiteY2" fmla="*/ 0 h 3493452"/>
                <a:gd name="connsiteX3" fmla="*/ 0 w 256857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8575" h="3493452">
                  <a:moveTo>
                    <a:pt x="0" y="0"/>
                  </a:moveTo>
                  <a:lnTo>
                    <a:pt x="2568575" y="3493453"/>
                  </a:lnTo>
                  <a:lnTo>
                    <a:pt x="1736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26F84751-33C6-336B-571E-4C8E686718D7}"/>
                </a:ext>
              </a:extLst>
            </p:cNvPr>
            <p:cNvSpPr/>
            <p:nvPr/>
          </p:nvSpPr>
          <p:spPr>
            <a:xfrm>
              <a:off x="8093577" y="0"/>
              <a:ext cx="2394902" cy="3493452"/>
            </a:xfrm>
            <a:custGeom>
              <a:avLst/>
              <a:gdLst>
                <a:gd name="connsiteX0" fmla="*/ 0 w 2394902"/>
                <a:gd name="connsiteY0" fmla="*/ 0 h 3493452"/>
                <a:gd name="connsiteX1" fmla="*/ 2394903 w 2394902"/>
                <a:gd name="connsiteY1" fmla="*/ 3493453 h 3493452"/>
                <a:gd name="connsiteX2" fmla="*/ 0 w 2394902"/>
                <a:gd name="connsiteY2" fmla="*/ 0 h 3493452"/>
                <a:gd name="connsiteX3" fmla="*/ 0 w 239490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4902" h="3493452">
                  <a:moveTo>
                    <a:pt x="0" y="0"/>
                  </a:moveTo>
                  <a:lnTo>
                    <a:pt x="2394903" y="349345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9F64EEB-CDD9-9801-05F4-E3C3275F2004}"/>
                </a:ext>
              </a:extLst>
            </p:cNvPr>
            <p:cNvSpPr/>
            <p:nvPr/>
          </p:nvSpPr>
          <p:spPr>
            <a:xfrm>
              <a:off x="8267884" y="0"/>
              <a:ext cx="2220595" cy="3493452"/>
            </a:xfrm>
            <a:custGeom>
              <a:avLst/>
              <a:gdLst>
                <a:gd name="connsiteX0" fmla="*/ 0 w 2220595"/>
                <a:gd name="connsiteY0" fmla="*/ 0 h 3493452"/>
                <a:gd name="connsiteX1" fmla="*/ 2220596 w 2220595"/>
                <a:gd name="connsiteY1" fmla="*/ 3493453 h 3493452"/>
                <a:gd name="connsiteX2" fmla="*/ 187643 w 2220595"/>
                <a:gd name="connsiteY2" fmla="*/ 0 h 3493452"/>
                <a:gd name="connsiteX3" fmla="*/ 0 w 222059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0595" h="3493452">
                  <a:moveTo>
                    <a:pt x="0" y="0"/>
                  </a:moveTo>
                  <a:lnTo>
                    <a:pt x="2220596" y="3493453"/>
                  </a:lnTo>
                  <a:lnTo>
                    <a:pt x="1876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B221">
                <a:alpha val="6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8D76B76A-4FB8-E6E7-D3F1-8C150930EAD5}"/>
                </a:ext>
              </a:extLst>
            </p:cNvPr>
            <p:cNvSpPr/>
            <p:nvPr/>
          </p:nvSpPr>
          <p:spPr>
            <a:xfrm>
              <a:off x="8455527" y="0"/>
              <a:ext cx="2032952" cy="3493452"/>
            </a:xfrm>
            <a:custGeom>
              <a:avLst/>
              <a:gdLst>
                <a:gd name="connsiteX0" fmla="*/ 663893 w 2032952"/>
                <a:gd name="connsiteY0" fmla="*/ 0 h 3493452"/>
                <a:gd name="connsiteX1" fmla="*/ 2032953 w 2032952"/>
                <a:gd name="connsiteY1" fmla="*/ 3493453 h 3493452"/>
                <a:gd name="connsiteX2" fmla="*/ 0 w 2032952"/>
                <a:gd name="connsiteY2" fmla="*/ 0 h 3493452"/>
                <a:gd name="connsiteX3" fmla="*/ 663893 w 203295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2952" h="3493452">
                  <a:moveTo>
                    <a:pt x="663893" y="0"/>
                  </a:moveTo>
                  <a:lnTo>
                    <a:pt x="2032953" y="3493453"/>
                  </a:lnTo>
                  <a:lnTo>
                    <a:pt x="0" y="0"/>
                  </a:lnTo>
                  <a:lnTo>
                    <a:pt x="663893" y="0"/>
                  </a:lnTo>
                  <a:close/>
                </a:path>
              </a:pathLst>
            </a:custGeom>
            <a:solidFill>
              <a:srgbClr val="80D226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33D91F8-AC7F-7131-A323-5F2FE3EEE670}"/>
                </a:ext>
              </a:extLst>
            </p:cNvPr>
            <p:cNvSpPr/>
            <p:nvPr/>
          </p:nvSpPr>
          <p:spPr>
            <a:xfrm>
              <a:off x="8455527" y="0"/>
              <a:ext cx="2032952" cy="3493452"/>
            </a:xfrm>
            <a:custGeom>
              <a:avLst/>
              <a:gdLst>
                <a:gd name="connsiteX0" fmla="*/ 663893 w 2032952"/>
                <a:gd name="connsiteY0" fmla="*/ 0 h 3493452"/>
                <a:gd name="connsiteX1" fmla="*/ 2032953 w 2032952"/>
                <a:gd name="connsiteY1" fmla="*/ 3493453 h 3493452"/>
                <a:gd name="connsiteX2" fmla="*/ 0 w 2032952"/>
                <a:gd name="connsiteY2" fmla="*/ 0 h 3493452"/>
                <a:gd name="connsiteX3" fmla="*/ 663893 w 203295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2952" h="3493452">
                  <a:moveTo>
                    <a:pt x="663893" y="0"/>
                  </a:moveTo>
                  <a:lnTo>
                    <a:pt x="2032953" y="3493453"/>
                  </a:lnTo>
                  <a:lnTo>
                    <a:pt x="0" y="0"/>
                  </a:lnTo>
                  <a:lnTo>
                    <a:pt x="663893" y="0"/>
                  </a:lnTo>
                  <a:close/>
                </a:path>
              </a:pathLst>
            </a:custGeom>
            <a:gradFill>
              <a:gsLst>
                <a:gs pos="38000">
                  <a:srgbClr val="C6EB00"/>
                </a:gs>
                <a:gs pos="52000">
                  <a:schemeClr val="accent3"/>
                </a:gs>
                <a:gs pos="74000">
                  <a:srgbClr val="00A700"/>
                </a:gs>
              </a:gsLst>
              <a:lin ang="2022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776651C1-ED4D-7D63-761B-68C1C10BB8BE}"/>
                </a:ext>
              </a:extLst>
            </p:cNvPr>
            <p:cNvSpPr/>
            <p:nvPr/>
          </p:nvSpPr>
          <p:spPr>
            <a:xfrm>
              <a:off x="9119419" y="0"/>
              <a:ext cx="1369059" cy="3493452"/>
            </a:xfrm>
            <a:custGeom>
              <a:avLst/>
              <a:gdLst>
                <a:gd name="connsiteX0" fmla="*/ 0 w 1369059"/>
                <a:gd name="connsiteY0" fmla="*/ 0 h 3493452"/>
                <a:gd name="connsiteX1" fmla="*/ 1369060 w 1369059"/>
                <a:gd name="connsiteY1" fmla="*/ 3493453 h 3493452"/>
                <a:gd name="connsiteX2" fmla="*/ 452755 w 1369059"/>
                <a:gd name="connsiteY2" fmla="*/ 0 h 3493452"/>
                <a:gd name="connsiteX3" fmla="*/ 0 w 1369059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059" h="3493452">
                  <a:moveTo>
                    <a:pt x="0" y="0"/>
                  </a:moveTo>
                  <a:lnTo>
                    <a:pt x="1369060" y="3493453"/>
                  </a:lnTo>
                  <a:lnTo>
                    <a:pt x="4527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72734A54-18D2-9E9F-5435-5E7D01086192}"/>
                </a:ext>
              </a:extLst>
            </p:cNvPr>
            <p:cNvSpPr/>
            <p:nvPr/>
          </p:nvSpPr>
          <p:spPr>
            <a:xfrm>
              <a:off x="9572174" y="0"/>
              <a:ext cx="916305" cy="3493452"/>
            </a:xfrm>
            <a:custGeom>
              <a:avLst/>
              <a:gdLst>
                <a:gd name="connsiteX0" fmla="*/ 895350 w 916305"/>
                <a:gd name="connsiteY0" fmla="*/ 0 h 3493452"/>
                <a:gd name="connsiteX1" fmla="*/ 916305 w 916305"/>
                <a:gd name="connsiteY1" fmla="*/ 3493453 h 3493452"/>
                <a:gd name="connsiteX2" fmla="*/ 0 w 916305"/>
                <a:gd name="connsiteY2" fmla="*/ 0 h 3493452"/>
                <a:gd name="connsiteX3" fmla="*/ 895350 w 91630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305" h="3493452">
                  <a:moveTo>
                    <a:pt x="895350" y="0"/>
                  </a:moveTo>
                  <a:lnTo>
                    <a:pt x="916305" y="3493453"/>
                  </a:lnTo>
                  <a:lnTo>
                    <a:pt x="0" y="0"/>
                  </a:lnTo>
                  <a:lnTo>
                    <a:pt x="895350" y="0"/>
                  </a:lnTo>
                  <a:close/>
                </a:path>
              </a:pathLst>
            </a:custGeom>
            <a:gradFill>
              <a:gsLst>
                <a:gs pos="20000">
                  <a:srgbClr val="C6EB00"/>
                </a:gs>
                <a:gs pos="20000">
                  <a:srgbClr val="C6EB00">
                    <a:alpha val="89804"/>
                  </a:srgbClr>
                </a:gs>
                <a:gs pos="40000">
                  <a:srgbClr val="C6EB00">
                    <a:alpha val="69804"/>
                  </a:srgbClr>
                </a:gs>
                <a:gs pos="70000">
                  <a:srgbClr val="C6EB00">
                    <a:alpha val="29804"/>
                  </a:srgbClr>
                </a:gs>
                <a:gs pos="90000">
                  <a:srgbClr val="C6EB00">
                    <a:alpha val="0"/>
                  </a:srgbClr>
                </a:gs>
              </a:gsLst>
              <a:lin ang="21210000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74EC1ED-B7E5-F639-1991-DB2A240C75CF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0 w 2343784"/>
                <a:gd name="connsiteY0" fmla="*/ 3493453 h 3493452"/>
                <a:gd name="connsiteX1" fmla="*/ 521335 w 2343784"/>
                <a:gd name="connsiteY1" fmla="*/ 0 h 3493452"/>
                <a:gd name="connsiteX2" fmla="*/ 2343785 w 2343784"/>
                <a:gd name="connsiteY2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43784" h="3493452">
                  <a:moveTo>
                    <a:pt x="0" y="3493453"/>
                  </a:moveTo>
                  <a:lnTo>
                    <a:pt x="521335" y="0"/>
                  </a:lnTo>
                  <a:lnTo>
                    <a:pt x="2343785" y="0"/>
                  </a:lnTo>
                </a:path>
              </a:pathLst>
            </a:custGeom>
            <a:solidFill>
              <a:srgbClr val="0EAFE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02618B8-658D-901C-5B62-CD9F778AC165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2343785 w 2343784"/>
                <a:gd name="connsiteY0" fmla="*/ 0 h 3493452"/>
                <a:gd name="connsiteX1" fmla="*/ 0 w 2343784"/>
                <a:gd name="connsiteY1" fmla="*/ 3493453 h 3493452"/>
                <a:gd name="connsiteX2" fmla="*/ 1507490 w 2343784"/>
                <a:gd name="connsiteY2" fmla="*/ 0 h 3493452"/>
                <a:gd name="connsiteX3" fmla="*/ 2343785 w 2343784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784" h="3493452">
                  <a:moveTo>
                    <a:pt x="234378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234378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E9B53495-2369-8233-E2D5-456661DA5DE2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2343785 w 2343784"/>
                <a:gd name="connsiteY0" fmla="*/ 0 h 3493452"/>
                <a:gd name="connsiteX1" fmla="*/ 0 w 2343784"/>
                <a:gd name="connsiteY1" fmla="*/ 3493453 h 3493452"/>
                <a:gd name="connsiteX2" fmla="*/ 1507490 w 2343784"/>
                <a:gd name="connsiteY2" fmla="*/ 0 h 3493452"/>
                <a:gd name="connsiteX3" fmla="*/ 2343785 w 2343784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784" h="3493452">
                  <a:moveTo>
                    <a:pt x="234378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2343785" y="0"/>
                  </a:lnTo>
                  <a:close/>
                </a:path>
              </a:pathLst>
            </a:custGeom>
            <a:gradFill>
              <a:gsLst>
                <a:gs pos="24000">
                  <a:srgbClr val="3ECAFB">
                    <a:alpha val="0"/>
                  </a:srgbClr>
                </a:gs>
                <a:gs pos="47000">
                  <a:srgbClr val="188EEA"/>
                </a:gs>
                <a:gs pos="57000">
                  <a:srgbClr val="0068DF"/>
                </a:gs>
              </a:gsLst>
              <a:lin ang="198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C678E99-5A39-5241-4EFC-658BC1B3F0BC}"/>
                </a:ext>
              </a:extLst>
            </p:cNvPr>
            <p:cNvSpPr/>
            <p:nvPr/>
          </p:nvSpPr>
          <p:spPr>
            <a:xfrm>
              <a:off x="10488479" y="0"/>
              <a:ext cx="1231265" cy="3493452"/>
            </a:xfrm>
            <a:custGeom>
              <a:avLst/>
              <a:gdLst>
                <a:gd name="connsiteX0" fmla="*/ 824547 w 1231265"/>
                <a:gd name="connsiteY0" fmla="*/ 0 h 3493452"/>
                <a:gd name="connsiteX1" fmla="*/ 0 w 1231265"/>
                <a:gd name="connsiteY1" fmla="*/ 3493453 h 3493452"/>
                <a:gd name="connsiteX2" fmla="*/ 1231265 w 1231265"/>
                <a:gd name="connsiteY2" fmla="*/ 0 h 3493452"/>
                <a:gd name="connsiteX3" fmla="*/ 824547 w 123126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1265" h="3493452">
                  <a:moveTo>
                    <a:pt x="824547" y="0"/>
                  </a:moveTo>
                  <a:lnTo>
                    <a:pt x="0" y="3493453"/>
                  </a:lnTo>
                  <a:lnTo>
                    <a:pt x="1231265" y="0"/>
                  </a:lnTo>
                  <a:lnTo>
                    <a:pt x="824547" y="0"/>
                  </a:lnTo>
                  <a:close/>
                </a:path>
              </a:pathLst>
            </a:custGeom>
            <a:solidFill>
              <a:srgbClr val="1F7AE3">
                <a:alpha val="6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9F773990-489B-E79F-0E86-BD94953FA872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542290 w 542290"/>
                <a:gd name="connsiteY0" fmla="*/ 0 h 3493452"/>
                <a:gd name="connsiteX1" fmla="*/ 20955 w 542290"/>
                <a:gd name="connsiteY1" fmla="*/ 3493453 h 3493452"/>
                <a:gd name="connsiteX2" fmla="*/ 0 w 542290"/>
                <a:gd name="connsiteY2" fmla="*/ 0 h 3493452"/>
                <a:gd name="connsiteX3" fmla="*/ 54229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542290" y="0"/>
                  </a:moveTo>
                  <a:lnTo>
                    <a:pt x="20955" y="3493453"/>
                  </a:lnTo>
                  <a:lnTo>
                    <a:pt x="0" y="0"/>
                  </a:lnTo>
                  <a:lnTo>
                    <a:pt x="542290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C8E97EB-6D9E-078D-430B-2C9144FE0BF7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0 w 542290"/>
                <a:gd name="connsiteY0" fmla="*/ 0 h 3493452"/>
                <a:gd name="connsiteX1" fmla="*/ 20955 w 542290"/>
                <a:gd name="connsiteY1" fmla="*/ 3493453 h 3493452"/>
                <a:gd name="connsiteX2" fmla="*/ 542290 w 542290"/>
                <a:gd name="connsiteY2" fmla="*/ 0 h 3493452"/>
                <a:gd name="connsiteX3" fmla="*/ 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0" y="0"/>
                  </a:moveTo>
                  <a:lnTo>
                    <a:pt x="20955" y="3493453"/>
                  </a:lnTo>
                  <a:lnTo>
                    <a:pt x="54229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76DB"/>
                </a:gs>
                <a:gs pos="50000">
                  <a:srgbClr val="2A9FED"/>
                </a:gs>
                <a:gs pos="100000">
                  <a:srgbClr val="54C8FF"/>
                </a:gs>
              </a:gsLst>
              <a:lin ang="20920988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AF968B10-8EDB-15E0-4752-812334B68CC5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0 w 542290"/>
                <a:gd name="connsiteY0" fmla="*/ 0 h 3493452"/>
                <a:gd name="connsiteX1" fmla="*/ 20955 w 542290"/>
                <a:gd name="connsiteY1" fmla="*/ 3493453 h 3493452"/>
                <a:gd name="connsiteX2" fmla="*/ 542290 w 542290"/>
                <a:gd name="connsiteY2" fmla="*/ 0 h 3493452"/>
                <a:gd name="connsiteX3" fmla="*/ 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0" y="0"/>
                  </a:moveTo>
                  <a:lnTo>
                    <a:pt x="20955" y="3493453"/>
                  </a:lnTo>
                  <a:lnTo>
                    <a:pt x="54229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A3FE36BA-5263-0E9D-D6DF-AADFFC855FFA}"/>
                </a:ext>
              </a:extLst>
            </p:cNvPr>
            <p:cNvSpPr/>
            <p:nvPr/>
          </p:nvSpPr>
          <p:spPr>
            <a:xfrm>
              <a:off x="9572174" y="0"/>
              <a:ext cx="916305" cy="3493452"/>
            </a:xfrm>
            <a:custGeom>
              <a:avLst/>
              <a:gdLst>
                <a:gd name="connsiteX0" fmla="*/ 0 w 916305"/>
                <a:gd name="connsiteY0" fmla="*/ 0 h 3493452"/>
                <a:gd name="connsiteX1" fmla="*/ 916305 w 916305"/>
                <a:gd name="connsiteY1" fmla="*/ 3493453 h 3493452"/>
                <a:gd name="connsiteX2" fmla="*/ 895350 w 916305"/>
                <a:gd name="connsiteY2" fmla="*/ 0 h 3493452"/>
                <a:gd name="connsiteX3" fmla="*/ 0 w 91630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305" h="3493452">
                  <a:moveTo>
                    <a:pt x="0" y="0"/>
                  </a:moveTo>
                  <a:lnTo>
                    <a:pt x="916305" y="3493453"/>
                  </a:lnTo>
                  <a:lnTo>
                    <a:pt x="89535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36000">
                  <a:srgbClr val="C6EB00"/>
                </a:gs>
                <a:gs pos="54000">
                  <a:srgbClr val="B7D742"/>
                </a:gs>
                <a:gs pos="80000">
                  <a:srgbClr val="5DCAD3"/>
                </a:gs>
                <a:gs pos="100000">
                  <a:srgbClr val="49C8F5"/>
                </a:gs>
              </a:gsLst>
              <a:lin ang="2094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6BF8A9AE-3288-266C-81E4-EB36BF777818}"/>
                </a:ext>
              </a:extLst>
            </p:cNvPr>
            <p:cNvSpPr/>
            <p:nvPr/>
          </p:nvSpPr>
          <p:spPr>
            <a:xfrm>
              <a:off x="10488479" y="0"/>
              <a:ext cx="824547" cy="3493452"/>
            </a:xfrm>
            <a:custGeom>
              <a:avLst/>
              <a:gdLst>
                <a:gd name="connsiteX0" fmla="*/ 521335 w 824547"/>
                <a:gd name="connsiteY0" fmla="*/ 0 h 3493452"/>
                <a:gd name="connsiteX1" fmla="*/ 0 w 824547"/>
                <a:gd name="connsiteY1" fmla="*/ 3493453 h 3493452"/>
                <a:gd name="connsiteX2" fmla="*/ 824547 w 824547"/>
                <a:gd name="connsiteY2" fmla="*/ 0 h 3493452"/>
                <a:gd name="connsiteX3" fmla="*/ 521335 w 824547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4547" h="3493452">
                  <a:moveTo>
                    <a:pt x="521335" y="0"/>
                  </a:moveTo>
                  <a:lnTo>
                    <a:pt x="0" y="3493453"/>
                  </a:lnTo>
                  <a:lnTo>
                    <a:pt x="824547" y="0"/>
                  </a:lnTo>
                  <a:lnTo>
                    <a:pt x="52133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CC90F00-A389-F1CF-DF50-87D61ABF9557}"/>
                </a:ext>
              </a:extLst>
            </p:cNvPr>
            <p:cNvSpPr/>
            <p:nvPr/>
          </p:nvSpPr>
          <p:spPr>
            <a:xfrm>
              <a:off x="10488479" y="0"/>
              <a:ext cx="1507490" cy="3493452"/>
            </a:xfrm>
            <a:custGeom>
              <a:avLst/>
              <a:gdLst>
                <a:gd name="connsiteX0" fmla="*/ 1231265 w 1507490"/>
                <a:gd name="connsiteY0" fmla="*/ 0 h 3493452"/>
                <a:gd name="connsiteX1" fmla="*/ 0 w 1507490"/>
                <a:gd name="connsiteY1" fmla="*/ 3493453 h 3493452"/>
                <a:gd name="connsiteX2" fmla="*/ 1507490 w 1507490"/>
                <a:gd name="connsiteY2" fmla="*/ 0 h 3493452"/>
                <a:gd name="connsiteX3" fmla="*/ 1231265 w 15074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7490" h="3493452">
                  <a:moveTo>
                    <a:pt x="123126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123126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73" name="Graphic 57">
              <a:extLst>
                <a:ext uri="{FF2B5EF4-FFF2-40B4-BE49-F238E27FC236}">
                  <a16:creationId xmlns:a16="http://schemas.microsoft.com/office/drawing/2014/main" id="{FF2031D9-0B50-1AD1-E5A1-7941BF56B3AF}"/>
                </a:ext>
              </a:extLst>
            </p:cNvPr>
            <p:cNvGrpSpPr/>
            <p:nvPr/>
          </p:nvGrpSpPr>
          <p:grpSpPr>
            <a:xfrm>
              <a:off x="9375642" y="3493452"/>
              <a:ext cx="3550284" cy="3364547"/>
              <a:chOff x="12299315" y="3493452"/>
              <a:chExt cx="3550284" cy="3364547"/>
            </a:xfrm>
          </p:grpSpPr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4364531C-644D-3C42-D60F-3CB805DA7761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3550284" cy="3364547"/>
              </a:xfrm>
              <a:custGeom>
                <a:avLst/>
                <a:gdLst>
                  <a:gd name="connsiteX0" fmla="*/ 1112838 w 3550284"/>
                  <a:gd name="connsiteY0" fmla="*/ 0 h 3364547"/>
                  <a:gd name="connsiteX1" fmla="*/ 3550285 w 3550284"/>
                  <a:gd name="connsiteY1" fmla="*/ 879475 h 3364547"/>
                  <a:gd name="connsiteX2" fmla="*/ 3550285 w 3550284"/>
                  <a:gd name="connsiteY2" fmla="*/ 3364547 h 3364547"/>
                  <a:gd name="connsiteX3" fmla="*/ 0 w 3550284"/>
                  <a:gd name="connsiteY3" fmla="*/ 3364547 h 3364547"/>
                  <a:gd name="connsiteX4" fmla="*/ 1112838 w 3550284"/>
                  <a:gd name="connsiteY4" fmla="*/ 0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50284" h="3364547">
                    <a:moveTo>
                      <a:pt x="1112838" y="0"/>
                    </a:moveTo>
                    <a:lnTo>
                      <a:pt x="3550285" y="879475"/>
                    </a:lnTo>
                    <a:lnTo>
                      <a:pt x="3550285" y="3364547"/>
                    </a:lnTo>
                    <a:lnTo>
                      <a:pt x="0" y="3364547"/>
                    </a:lnTo>
                    <a:lnTo>
                      <a:pt x="1112838" y="0"/>
                    </a:lnTo>
                    <a:close/>
                  </a:path>
                </a:pathLst>
              </a:custGeom>
              <a:solidFill>
                <a:srgbClr val="FF9A00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16C15462-5DC2-4892-842B-9AEC15EFE4EB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1112837" cy="3364547"/>
              </a:xfrm>
              <a:custGeom>
                <a:avLst/>
                <a:gdLst>
                  <a:gd name="connsiteX0" fmla="*/ 943292 w 1112837"/>
                  <a:gd name="connsiteY0" fmla="*/ 3364547 h 3364547"/>
                  <a:gd name="connsiteX1" fmla="*/ 1112838 w 1112837"/>
                  <a:gd name="connsiteY1" fmla="*/ 0 h 3364547"/>
                  <a:gd name="connsiteX2" fmla="*/ 0 w 1112837"/>
                  <a:gd name="connsiteY2" fmla="*/ 3364547 h 3364547"/>
                  <a:gd name="connsiteX3" fmla="*/ 943292 w 111283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2837" h="3364547">
                    <a:moveTo>
                      <a:pt x="943292" y="3364547"/>
                    </a:moveTo>
                    <a:lnTo>
                      <a:pt x="1112838" y="0"/>
                    </a:lnTo>
                    <a:lnTo>
                      <a:pt x="0" y="3364547"/>
                    </a:lnTo>
                    <a:lnTo>
                      <a:pt x="943292" y="3364547"/>
                    </a:lnTo>
                    <a:close/>
                  </a:path>
                </a:pathLst>
              </a:custGeom>
              <a:solidFill>
                <a:srgbClr val="FFD800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486CDE4F-C7A2-32ED-B8BD-DD306E7809C8}"/>
                  </a:ext>
                </a:extLst>
              </p:cNvPr>
              <p:cNvSpPr/>
              <p:nvPr/>
            </p:nvSpPr>
            <p:spPr>
              <a:xfrm>
                <a:off x="13242607" y="3493452"/>
                <a:ext cx="1357312" cy="3364547"/>
              </a:xfrm>
              <a:custGeom>
                <a:avLst/>
                <a:gdLst>
                  <a:gd name="connsiteX0" fmla="*/ 0 w 1357312"/>
                  <a:gd name="connsiteY0" fmla="*/ 3364547 h 3364547"/>
                  <a:gd name="connsiteX1" fmla="*/ 169545 w 1357312"/>
                  <a:gd name="connsiteY1" fmla="*/ 0 h 3364547"/>
                  <a:gd name="connsiteX2" fmla="*/ 1357313 w 1357312"/>
                  <a:gd name="connsiteY2" fmla="*/ 3364547 h 3364547"/>
                  <a:gd name="connsiteX3" fmla="*/ 0 w 1357312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7312" h="3364547">
                    <a:moveTo>
                      <a:pt x="0" y="3364547"/>
                    </a:moveTo>
                    <a:lnTo>
                      <a:pt x="169545" y="0"/>
                    </a:lnTo>
                    <a:lnTo>
                      <a:pt x="1357313" y="3364547"/>
                    </a:lnTo>
                    <a:lnTo>
                      <a:pt x="0" y="3364547"/>
                    </a:lnTo>
                    <a:close/>
                  </a:path>
                </a:pathLst>
              </a:custGeom>
              <a:gradFill>
                <a:gsLst>
                  <a:gs pos="20000">
                    <a:srgbClr val="FF7400"/>
                  </a:gs>
                  <a:gs pos="20000">
                    <a:srgbClr val="FF7F15">
                      <a:alpha val="89804"/>
                    </a:srgbClr>
                  </a:gs>
                  <a:gs pos="40000">
                    <a:srgbClr val="FF9E4D">
                      <a:alpha val="69804"/>
                    </a:srgbClr>
                  </a:gs>
                  <a:gs pos="70000">
                    <a:srgbClr val="FFCFA6">
                      <a:alpha val="29804"/>
                    </a:srgbClr>
                  </a:gs>
                  <a:gs pos="90000">
                    <a:srgbClr val="FFFFFF">
                      <a:alpha val="0"/>
                    </a:srgbClr>
                  </a:gs>
                </a:gsLst>
                <a:lin ang="21066000" scaled="1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270EACA0-112E-2BF7-55C2-6B20B205A469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834707" cy="3364547"/>
              </a:xfrm>
              <a:custGeom>
                <a:avLst/>
                <a:gdLst>
                  <a:gd name="connsiteX0" fmla="*/ 834707 w 834707"/>
                  <a:gd name="connsiteY0" fmla="*/ 3364547 h 3364547"/>
                  <a:gd name="connsiteX1" fmla="*/ 0 w 834707"/>
                  <a:gd name="connsiteY1" fmla="*/ 0 h 3364547"/>
                  <a:gd name="connsiteX2" fmla="*/ 641032 w 834707"/>
                  <a:gd name="connsiteY2" fmla="*/ 3364547 h 3364547"/>
                  <a:gd name="connsiteX3" fmla="*/ 834707 w 83470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4707" h="3364547">
                    <a:moveTo>
                      <a:pt x="834707" y="3364547"/>
                    </a:moveTo>
                    <a:lnTo>
                      <a:pt x="0" y="0"/>
                    </a:lnTo>
                    <a:lnTo>
                      <a:pt x="641032" y="3364547"/>
                    </a:lnTo>
                    <a:lnTo>
                      <a:pt x="834707" y="3364547"/>
                    </a:lnTo>
                    <a:close/>
                  </a:path>
                </a:pathLst>
              </a:custGeom>
              <a:solidFill>
                <a:srgbClr val="FFD800">
                  <a:alpha val="40000"/>
                </a:srgbClr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A38EF964-C6D0-5BE7-BC1A-DAE052D6F398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1816417" cy="3364547"/>
              </a:xfrm>
              <a:custGeom>
                <a:avLst/>
                <a:gdLst>
                  <a:gd name="connsiteX0" fmla="*/ 1816417 w 1816417"/>
                  <a:gd name="connsiteY0" fmla="*/ 3364547 h 3364547"/>
                  <a:gd name="connsiteX1" fmla="*/ 0 w 1816417"/>
                  <a:gd name="connsiteY1" fmla="*/ 0 h 3364547"/>
                  <a:gd name="connsiteX2" fmla="*/ 1187767 w 1816417"/>
                  <a:gd name="connsiteY2" fmla="*/ 3364547 h 3364547"/>
                  <a:gd name="connsiteX3" fmla="*/ 1816417 w 181641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16417" h="3364547">
                    <a:moveTo>
                      <a:pt x="1816417" y="3364547"/>
                    </a:moveTo>
                    <a:lnTo>
                      <a:pt x="0" y="0"/>
                    </a:lnTo>
                    <a:lnTo>
                      <a:pt x="1187767" y="3364547"/>
                    </a:lnTo>
                    <a:lnTo>
                      <a:pt x="1816417" y="3364547"/>
                    </a:lnTo>
                    <a:close/>
                  </a:path>
                </a:pathLst>
              </a:custGeom>
              <a:solidFill>
                <a:srgbClr val="FFDA1B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B8447992-0020-4B2D-0C92-479235B13363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3364547"/>
              </a:xfrm>
              <a:custGeom>
                <a:avLst/>
                <a:gdLst>
                  <a:gd name="connsiteX0" fmla="*/ 1816417 w 2437447"/>
                  <a:gd name="connsiteY0" fmla="*/ 3364547 h 3364547"/>
                  <a:gd name="connsiteX1" fmla="*/ 0 w 2437447"/>
                  <a:gd name="connsiteY1" fmla="*/ 0 h 3364547"/>
                  <a:gd name="connsiteX2" fmla="*/ 2437447 w 2437447"/>
                  <a:gd name="connsiteY2" fmla="*/ 2812732 h 3364547"/>
                  <a:gd name="connsiteX3" fmla="*/ 2437447 w 2437447"/>
                  <a:gd name="connsiteY3" fmla="*/ 3364547 h 3364547"/>
                  <a:gd name="connsiteX4" fmla="*/ 1816417 w 2437447"/>
                  <a:gd name="connsiteY4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7447" h="3364547">
                    <a:moveTo>
                      <a:pt x="1816417" y="3364547"/>
                    </a:moveTo>
                    <a:lnTo>
                      <a:pt x="0" y="0"/>
                    </a:lnTo>
                    <a:lnTo>
                      <a:pt x="2437447" y="2812732"/>
                    </a:lnTo>
                    <a:lnTo>
                      <a:pt x="2437447" y="3364547"/>
                    </a:lnTo>
                    <a:lnTo>
                      <a:pt x="1816417" y="3364547"/>
                    </a:lnTo>
                    <a:close/>
                  </a:path>
                </a:pathLst>
              </a:custGeom>
              <a:gradFill>
                <a:gsLst>
                  <a:gs pos="44000">
                    <a:srgbClr val="FF9A00"/>
                  </a:gs>
                  <a:gs pos="57000">
                    <a:srgbClr val="FF7400">
                      <a:alpha val="89804"/>
                    </a:srgbClr>
                  </a:gs>
                </a:gsLst>
                <a:lin ang="1956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BF9998D2-6765-3F9B-BC1F-1881458AECF9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2812732"/>
              </a:xfrm>
              <a:custGeom>
                <a:avLst/>
                <a:gdLst>
                  <a:gd name="connsiteX0" fmla="*/ 2437447 w 2437447"/>
                  <a:gd name="connsiteY0" fmla="*/ 1587182 h 2812732"/>
                  <a:gd name="connsiteX1" fmla="*/ 0 w 2437447"/>
                  <a:gd name="connsiteY1" fmla="*/ 0 h 2812732"/>
                  <a:gd name="connsiteX2" fmla="*/ 2437447 w 2437447"/>
                  <a:gd name="connsiteY2" fmla="*/ 2812732 h 2812732"/>
                  <a:gd name="connsiteX3" fmla="*/ 2437447 w 2437447"/>
                  <a:gd name="connsiteY3" fmla="*/ 1587182 h 281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2812732">
                    <a:moveTo>
                      <a:pt x="2437447" y="1587182"/>
                    </a:moveTo>
                    <a:lnTo>
                      <a:pt x="0" y="0"/>
                    </a:lnTo>
                    <a:lnTo>
                      <a:pt x="2437447" y="2812732"/>
                    </a:lnTo>
                    <a:lnTo>
                      <a:pt x="2437447" y="1587182"/>
                    </a:lnTo>
                    <a:close/>
                  </a:path>
                </a:pathLst>
              </a:custGeom>
              <a:gradFill>
                <a:gsLst>
                  <a:gs pos="54000">
                    <a:srgbClr val="FF9A00"/>
                  </a:gs>
                  <a:gs pos="64000">
                    <a:srgbClr val="FF7E00"/>
                  </a:gs>
                </a:gsLst>
                <a:lin ang="1890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823B2460-5287-09E8-CDCD-F1103D32E215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1587182"/>
              </a:xfrm>
              <a:custGeom>
                <a:avLst/>
                <a:gdLst>
                  <a:gd name="connsiteX0" fmla="*/ 2437447 w 2437447"/>
                  <a:gd name="connsiteY0" fmla="*/ 879475 h 1587182"/>
                  <a:gd name="connsiteX1" fmla="*/ 0 w 2437447"/>
                  <a:gd name="connsiteY1" fmla="*/ 0 h 1587182"/>
                  <a:gd name="connsiteX2" fmla="*/ 2437447 w 2437447"/>
                  <a:gd name="connsiteY2" fmla="*/ 1587182 h 1587182"/>
                  <a:gd name="connsiteX3" fmla="*/ 2437447 w 2437447"/>
                  <a:gd name="connsiteY3" fmla="*/ 879475 h 158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1587182">
                    <a:moveTo>
                      <a:pt x="2437447" y="879475"/>
                    </a:moveTo>
                    <a:lnTo>
                      <a:pt x="0" y="0"/>
                    </a:lnTo>
                    <a:lnTo>
                      <a:pt x="2437447" y="1587182"/>
                    </a:lnTo>
                    <a:lnTo>
                      <a:pt x="2437447" y="879475"/>
                    </a:lnTo>
                    <a:close/>
                  </a:path>
                </a:pathLst>
              </a:custGeom>
              <a:solidFill>
                <a:srgbClr val="FFDD1F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665CBB63-BD32-612E-62DF-0DD48A6A1B16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1587182"/>
              </a:xfrm>
              <a:custGeom>
                <a:avLst/>
                <a:gdLst>
                  <a:gd name="connsiteX0" fmla="*/ 2437447 w 2437447"/>
                  <a:gd name="connsiteY0" fmla="*/ 879475 h 1587182"/>
                  <a:gd name="connsiteX1" fmla="*/ 0 w 2437447"/>
                  <a:gd name="connsiteY1" fmla="*/ 0 h 1587182"/>
                  <a:gd name="connsiteX2" fmla="*/ 2437447 w 2437447"/>
                  <a:gd name="connsiteY2" fmla="*/ 1587182 h 1587182"/>
                  <a:gd name="connsiteX3" fmla="*/ 2437447 w 2437447"/>
                  <a:gd name="connsiteY3" fmla="*/ 879475 h 158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1587182">
                    <a:moveTo>
                      <a:pt x="2437447" y="879475"/>
                    </a:moveTo>
                    <a:lnTo>
                      <a:pt x="0" y="0"/>
                    </a:lnTo>
                    <a:lnTo>
                      <a:pt x="2437447" y="1587182"/>
                    </a:lnTo>
                    <a:lnTo>
                      <a:pt x="2437447" y="879475"/>
                    </a:lnTo>
                    <a:close/>
                  </a:path>
                </a:pathLst>
              </a:custGeom>
              <a:solidFill>
                <a:srgbClr val="FFDA1B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A98FBBD2-5FAE-E093-70BE-0FAA50493BCB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1112837" cy="3364547"/>
              </a:xfrm>
              <a:custGeom>
                <a:avLst/>
                <a:gdLst>
                  <a:gd name="connsiteX0" fmla="*/ 943292 w 1112837"/>
                  <a:gd name="connsiteY0" fmla="*/ 3364547 h 3364547"/>
                  <a:gd name="connsiteX1" fmla="*/ 1112838 w 1112837"/>
                  <a:gd name="connsiteY1" fmla="*/ 0 h 3364547"/>
                  <a:gd name="connsiteX2" fmla="*/ 0 w 1112837"/>
                  <a:gd name="connsiteY2" fmla="*/ 3364547 h 3364547"/>
                  <a:gd name="connsiteX3" fmla="*/ 943292 w 111283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2837" h="3364547">
                    <a:moveTo>
                      <a:pt x="943292" y="3364547"/>
                    </a:moveTo>
                    <a:lnTo>
                      <a:pt x="1112838" y="0"/>
                    </a:lnTo>
                    <a:lnTo>
                      <a:pt x="0" y="3364547"/>
                    </a:lnTo>
                    <a:lnTo>
                      <a:pt x="943292" y="3364547"/>
                    </a:lnTo>
                    <a:close/>
                  </a:path>
                </a:pathLst>
              </a:custGeom>
              <a:gradFill>
                <a:gsLst>
                  <a:gs pos="0">
                    <a:srgbClr val="FF8700"/>
                  </a:gs>
                  <a:gs pos="16000">
                    <a:srgbClr val="FF7400">
                      <a:alpha val="0"/>
                    </a:srgbClr>
                  </a:gs>
                  <a:gs pos="32000">
                    <a:srgbClr val="FF7400">
                      <a:alpha val="49804"/>
                    </a:srgbClr>
                  </a:gs>
                  <a:gs pos="58000">
                    <a:srgbClr val="FF7400">
                      <a:alpha val="89804"/>
                    </a:srgbClr>
                  </a:gs>
                </a:gsLst>
                <a:lin ang="1158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680971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XP +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hlinkClick r:id="rId2"/>
            <a:extLst>
              <a:ext uri="{FF2B5EF4-FFF2-40B4-BE49-F238E27FC236}">
                <a16:creationId xmlns:a16="http://schemas.microsoft.com/office/drawing/2014/main" id="{75A8E5E3-17F6-9917-83F2-08D1544F023A}"/>
              </a:ext>
            </a:extLst>
          </p:cNvPr>
          <p:cNvSpPr/>
          <p:nvPr userDrawn="1"/>
        </p:nvSpPr>
        <p:spPr>
          <a:xfrm>
            <a:off x="1342652" y="5761384"/>
            <a:ext cx="1509927" cy="3055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sz="1300" dirty="0">
                <a:solidFill>
                  <a:schemeClr val="tx2">
                    <a:lumMod val="10000"/>
                    <a:lumOff val="90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nxp.com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430BA5F-BFE6-F50D-6334-D0BC11439464}"/>
              </a:ext>
            </a:extLst>
          </p:cNvPr>
          <p:cNvSpPr txBox="1">
            <a:spLocks/>
          </p:cNvSpPr>
          <p:nvPr userDrawn="1"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 dirty="0">
                <a:solidFill>
                  <a:schemeClr val="bg2">
                    <a:lumMod val="50000"/>
                    <a:lumOff val="50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Internal  |  </a:t>
            </a:r>
            <a:r>
              <a:rPr lang="en-US" sz="800" b="0" i="0" dirty="0">
                <a:solidFill>
                  <a:schemeClr val="bg2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 dirty="0">
                <a:solidFill>
                  <a:schemeClr val="bg2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 dirty="0">
                <a:solidFill>
                  <a:schemeClr val="bg2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2025 NXP B.V. Version 2.9.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CD45665-BD65-75C9-E7F2-FA36AF660C81}"/>
              </a:ext>
            </a:extLst>
          </p:cNvPr>
          <p:cNvGrpSpPr/>
          <p:nvPr userDrawn="1"/>
        </p:nvGrpSpPr>
        <p:grpSpPr>
          <a:xfrm>
            <a:off x="3881118" y="0"/>
            <a:ext cx="8315959" cy="6857999"/>
            <a:chOff x="4609967" y="0"/>
            <a:chExt cx="8315959" cy="6857999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59E6AF1-5A65-F20E-815C-DEE7A913EA3E}"/>
                </a:ext>
              </a:extLst>
            </p:cNvPr>
            <p:cNvSpPr/>
            <p:nvPr/>
          </p:nvSpPr>
          <p:spPr>
            <a:xfrm>
              <a:off x="4609967" y="0"/>
              <a:ext cx="5878512" cy="3493452"/>
            </a:xfrm>
            <a:custGeom>
              <a:avLst/>
              <a:gdLst>
                <a:gd name="connsiteX0" fmla="*/ 5878513 w 5878512"/>
                <a:gd name="connsiteY0" fmla="*/ 3493453 h 3493452"/>
                <a:gd name="connsiteX1" fmla="*/ 5857557 w 5878512"/>
                <a:gd name="connsiteY1" fmla="*/ 0 h 3493452"/>
                <a:gd name="connsiteX2" fmla="*/ 2393315 w 5878512"/>
                <a:gd name="connsiteY2" fmla="*/ 0 h 3493452"/>
                <a:gd name="connsiteX3" fmla="*/ 0 w 5878512"/>
                <a:gd name="connsiteY3" fmla="*/ 0 h 3493452"/>
                <a:gd name="connsiteX4" fmla="*/ 5878513 w 5878512"/>
                <a:gd name="connsiteY4" fmla="*/ 3493453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8512" h="3493452">
                  <a:moveTo>
                    <a:pt x="5878513" y="3493453"/>
                  </a:moveTo>
                  <a:lnTo>
                    <a:pt x="5857557" y="0"/>
                  </a:lnTo>
                  <a:lnTo>
                    <a:pt x="2393315" y="0"/>
                  </a:lnTo>
                  <a:lnTo>
                    <a:pt x="0" y="0"/>
                  </a:lnTo>
                  <a:lnTo>
                    <a:pt x="5878513" y="3493453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A043C17-2791-3884-44DA-C50478F3A6A7}"/>
                </a:ext>
              </a:extLst>
            </p:cNvPr>
            <p:cNvSpPr/>
            <p:nvPr/>
          </p:nvSpPr>
          <p:spPr>
            <a:xfrm>
              <a:off x="4609967" y="0"/>
              <a:ext cx="5878512" cy="3493452"/>
            </a:xfrm>
            <a:custGeom>
              <a:avLst/>
              <a:gdLst>
                <a:gd name="connsiteX0" fmla="*/ 0 w 5878512"/>
                <a:gd name="connsiteY0" fmla="*/ 0 h 3493452"/>
                <a:gd name="connsiteX1" fmla="*/ 5878513 w 5878512"/>
                <a:gd name="connsiteY1" fmla="*/ 3493453 h 3493452"/>
                <a:gd name="connsiteX2" fmla="*/ 2393315 w 5878512"/>
                <a:gd name="connsiteY2" fmla="*/ 0 h 3493452"/>
                <a:gd name="connsiteX3" fmla="*/ 2393315 w 5878512"/>
                <a:gd name="connsiteY3" fmla="*/ 0 h 3493452"/>
                <a:gd name="connsiteX4" fmla="*/ 0 w 5878512"/>
                <a:gd name="connsiteY4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8512" h="3493452">
                  <a:moveTo>
                    <a:pt x="0" y="0"/>
                  </a:moveTo>
                  <a:lnTo>
                    <a:pt x="5878513" y="3493453"/>
                  </a:lnTo>
                  <a:lnTo>
                    <a:pt x="2393315" y="0"/>
                  </a:lnTo>
                  <a:lnTo>
                    <a:pt x="2393315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2521">
                  <a:schemeClr val="accent6"/>
                </a:gs>
                <a:gs pos="49000">
                  <a:schemeClr val="accent3"/>
                </a:gs>
                <a:gs pos="63000">
                  <a:srgbClr val="C6EB00"/>
                </a:gs>
                <a:gs pos="94000">
                  <a:srgbClr val="C6EB00"/>
                </a:gs>
              </a:gsLst>
              <a:lin ang="1848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5001727-9A29-E926-E9CA-2F4D11DB43BB}"/>
                </a:ext>
              </a:extLst>
            </p:cNvPr>
            <p:cNvSpPr/>
            <p:nvPr/>
          </p:nvSpPr>
          <p:spPr>
            <a:xfrm>
              <a:off x="7003281" y="0"/>
              <a:ext cx="3485197" cy="3493452"/>
            </a:xfrm>
            <a:custGeom>
              <a:avLst/>
              <a:gdLst>
                <a:gd name="connsiteX0" fmla="*/ 0 w 3485197"/>
                <a:gd name="connsiteY0" fmla="*/ 0 h 3493452"/>
                <a:gd name="connsiteX1" fmla="*/ 3485198 w 3485197"/>
                <a:gd name="connsiteY1" fmla="*/ 3493453 h 3493452"/>
                <a:gd name="connsiteX2" fmla="*/ 287973 w 3485197"/>
                <a:gd name="connsiteY2" fmla="*/ 0 h 3493452"/>
                <a:gd name="connsiteX3" fmla="*/ 0 w 3485197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85197" h="3493452">
                  <a:moveTo>
                    <a:pt x="0" y="0"/>
                  </a:moveTo>
                  <a:lnTo>
                    <a:pt x="3485198" y="3493453"/>
                  </a:lnTo>
                  <a:lnTo>
                    <a:pt x="28797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B972">
                <a:alpha val="4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79157208-80A9-F240-4D7E-40221D8B6202}"/>
                </a:ext>
              </a:extLst>
            </p:cNvPr>
            <p:cNvSpPr/>
            <p:nvPr/>
          </p:nvSpPr>
          <p:spPr>
            <a:xfrm>
              <a:off x="7291254" y="0"/>
              <a:ext cx="3197225" cy="3493452"/>
            </a:xfrm>
            <a:custGeom>
              <a:avLst/>
              <a:gdLst>
                <a:gd name="connsiteX0" fmla="*/ 628650 w 3197225"/>
                <a:gd name="connsiteY0" fmla="*/ 0 h 3493452"/>
                <a:gd name="connsiteX1" fmla="*/ 3197225 w 3197225"/>
                <a:gd name="connsiteY1" fmla="*/ 3493453 h 3493452"/>
                <a:gd name="connsiteX2" fmla="*/ 0 w 3197225"/>
                <a:gd name="connsiteY2" fmla="*/ 0 h 3493452"/>
                <a:gd name="connsiteX3" fmla="*/ 628650 w 319722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97225" h="3493452">
                  <a:moveTo>
                    <a:pt x="628650" y="0"/>
                  </a:moveTo>
                  <a:lnTo>
                    <a:pt x="3197225" y="3493453"/>
                  </a:lnTo>
                  <a:lnTo>
                    <a:pt x="0" y="0"/>
                  </a:lnTo>
                  <a:lnTo>
                    <a:pt x="628650" y="0"/>
                  </a:lnTo>
                  <a:close/>
                </a:path>
              </a:pathLst>
            </a:custGeom>
            <a:gradFill>
              <a:gsLst>
                <a:gs pos="46000">
                  <a:schemeClr val="accent3"/>
                </a:gs>
                <a:gs pos="64000">
                  <a:srgbClr val="C6EB00"/>
                </a:gs>
              </a:gsLst>
              <a:lin ang="18810059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F9B1AE8-9041-2D9D-1D20-82F25EAE5EED}"/>
                </a:ext>
              </a:extLst>
            </p:cNvPr>
            <p:cNvSpPr/>
            <p:nvPr/>
          </p:nvSpPr>
          <p:spPr>
            <a:xfrm>
              <a:off x="7919904" y="0"/>
              <a:ext cx="2568575" cy="3493452"/>
            </a:xfrm>
            <a:custGeom>
              <a:avLst/>
              <a:gdLst>
                <a:gd name="connsiteX0" fmla="*/ 0 w 2568575"/>
                <a:gd name="connsiteY0" fmla="*/ 0 h 3493452"/>
                <a:gd name="connsiteX1" fmla="*/ 2568575 w 2568575"/>
                <a:gd name="connsiteY1" fmla="*/ 3493453 h 3493452"/>
                <a:gd name="connsiteX2" fmla="*/ 173672 w 2568575"/>
                <a:gd name="connsiteY2" fmla="*/ 0 h 3493452"/>
                <a:gd name="connsiteX3" fmla="*/ 0 w 256857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8575" h="3493452">
                  <a:moveTo>
                    <a:pt x="0" y="0"/>
                  </a:moveTo>
                  <a:lnTo>
                    <a:pt x="2568575" y="3493453"/>
                  </a:lnTo>
                  <a:lnTo>
                    <a:pt x="1736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57E85F7-81F4-0C70-F3A8-F938D308486E}"/>
                </a:ext>
              </a:extLst>
            </p:cNvPr>
            <p:cNvSpPr/>
            <p:nvPr/>
          </p:nvSpPr>
          <p:spPr>
            <a:xfrm>
              <a:off x="8093577" y="0"/>
              <a:ext cx="2394902" cy="3493452"/>
            </a:xfrm>
            <a:custGeom>
              <a:avLst/>
              <a:gdLst>
                <a:gd name="connsiteX0" fmla="*/ 0 w 2394902"/>
                <a:gd name="connsiteY0" fmla="*/ 0 h 3493452"/>
                <a:gd name="connsiteX1" fmla="*/ 2394903 w 2394902"/>
                <a:gd name="connsiteY1" fmla="*/ 3493453 h 3493452"/>
                <a:gd name="connsiteX2" fmla="*/ 0 w 2394902"/>
                <a:gd name="connsiteY2" fmla="*/ 0 h 3493452"/>
                <a:gd name="connsiteX3" fmla="*/ 0 w 239490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4902" h="3493452">
                  <a:moveTo>
                    <a:pt x="0" y="0"/>
                  </a:moveTo>
                  <a:lnTo>
                    <a:pt x="2394903" y="349345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276053A-D626-053D-B078-7CBD1577FFBD}"/>
                </a:ext>
              </a:extLst>
            </p:cNvPr>
            <p:cNvSpPr/>
            <p:nvPr/>
          </p:nvSpPr>
          <p:spPr>
            <a:xfrm>
              <a:off x="8267884" y="0"/>
              <a:ext cx="2220595" cy="3493452"/>
            </a:xfrm>
            <a:custGeom>
              <a:avLst/>
              <a:gdLst>
                <a:gd name="connsiteX0" fmla="*/ 0 w 2220595"/>
                <a:gd name="connsiteY0" fmla="*/ 0 h 3493452"/>
                <a:gd name="connsiteX1" fmla="*/ 2220596 w 2220595"/>
                <a:gd name="connsiteY1" fmla="*/ 3493453 h 3493452"/>
                <a:gd name="connsiteX2" fmla="*/ 187643 w 2220595"/>
                <a:gd name="connsiteY2" fmla="*/ 0 h 3493452"/>
                <a:gd name="connsiteX3" fmla="*/ 0 w 222059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0595" h="3493452">
                  <a:moveTo>
                    <a:pt x="0" y="0"/>
                  </a:moveTo>
                  <a:lnTo>
                    <a:pt x="2220596" y="3493453"/>
                  </a:lnTo>
                  <a:lnTo>
                    <a:pt x="1876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B221">
                <a:alpha val="6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270F47DD-4A4B-75E4-D952-DBCC03F97A3B}"/>
                </a:ext>
              </a:extLst>
            </p:cNvPr>
            <p:cNvSpPr/>
            <p:nvPr/>
          </p:nvSpPr>
          <p:spPr>
            <a:xfrm>
              <a:off x="8455527" y="0"/>
              <a:ext cx="2032952" cy="3493452"/>
            </a:xfrm>
            <a:custGeom>
              <a:avLst/>
              <a:gdLst>
                <a:gd name="connsiteX0" fmla="*/ 663893 w 2032952"/>
                <a:gd name="connsiteY0" fmla="*/ 0 h 3493452"/>
                <a:gd name="connsiteX1" fmla="*/ 2032953 w 2032952"/>
                <a:gd name="connsiteY1" fmla="*/ 3493453 h 3493452"/>
                <a:gd name="connsiteX2" fmla="*/ 0 w 2032952"/>
                <a:gd name="connsiteY2" fmla="*/ 0 h 3493452"/>
                <a:gd name="connsiteX3" fmla="*/ 663893 w 203295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2952" h="3493452">
                  <a:moveTo>
                    <a:pt x="663893" y="0"/>
                  </a:moveTo>
                  <a:lnTo>
                    <a:pt x="2032953" y="3493453"/>
                  </a:lnTo>
                  <a:lnTo>
                    <a:pt x="0" y="0"/>
                  </a:lnTo>
                  <a:lnTo>
                    <a:pt x="663893" y="0"/>
                  </a:lnTo>
                  <a:close/>
                </a:path>
              </a:pathLst>
            </a:custGeom>
            <a:solidFill>
              <a:srgbClr val="80D226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DF59EB8-FBA9-D30A-EDB5-3074E28A19DD}"/>
                </a:ext>
              </a:extLst>
            </p:cNvPr>
            <p:cNvSpPr/>
            <p:nvPr/>
          </p:nvSpPr>
          <p:spPr>
            <a:xfrm>
              <a:off x="8455527" y="0"/>
              <a:ext cx="2032952" cy="3493452"/>
            </a:xfrm>
            <a:custGeom>
              <a:avLst/>
              <a:gdLst>
                <a:gd name="connsiteX0" fmla="*/ 663893 w 2032952"/>
                <a:gd name="connsiteY0" fmla="*/ 0 h 3493452"/>
                <a:gd name="connsiteX1" fmla="*/ 2032953 w 2032952"/>
                <a:gd name="connsiteY1" fmla="*/ 3493453 h 3493452"/>
                <a:gd name="connsiteX2" fmla="*/ 0 w 2032952"/>
                <a:gd name="connsiteY2" fmla="*/ 0 h 3493452"/>
                <a:gd name="connsiteX3" fmla="*/ 663893 w 203295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2952" h="3493452">
                  <a:moveTo>
                    <a:pt x="663893" y="0"/>
                  </a:moveTo>
                  <a:lnTo>
                    <a:pt x="2032953" y="3493453"/>
                  </a:lnTo>
                  <a:lnTo>
                    <a:pt x="0" y="0"/>
                  </a:lnTo>
                  <a:lnTo>
                    <a:pt x="663893" y="0"/>
                  </a:lnTo>
                  <a:close/>
                </a:path>
              </a:pathLst>
            </a:custGeom>
            <a:gradFill>
              <a:gsLst>
                <a:gs pos="38000">
                  <a:srgbClr val="C6EB00"/>
                </a:gs>
                <a:gs pos="52000">
                  <a:schemeClr val="accent3"/>
                </a:gs>
                <a:gs pos="74000">
                  <a:srgbClr val="00A700"/>
                </a:gs>
              </a:gsLst>
              <a:lin ang="2022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D740D46D-B357-C122-8A77-B328771B6380}"/>
                </a:ext>
              </a:extLst>
            </p:cNvPr>
            <p:cNvSpPr/>
            <p:nvPr/>
          </p:nvSpPr>
          <p:spPr>
            <a:xfrm>
              <a:off x="9119419" y="0"/>
              <a:ext cx="1369059" cy="3493452"/>
            </a:xfrm>
            <a:custGeom>
              <a:avLst/>
              <a:gdLst>
                <a:gd name="connsiteX0" fmla="*/ 0 w 1369059"/>
                <a:gd name="connsiteY0" fmla="*/ 0 h 3493452"/>
                <a:gd name="connsiteX1" fmla="*/ 1369060 w 1369059"/>
                <a:gd name="connsiteY1" fmla="*/ 3493453 h 3493452"/>
                <a:gd name="connsiteX2" fmla="*/ 452755 w 1369059"/>
                <a:gd name="connsiteY2" fmla="*/ 0 h 3493452"/>
                <a:gd name="connsiteX3" fmla="*/ 0 w 1369059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059" h="3493452">
                  <a:moveTo>
                    <a:pt x="0" y="0"/>
                  </a:moveTo>
                  <a:lnTo>
                    <a:pt x="1369060" y="3493453"/>
                  </a:lnTo>
                  <a:lnTo>
                    <a:pt x="4527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D0CE0F6-6372-4135-24B7-A6F99B57E628}"/>
                </a:ext>
              </a:extLst>
            </p:cNvPr>
            <p:cNvSpPr/>
            <p:nvPr/>
          </p:nvSpPr>
          <p:spPr>
            <a:xfrm>
              <a:off x="9572174" y="0"/>
              <a:ext cx="916305" cy="3493452"/>
            </a:xfrm>
            <a:custGeom>
              <a:avLst/>
              <a:gdLst>
                <a:gd name="connsiteX0" fmla="*/ 895350 w 916305"/>
                <a:gd name="connsiteY0" fmla="*/ 0 h 3493452"/>
                <a:gd name="connsiteX1" fmla="*/ 916305 w 916305"/>
                <a:gd name="connsiteY1" fmla="*/ 3493453 h 3493452"/>
                <a:gd name="connsiteX2" fmla="*/ 0 w 916305"/>
                <a:gd name="connsiteY2" fmla="*/ 0 h 3493452"/>
                <a:gd name="connsiteX3" fmla="*/ 895350 w 91630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305" h="3493452">
                  <a:moveTo>
                    <a:pt x="895350" y="0"/>
                  </a:moveTo>
                  <a:lnTo>
                    <a:pt x="916305" y="3493453"/>
                  </a:lnTo>
                  <a:lnTo>
                    <a:pt x="0" y="0"/>
                  </a:lnTo>
                  <a:lnTo>
                    <a:pt x="895350" y="0"/>
                  </a:lnTo>
                  <a:close/>
                </a:path>
              </a:pathLst>
            </a:custGeom>
            <a:gradFill>
              <a:gsLst>
                <a:gs pos="20000">
                  <a:srgbClr val="C6EB00"/>
                </a:gs>
                <a:gs pos="20000">
                  <a:srgbClr val="C6EB00">
                    <a:alpha val="89804"/>
                  </a:srgbClr>
                </a:gs>
                <a:gs pos="40000">
                  <a:srgbClr val="C6EB00">
                    <a:alpha val="69804"/>
                  </a:srgbClr>
                </a:gs>
                <a:gs pos="70000">
                  <a:srgbClr val="C6EB00">
                    <a:alpha val="29804"/>
                  </a:srgbClr>
                </a:gs>
                <a:gs pos="90000">
                  <a:srgbClr val="C6EB00">
                    <a:alpha val="0"/>
                  </a:srgbClr>
                </a:gs>
              </a:gsLst>
              <a:lin ang="21210000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C8A72F8-33BD-BA9C-432E-FF787FCDD621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0 w 2343784"/>
                <a:gd name="connsiteY0" fmla="*/ 3493453 h 3493452"/>
                <a:gd name="connsiteX1" fmla="*/ 521335 w 2343784"/>
                <a:gd name="connsiteY1" fmla="*/ 0 h 3493452"/>
                <a:gd name="connsiteX2" fmla="*/ 2343785 w 2343784"/>
                <a:gd name="connsiteY2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43784" h="3493452">
                  <a:moveTo>
                    <a:pt x="0" y="3493453"/>
                  </a:moveTo>
                  <a:lnTo>
                    <a:pt x="521335" y="0"/>
                  </a:lnTo>
                  <a:lnTo>
                    <a:pt x="2343785" y="0"/>
                  </a:lnTo>
                </a:path>
              </a:pathLst>
            </a:custGeom>
            <a:solidFill>
              <a:srgbClr val="0EAFE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ACC1D85-0132-4746-4D52-0FB5F3A4B483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2343785 w 2343784"/>
                <a:gd name="connsiteY0" fmla="*/ 0 h 3493452"/>
                <a:gd name="connsiteX1" fmla="*/ 0 w 2343784"/>
                <a:gd name="connsiteY1" fmla="*/ 3493453 h 3493452"/>
                <a:gd name="connsiteX2" fmla="*/ 1507490 w 2343784"/>
                <a:gd name="connsiteY2" fmla="*/ 0 h 3493452"/>
                <a:gd name="connsiteX3" fmla="*/ 2343785 w 2343784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784" h="3493452">
                  <a:moveTo>
                    <a:pt x="234378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234378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55559F9-FC85-C68A-2187-88C5F36A8065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2343785 w 2343784"/>
                <a:gd name="connsiteY0" fmla="*/ 0 h 3493452"/>
                <a:gd name="connsiteX1" fmla="*/ 0 w 2343784"/>
                <a:gd name="connsiteY1" fmla="*/ 3493453 h 3493452"/>
                <a:gd name="connsiteX2" fmla="*/ 1507490 w 2343784"/>
                <a:gd name="connsiteY2" fmla="*/ 0 h 3493452"/>
                <a:gd name="connsiteX3" fmla="*/ 2343785 w 2343784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784" h="3493452">
                  <a:moveTo>
                    <a:pt x="234378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2343785" y="0"/>
                  </a:lnTo>
                  <a:close/>
                </a:path>
              </a:pathLst>
            </a:custGeom>
            <a:gradFill>
              <a:gsLst>
                <a:gs pos="24000">
                  <a:srgbClr val="3ECAFB">
                    <a:alpha val="0"/>
                  </a:srgbClr>
                </a:gs>
                <a:gs pos="47000">
                  <a:srgbClr val="188EEA"/>
                </a:gs>
                <a:gs pos="57000">
                  <a:srgbClr val="0068DF"/>
                </a:gs>
              </a:gsLst>
              <a:lin ang="198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20455335-E8EB-5404-BFC8-18BA9DF22B4A}"/>
                </a:ext>
              </a:extLst>
            </p:cNvPr>
            <p:cNvSpPr/>
            <p:nvPr/>
          </p:nvSpPr>
          <p:spPr>
            <a:xfrm>
              <a:off x="10488479" y="0"/>
              <a:ext cx="1231265" cy="3493452"/>
            </a:xfrm>
            <a:custGeom>
              <a:avLst/>
              <a:gdLst>
                <a:gd name="connsiteX0" fmla="*/ 824547 w 1231265"/>
                <a:gd name="connsiteY0" fmla="*/ 0 h 3493452"/>
                <a:gd name="connsiteX1" fmla="*/ 0 w 1231265"/>
                <a:gd name="connsiteY1" fmla="*/ 3493453 h 3493452"/>
                <a:gd name="connsiteX2" fmla="*/ 1231265 w 1231265"/>
                <a:gd name="connsiteY2" fmla="*/ 0 h 3493452"/>
                <a:gd name="connsiteX3" fmla="*/ 824547 w 123126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1265" h="3493452">
                  <a:moveTo>
                    <a:pt x="824547" y="0"/>
                  </a:moveTo>
                  <a:lnTo>
                    <a:pt x="0" y="3493453"/>
                  </a:lnTo>
                  <a:lnTo>
                    <a:pt x="1231265" y="0"/>
                  </a:lnTo>
                  <a:lnTo>
                    <a:pt x="824547" y="0"/>
                  </a:lnTo>
                  <a:close/>
                </a:path>
              </a:pathLst>
            </a:custGeom>
            <a:solidFill>
              <a:srgbClr val="1F7AE3">
                <a:alpha val="6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F32CA7E-E27D-967F-2156-9F88D8B3B84D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542290 w 542290"/>
                <a:gd name="connsiteY0" fmla="*/ 0 h 3493452"/>
                <a:gd name="connsiteX1" fmla="*/ 20955 w 542290"/>
                <a:gd name="connsiteY1" fmla="*/ 3493453 h 3493452"/>
                <a:gd name="connsiteX2" fmla="*/ 0 w 542290"/>
                <a:gd name="connsiteY2" fmla="*/ 0 h 3493452"/>
                <a:gd name="connsiteX3" fmla="*/ 54229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542290" y="0"/>
                  </a:moveTo>
                  <a:lnTo>
                    <a:pt x="20955" y="3493453"/>
                  </a:lnTo>
                  <a:lnTo>
                    <a:pt x="0" y="0"/>
                  </a:lnTo>
                  <a:lnTo>
                    <a:pt x="542290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AA108644-4343-00EE-6A49-9842A1B98C82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0 w 542290"/>
                <a:gd name="connsiteY0" fmla="*/ 0 h 3493452"/>
                <a:gd name="connsiteX1" fmla="*/ 20955 w 542290"/>
                <a:gd name="connsiteY1" fmla="*/ 3493453 h 3493452"/>
                <a:gd name="connsiteX2" fmla="*/ 542290 w 542290"/>
                <a:gd name="connsiteY2" fmla="*/ 0 h 3493452"/>
                <a:gd name="connsiteX3" fmla="*/ 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0" y="0"/>
                  </a:moveTo>
                  <a:lnTo>
                    <a:pt x="20955" y="3493453"/>
                  </a:lnTo>
                  <a:lnTo>
                    <a:pt x="54229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76DB"/>
                </a:gs>
                <a:gs pos="50000">
                  <a:srgbClr val="2A9FED"/>
                </a:gs>
                <a:gs pos="100000">
                  <a:srgbClr val="54C8FF"/>
                </a:gs>
              </a:gsLst>
              <a:lin ang="20920988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978D3D81-0CF0-5DF9-AB46-27DDF6E822A9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0 w 542290"/>
                <a:gd name="connsiteY0" fmla="*/ 0 h 3493452"/>
                <a:gd name="connsiteX1" fmla="*/ 20955 w 542290"/>
                <a:gd name="connsiteY1" fmla="*/ 3493453 h 3493452"/>
                <a:gd name="connsiteX2" fmla="*/ 542290 w 542290"/>
                <a:gd name="connsiteY2" fmla="*/ 0 h 3493452"/>
                <a:gd name="connsiteX3" fmla="*/ 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0" y="0"/>
                  </a:moveTo>
                  <a:lnTo>
                    <a:pt x="20955" y="3493453"/>
                  </a:lnTo>
                  <a:lnTo>
                    <a:pt x="54229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EE2954F3-C724-47F9-FB65-AA4C10EB95DC}"/>
                </a:ext>
              </a:extLst>
            </p:cNvPr>
            <p:cNvSpPr/>
            <p:nvPr/>
          </p:nvSpPr>
          <p:spPr>
            <a:xfrm>
              <a:off x="9572174" y="0"/>
              <a:ext cx="916305" cy="3493452"/>
            </a:xfrm>
            <a:custGeom>
              <a:avLst/>
              <a:gdLst>
                <a:gd name="connsiteX0" fmla="*/ 0 w 916305"/>
                <a:gd name="connsiteY0" fmla="*/ 0 h 3493452"/>
                <a:gd name="connsiteX1" fmla="*/ 916305 w 916305"/>
                <a:gd name="connsiteY1" fmla="*/ 3493453 h 3493452"/>
                <a:gd name="connsiteX2" fmla="*/ 895350 w 916305"/>
                <a:gd name="connsiteY2" fmla="*/ 0 h 3493452"/>
                <a:gd name="connsiteX3" fmla="*/ 0 w 91630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305" h="3493452">
                  <a:moveTo>
                    <a:pt x="0" y="0"/>
                  </a:moveTo>
                  <a:lnTo>
                    <a:pt x="916305" y="3493453"/>
                  </a:lnTo>
                  <a:lnTo>
                    <a:pt x="89535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36000">
                  <a:srgbClr val="C6EB00"/>
                </a:gs>
                <a:gs pos="54000">
                  <a:srgbClr val="B7D742"/>
                </a:gs>
                <a:gs pos="80000">
                  <a:srgbClr val="5DCAD3"/>
                </a:gs>
                <a:gs pos="100000">
                  <a:srgbClr val="49C8F5"/>
                </a:gs>
              </a:gsLst>
              <a:lin ang="2094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446D66BC-E4BE-1EC8-D636-BEA2ACE433B0}"/>
                </a:ext>
              </a:extLst>
            </p:cNvPr>
            <p:cNvSpPr/>
            <p:nvPr/>
          </p:nvSpPr>
          <p:spPr>
            <a:xfrm>
              <a:off x="10488479" y="0"/>
              <a:ext cx="824547" cy="3493452"/>
            </a:xfrm>
            <a:custGeom>
              <a:avLst/>
              <a:gdLst>
                <a:gd name="connsiteX0" fmla="*/ 521335 w 824547"/>
                <a:gd name="connsiteY0" fmla="*/ 0 h 3493452"/>
                <a:gd name="connsiteX1" fmla="*/ 0 w 824547"/>
                <a:gd name="connsiteY1" fmla="*/ 3493453 h 3493452"/>
                <a:gd name="connsiteX2" fmla="*/ 824547 w 824547"/>
                <a:gd name="connsiteY2" fmla="*/ 0 h 3493452"/>
                <a:gd name="connsiteX3" fmla="*/ 521335 w 824547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4547" h="3493452">
                  <a:moveTo>
                    <a:pt x="521335" y="0"/>
                  </a:moveTo>
                  <a:lnTo>
                    <a:pt x="0" y="3493453"/>
                  </a:lnTo>
                  <a:lnTo>
                    <a:pt x="824547" y="0"/>
                  </a:lnTo>
                  <a:lnTo>
                    <a:pt x="52133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70425FE-AC72-E284-8C4E-AF17E1647587}"/>
                </a:ext>
              </a:extLst>
            </p:cNvPr>
            <p:cNvSpPr/>
            <p:nvPr/>
          </p:nvSpPr>
          <p:spPr>
            <a:xfrm>
              <a:off x="10488479" y="0"/>
              <a:ext cx="1507490" cy="3493452"/>
            </a:xfrm>
            <a:custGeom>
              <a:avLst/>
              <a:gdLst>
                <a:gd name="connsiteX0" fmla="*/ 1231265 w 1507490"/>
                <a:gd name="connsiteY0" fmla="*/ 0 h 3493452"/>
                <a:gd name="connsiteX1" fmla="*/ 0 w 1507490"/>
                <a:gd name="connsiteY1" fmla="*/ 3493453 h 3493452"/>
                <a:gd name="connsiteX2" fmla="*/ 1507490 w 1507490"/>
                <a:gd name="connsiteY2" fmla="*/ 0 h 3493452"/>
                <a:gd name="connsiteX3" fmla="*/ 1231265 w 15074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7490" h="3493452">
                  <a:moveTo>
                    <a:pt x="123126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123126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73" name="Graphic 57">
              <a:extLst>
                <a:ext uri="{FF2B5EF4-FFF2-40B4-BE49-F238E27FC236}">
                  <a16:creationId xmlns:a16="http://schemas.microsoft.com/office/drawing/2014/main" id="{C21F0111-0BC2-6296-E9F6-4050D2313AC6}"/>
                </a:ext>
              </a:extLst>
            </p:cNvPr>
            <p:cNvGrpSpPr/>
            <p:nvPr/>
          </p:nvGrpSpPr>
          <p:grpSpPr>
            <a:xfrm>
              <a:off x="9375642" y="3493452"/>
              <a:ext cx="3550284" cy="3364547"/>
              <a:chOff x="12299315" y="3493452"/>
              <a:chExt cx="3550284" cy="3364547"/>
            </a:xfrm>
          </p:grpSpPr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1D3F6082-7386-FB99-3E3E-B3656920AC87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3550284" cy="3364547"/>
              </a:xfrm>
              <a:custGeom>
                <a:avLst/>
                <a:gdLst>
                  <a:gd name="connsiteX0" fmla="*/ 1112838 w 3550284"/>
                  <a:gd name="connsiteY0" fmla="*/ 0 h 3364547"/>
                  <a:gd name="connsiteX1" fmla="*/ 3550285 w 3550284"/>
                  <a:gd name="connsiteY1" fmla="*/ 879475 h 3364547"/>
                  <a:gd name="connsiteX2" fmla="*/ 3550285 w 3550284"/>
                  <a:gd name="connsiteY2" fmla="*/ 3364547 h 3364547"/>
                  <a:gd name="connsiteX3" fmla="*/ 0 w 3550284"/>
                  <a:gd name="connsiteY3" fmla="*/ 3364547 h 3364547"/>
                  <a:gd name="connsiteX4" fmla="*/ 1112838 w 3550284"/>
                  <a:gd name="connsiteY4" fmla="*/ 0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50284" h="3364547">
                    <a:moveTo>
                      <a:pt x="1112838" y="0"/>
                    </a:moveTo>
                    <a:lnTo>
                      <a:pt x="3550285" y="879475"/>
                    </a:lnTo>
                    <a:lnTo>
                      <a:pt x="3550285" y="3364547"/>
                    </a:lnTo>
                    <a:lnTo>
                      <a:pt x="0" y="3364547"/>
                    </a:lnTo>
                    <a:lnTo>
                      <a:pt x="1112838" y="0"/>
                    </a:lnTo>
                    <a:close/>
                  </a:path>
                </a:pathLst>
              </a:custGeom>
              <a:solidFill>
                <a:srgbClr val="FF9A00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2F87FE6A-B6AE-D1B6-A602-A0629FC01772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1112837" cy="3364547"/>
              </a:xfrm>
              <a:custGeom>
                <a:avLst/>
                <a:gdLst>
                  <a:gd name="connsiteX0" fmla="*/ 943292 w 1112837"/>
                  <a:gd name="connsiteY0" fmla="*/ 3364547 h 3364547"/>
                  <a:gd name="connsiteX1" fmla="*/ 1112838 w 1112837"/>
                  <a:gd name="connsiteY1" fmla="*/ 0 h 3364547"/>
                  <a:gd name="connsiteX2" fmla="*/ 0 w 1112837"/>
                  <a:gd name="connsiteY2" fmla="*/ 3364547 h 3364547"/>
                  <a:gd name="connsiteX3" fmla="*/ 943292 w 111283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2837" h="3364547">
                    <a:moveTo>
                      <a:pt x="943292" y="3364547"/>
                    </a:moveTo>
                    <a:lnTo>
                      <a:pt x="1112838" y="0"/>
                    </a:lnTo>
                    <a:lnTo>
                      <a:pt x="0" y="3364547"/>
                    </a:lnTo>
                    <a:lnTo>
                      <a:pt x="943292" y="3364547"/>
                    </a:lnTo>
                    <a:close/>
                  </a:path>
                </a:pathLst>
              </a:custGeom>
              <a:solidFill>
                <a:srgbClr val="FFD800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BB4DFA87-E202-E037-4BAE-44A3DA297912}"/>
                  </a:ext>
                </a:extLst>
              </p:cNvPr>
              <p:cNvSpPr/>
              <p:nvPr/>
            </p:nvSpPr>
            <p:spPr>
              <a:xfrm>
                <a:off x="13242607" y="3493452"/>
                <a:ext cx="1357312" cy="3364547"/>
              </a:xfrm>
              <a:custGeom>
                <a:avLst/>
                <a:gdLst>
                  <a:gd name="connsiteX0" fmla="*/ 0 w 1357312"/>
                  <a:gd name="connsiteY0" fmla="*/ 3364547 h 3364547"/>
                  <a:gd name="connsiteX1" fmla="*/ 169545 w 1357312"/>
                  <a:gd name="connsiteY1" fmla="*/ 0 h 3364547"/>
                  <a:gd name="connsiteX2" fmla="*/ 1357313 w 1357312"/>
                  <a:gd name="connsiteY2" fmla="*/ 3364547 h 3364547"/>
                  <a:gd name="connsiteX3" fmla="*/ 0 w 1357312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7312" h="3364547">
                    <a:moveTo>
                      <a:pt x="0" y="3364547"/>
                    </a:moveTo>
                    <a:lnTo>
                      <a:pt x="169545" y="0"/>
                    </a:lnTo>
                    <a:lnTo>
                      <a:pt x="1357313" y="3364547"/>
                    </a:lnTo>
                    <a:lnTo>
                      <a:pt x="0" y="3364547"/>
                    </a:lnTo>
                    <a:close/>
                  </a:path>
                </a:pathLst>
              </a:custGeom>
              <a:gradFill>
                <a:gsLst>
                  <a:gs pos="20000">
                    <a:srgbClr val="FF7400"/>
                  </a:gs>
                  <a:gs pos="20000">
                    <a:srgbClr val="FF7F15">
                      <a:alpha val="89804"/>
                    </a:srgbClr>
                  </a:gs>
                  <a:gs pos="40000">
                    <a:srgbClr val="FF9E4D">
                      <a:alpha val="69804"/>
                    </a:srgbClr>
                  </a:gs>
                  <a:gs pos="70000">
                    <a:srgbClr val="FFCFA6">
                      <a:alpha val="29804"/>
                    </a:srgbClr>
                  </a:gs>
                  <a:gs pos="90000">
                    <a:srgbClr val="FFFFFF">
                      <a:alpha val="0"/>
                    </a:srgbClr>
                  </a:gs>
                </a:gsLst>
                <a:lin ang="21066000" scaled="1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313B89D5-4EE8-F03D-BCC6-0652B77AA4D3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834707" cy="3364547"/>
              </a:xfrm>
              <a:custGeom>
                <a:avLst/>
                <a:gdLst>
                  <a:gd name="connsiteX0" fmla="*/ 834707 w 834707"/>
                  <a:gd name="connsiteY0" fmla="*/ 3364547 h 3364547"/>
                  <a:gd name="connsiteX1" fmla="*/ 0 w 834707"/>
                  <a:gd name="connsiteY1" fmla="*/ 0 h 3364547"/>
                  <a:gd name="connsiteX2" fmla="*/ 641032 w 834707"/>
                  <a:gd name="connsiteY2" fmla="*/ 3364547 h 3364547"/>
                  <a:gd name="connsiteX3" fmla="*/ 834707 w 83470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4707" h="3364547">
                    <a:moveTo>
                      <a:pt x="834707" y="3364547"/>
                    </a:moveTo>
                    <a:lnTo>
                      <a:pt x="0" y="0"/>
                    </a:lnTo>
                    <a:lnTo>
                      <a:pt x="641032" y="3364547"/>
                    </a:lnTo>
                    <a:lnTo>
                      <a:pt x="834707" y="3364547"/>
                    </a:lnTo>
                    <a:close/>
                  </a:path>
                </a:pathLst>
              </a:custGeom>
              <a:solidFill>
                <a:srgbClr val="FFD800">
                  <a:alpha val="40000"/>
                </a:srgbClr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A298A01E-8844-2BBC-B9BF-B0264C471407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1816417" cy="3364547"/>
              </a:xfrm>
              <a:custGeom>
                <a:avLst/>
                <a:gdLst>
                  <a:gd name="connsiteX0" fmla="*/ 1816417 w 1816417"/>
                  <a:gd name="connsiteY0" fmla="*/ 3364547 h 3364547"/>
                  <a:gd name="connsiteX1" fmla="*/ 0 w 1816417"/>
                  <a:gd name="connsiteY1" fmla="*/ 0 h 3364547"/>
                  <a:gd name="connsiteX2" fmla="*/ 1187767 w 1816417"/>
                  <a:gd name="connsiteY2" fmla="*/ 3364547 h 3364547"/>
                  <a:gd name="connsiteX3" fmla="*/ 1816417 w 181641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16417" h="3364547">
                    <a:moveTo>
                      <a:pt x="1816417" y="3364547"/>
                    </a:moveTo>
                    <a:lnTo>
                      <a:pt x="0" y="0"/>
                    </a:lnTo>
                    <a:lnTo>
                      <a:pt x="1187767" y="3364547"/>
                    </a:lnTo>
                    <a:lnTo>
                      <a:pt x="1816417" y="3364547"/>
                    </a:lnTo>
                    <a:close/>
                  </a:path>
                </a:pathLst>
              </a:custGeom>
              <a:solidFill>
                <a:srgbClr val="FFDA1B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4B74BDD4-ED8D-BC7D-4908-656DF65B395B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3364547"/>
              </a:xfrm>
              <a:custGeom>
                <a:avLst/>
                <a:gdLst>
                  <a:gd name="connsiteX0" fmla="*/ 1816417 w 2437447"/>
                  <a:gd name="connsiteY0" fmla="*/ 3364547 h 3364547"/>
                  <a:gd name="connsiteX1" fmla="*/ 0 w 2437447"/>
                  <a:gd name="connsiteY1" fmla="*/ 0 h 3364547"/>
                  <a:gd name="connsiteX2" fmla="*/ 2437447 w 2437447"/>
                  <a:gd name="connsiteY2" fmla="*/ 2812732 h 3364547"/>
                  <a:gd name="connsiteX3" fmla="*/ 2437447 w 2437447"/>
                  <a:gd name="connsiteY3" fmla="*/ 3364547 h 3364547"/>
                  <a:gd name="connsiteX4" fmla="*/ 1816417 w 2437447"/>
                  <a:gd name="connsiteY4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7447" h="3364547">
                    <a:moveTo>
                      <a:pt x="1816417" y="3364547"/>
                    </a:moveTo>
                    <a:lnTo>
                      <a:pt x="0" y="0"/>
                    </a:lnTo>
                    <a:lnTo>
                      <a:pt x="2437447" y="2812732"/>
                    </a:lnTo>
                    <a:lnTo>
                      <a:pt x="2437447" y="3364547"/>
                    </a:lnTo>
                    <a:lnTo>
                      <a:pt x="1816417" y="3364547"/>
                    </a:lnTo>
                    <a:close/>
                  </a:path>
                </a:pathLst>
              </a:custGeom>
              <a:gradFill>
                <a:gsLst>
                  <a:gs pos="44000">
                    <a:srgbClr val="FF9A00"/>
                  </a:gs>
                  <a:gs pos="57000">
                    <a:srgbClr val="FF7400">
                      <a:alpha val="89804"/>
                    </a:srgbClr>
                  </a:gs>
                </a:gsLst>
                <a:lin ang="1956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F09FCD9A-97C1-7823-8D88-BDF6CD93B551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2812732"/>
              </a:xfrm>
              <a:custGeom>
                <a:avLst/>
                <a:gdLst>
                  <a:gd name="connsiteX0" fmla="*/ 2437447 w 2437447"/>
                  <a:gd name="connsiteY0" fmla="*/ 1587182 h 2812732"/>
                  <a:gd name="connsiteX1" fmla="*/ 0 w 2437447"/>
                  <a:gd name="connsiteY1" fmla="*/ 0 h 2812732"/>
                  <a:gd name="connsiteX2" fmla="*/ 2437447 w 2437447"/>
                  <a:gd name="connsiteY2" fmla="*/ 2812732 h 2812732"/>
                  <a:gd name="connsiteX3" fmla="*/ 2437447 w 2437447"/>
                  <a:gd name="connsiteY3" fmla="*/ 1587182 h 281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2812732">
                    <a:moveTo>
                      <a:pt x="2437447" y="1587182"/>
                    </a:moveTo>
                    <a:lnTo>
                      <a:pt x="0" y="0"/>
                    </a:lnTo>
                    <a:lnTo>
                      <a:pt x="2437447" y="2812732"/>
                    </a:lnTo>
                    <a:lnTo>
                      <a:pt x="2437447" y="1587182"/>
                    </a:lnTo>
                    <a:close/>
                  </a:path>
                </a:pathLst>
              </a:custGeom>
              <a:gradFill>
                <a:gsLst>
                  <a:gs pos="54000">
                    <a:srgbClr val="FF9A00"/>
                  </a:gs>
                  <a:gs pos="64000">
                    <a:srgbClr val="FF7E00"/>
                  </a:gs>
                </a:gsLst>
                <a:lin ang="1890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0AB6B5BD-5E59-AED7-10A2-A0F56B629BF4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1587182"/>
              </a:xfrm>
              <a:custGeom>
                <a:avLst/>
                <a:gdLst>
                  <a:gd name="connsiteX0" fmla="*/ 2437447 w 2437447"/>
                  <a:gd name="connsiteY0" fmla="*/ 879475 h 1587182"/>
                  <a:gd name="connsiteX1" fmla="*/ 0 w 2437447"/>
                  <a:gd name="connsiteY1" fmla="*/ 0 h 1587182"/>
                  <a:gd name="connsiteX2" fmla="*/ 2437447 w 2437447"/>
                  <a:gd name="connsiteY2" fmla="*/ 1587182 h 1587182"/>
                  <a:gd name="connsiteX3" fmla="*/ 2437447 w 2437447"/>
                  <a:gd name="connsiteY3" fmla="*/ 879475 h 158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1587182">
                    <a:moveTo>
                      <a:pt x="2437447" y="879475"/>
                    </a:moveTo>
                    <a:lnTo>
                      <a:pt x="0" y="0"/>
                    </a:lnTo>
                    <a:lnTo>
                      <a:pt x="2437447" y="1587182"/>
                    </a:lnTo>
                    <a:lnTo>
                      <a:pt x="2437447" y="879475"/>
                    </a:lnTo>
                    <a:close/>
                  </a:path>
                </a:pathLst>
              </a:custGeom>
              <a:solidFill>
                <a:srgbClr val="FFDD1F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6C104295-16A6-DDB9-4146-C6C0E856F7ED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1587182"/>
              </a:xfrm>
              <a:custGeom>
                <a:avLst/>
                <a:gdLst>
                  <a:gd name="connsiteX0" fmla="*/ 2437447 w 2437447"/>
                  <a:gd name="connsiteY0" fmla="*/ 879475 h 1587182"/>
                  <a:gd name="connsiteX1" fmla="*/ 0 w 2437447"/>
                  <a:gd name="connsiteY1" fmla="*/ 0 h 1587182"/>
                  <a:gd name="connsiteX2" fmla="*/ 2437447 w 2437447"/>
                  <a:gd name="connsiteY2" fmla="*/ 1587182 h 1587182"/>
                  <a:gd name="connsiteX3" fmla="*/ 2437447 w 2437447"/>
                  <a:gd name="connsiteY3" fmla="*/ 879475 h 158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1587182">
                    <a:moveTo>
                      <a:pt x="2437447" y="879475"/>
                    </a:moveTo>
                    <a:lnTo>
                      <a:pt x="0" y="0"/>
                    </a:lnTo>
                    <a:lnTo>
                      <a:pt x="2437447" y="1587182"/>
                    </a:lnTo>
                    <a:lnTo>
                      <a:pt x="2437447" y="879475"/>
                    </a:lnTo>
                    <a:close/>
                  </a:path>
                </a:pathLst>
              </a:custGeom>
              <a:solidFill>
                <a:srgbClr val="FFDA1B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ECC47724-C4AE-2D12-25FC-57E59185E130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1112837" cy="3364547"/>
              </a:xfrm>
              <a:custGeom>
                <a:avLst/>
                <a:gdLst>
                  <a:gd name="connsiteX0" fmla="*/ 943292 w 1112837"/>
                  <a:gd name="connsiteY0" fmla="*/ 3364547 h 3364547"/>
                  <a:gd name="connsiteX1" fmla="*/ 1112838 w 1112837"/>
                  <a:gd name="connsiteY1" fmla="*/ 0 h 3364547"/>
                  <a:gd name="connsiteX2" fmla="*/ 0 w 1112837"/>
                  <a:gd name="connsiteY2" fmla="*/ 3364547 h 3364547"/>
                  <a:gd name="connsiteX3" fmla="*/ 943292 w 111283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2837" h="3364547">
                    <a:moveTo>
                      <a:pt x="943292" y="3364547"/>
                    </a:moveTo>
                    <a:lnTo>
                      <a:pt x="1112838" y="0"/>
                    </a:lnTo>
                    <a:lnTo>
                      <a:pt x="0" y="3364547"/>
                    </a:lnTo>
                    <a:lnTo>
                      <a:pt x="943292" y="3364547"/>
                    </a:lnTo>
                    <a:close/>
                  </a:path>
                </a:pathLst>
              </a:custGeom>
              <a:gradFill>
                <a:gsLst>
                  <a:gs pos="0">
                    <a:srgbClr val="FF8700"/>
                  </a:gs>
                  <a:gs pos="16000">
                    <a:srgbClr val="FF7400">
                      <a:alpha val="0"/>
                    </a:srgbClr>
                  </a:gs>
                  <a:gs pos="32000">
                    <a:srgbClr val="FF7400">
                      <a:alpha val="49804"/>
                    </a:srgbClr>
                  </a:gs>
                  <a:gs pos="58000">
                    <a:srgbClr val="FF7400">
                      <a:alpha val="89804"/>
                    </a:srgbClr>
                  </a:gs>
                </a:gsLst>
                <a:lin ang="1158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7C8BD51-99FC-03F8-7EB3-8AB0999A5FD3}"/>
              </a:ext>
            </a:extLst>
          </p:cNvPr>
          <p:cNvGrpSpPr/>
          <p:nvPr userDrawn="1"/>
        </p:nvGrpSpPr>
        <p:grpSpPr>
          <a:xfrm>
            <a:off x="1329004" y="2629430"/>
            <a:ext cx="5566813" cy="1018700"/>
            <a:chOff x="1329004" y="2629430"/>
            <a:chExt cx="5566813" cy="1018700"/>
          </a:xfrm>
        </p:grpSpPr>
        <p:grpSp>
          <p:nvGrpSpPr>
            <p:cNvPr id="4" name="Graphic 1">
              <a:extLst>
                <a:ext uri="{FF2B5EF4-FFF2-40B4-BE49-F238E27FC236}">
                  <a16:creationId xmlns:a16="http://schemas.microsoft.com/office/drawing/2014/main" id="{F2A1C519-BE9F-CD46-5DDF-5CA511BF3F2F}"/>
                </a:ext>
              </a:extLst>
            </p:cNvPr>
            <p:cNvGrpSpPr/>
            <p:nvPr userDrawn="1"/>
          </p:nvGrpSpPr>
          <p:grpSpPr>
            <a:xfrm>
              <a:off x="4783656" y="2681524"/>
              <a:ext cx="2112161" cy="966606"/>
              <a:chOff x="4783656" y="2681524"/>
              <a:chExt cx="2112161" cy="966606"/>
            </a:xfrm>
            <a:solidFill>
              <a:schemeClr val="tx1"/>
            </a:solidFill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7275B79F-4783-EF24-8F6F-1B868A35B611}"/>
                  </a:ext>
                </a:extLst>
              </p:cNvPr>
              <p:cNvSpPr/>
              <p:nvPr/>
            </p:nvSpPr>
            <p:spPr>
              <a:xfrm>
                <a:off x="4784665" y="2721924"/>
                <a:ext cx="249588" cy="328013"/>
              </a:xfrm>
              <a:custGeom>
                <a:avLst/>
                <a:gdLst>
                  <a:gd name="connsiteX0" fmla="*/ 231723 w 249588"/>
                  <a:gd name="connsiteY0" fmla="*/ 187492 h 328013"/>
                  <a:gd name="connsiteX1" fmla="*/ 249588 w 249588"/>
                  <a:gd name="connsiteY1" fmla="*/ 239179 h 328013"/>
                  <a:gd name="connsiteX2" fmla="*/ 236670 w 249588"/>
                  <a:gd name="connsiteY2" fmla="*/ 285467 h 328013"/>
                  <a:gd name="connsiteX3" fmla="*/ 199313 w 249588"/>
                  <a:gd name="connsiteY3" fmla="*/ 316727 h 328013"/>
                  <a:gd name="connsiteX4" fmla="*/ 141488 w 249588"/>
                  <a:gd name="connsiteY4" fmla="*/ 328014 h 328013"/>
                  <a:gd name="connsiteX5" fmla="*/ 0 w 249588"/>
                  <a:gd name="connsiteY5" fmla="*/ 328014 h 328013"/>
                  <a:gd name="connsiteX6" fmla="*/ 0 w 249588"/>
                  <a:gd name="connsiteY6" fmla="*/ 0 h 328013"/>
                  <a:gd name="connsiteX7" fmla="*/ 135402 w 249588"/>
                  <a:gd name="connsiteY7" fmla="*/ 0 h 328013"/>
                  <a:gd name="connsiteX8" fmla="*/ 193000 w 249588"/>
                  <a:gd name="connsiteY8" fmla="*/ 10799 h 328013"/>
                  <a:gd name="connsiteX9" fmla="*/ 229673 w 249588"/>
                  <a:gd name="connsiteY9" fmla="*/ 40888 h 328013"/>
                  <a:gd name="connsiteX10" fmla="*/ 242137 w 249588"/>
                  <a:gd name="connsiteY10" fmla="*/ 84573 h 328013"/>
                  <a:gd name="connsiteX11" fmla="*/ 226875 w 249588"/>
                  <a:gd name="connsiteY11" fmla="*/ 132520 h 328013"/>
                  <a:gd name="connsiteX12" fmla="*/ 186199 w 249588"/>
                  <a:gd name="connsiteY12" fmla="*/ 159778 h 328013"/>
                  <a:gd name="connsiteX13" fmla="*/ 231788 w 249588"/>
                  <a:gd name="connsiteY13" fmla="*/ 187492 h 328013"/>
                  <a:gd name="connsiteX14" fmla="*/ 65798 w 249588"/>
                  <a:gd name="connsiteY14" fmla="*/ 135317 h 328013"/>
                  <a:gd name="connsiteX15" fmla="*/ 125966 w 249588"/>
                  <a:gd name="connsiteY15" fmla="*/ 135317 h 328013"/>
                  <a:gd name="connsiteX16" fmla="*/ 162151 w 249588"/>
                  <a:gd name="connsiteY16" fmla="*/ 124745 h 328013"/>
                  <a:gd name="connsiteX17" fmla="*/ 174842 w 249588"/>
                  <a:gd name="connsiteY17" fmla="*/ 94429 h 328013"/>
                  <a:gd name="connsiteX18" fmla="*/ 162151 w 249588"/>
                  <a:gd name="connsiteY18" fmla="*/ 63885 h 328013"/>
                  <a:gd name="connsiteX19" fmla="*/ 125966 w 249588"/>
                  <a:gd name="connsiteY19" fmla="*/ 53086 h 328013"/>
                  <a:gd name="connsiteX20" fmla="*/ 65798 w 249588"/>
                  <a:gd name="connsiteY20" fmla="*/ 53086 h 328013"/>
                  <a:gd name="connsiteX21" fmla="*/ 65798 w 249588"/>
                  <a:gd name="connsiteY21" fmla="*/ 135317 h 328013"/>
                  <a:gd name="connsiteX22" fmla="*/ 169440 w 249588"/>
                  <a:gd name="connsiteY22" fmla="*/ 263153 h 328013"/>
                  <a:gd name="connsiteX23" fmla="*/ 182847 w 249588"/>
                  <a:gd name="connsiteY23" fmla="*/ 231210 h 328013"/>
                  <a:gd name="connsiteX24" fmla="*/ 168757 w 249588"/>
                  <a:gd name="connsiteY24" fmla="*/ 198064 h 328013"/>
                  <a:gd name="connsiteX25" fmla="*/ 130684 w 249588"/>
                  <a:gd name="connsiteY25" fmla="*/ 186094 h 328013"/>
                  <a:gd name="connsiteX26" fmla="*/ 65798 w 249588"/>
                  <a:gd name="connsiteY26" fmla="*/ 186094 h 328013"/>
                  <a:gd name="connsiteX27" fmla="*/ 65798 w 249588"/>
                  <a:gd name="connsiteY27" fmla="*/ 274440 h 328013"/>
                  <a:gd name="connsiteX28" fmla="*/ 132083 w 249588"/>
                  <a:gd name="connsiteY28" fmla="*/ 274440 h 328013"/>
                  <a:gd name="connsiteX29" fmla="*/ 169473 w 249588"/>
                  <a:gd name="connsiteY29" fmla="*/ 263153 h 328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49588" h="328013">
                    <a:moveTo>
                      <a:pt x="231723" y="187492"/>
                    </a:moveTo>
                    <a:cubicBezTo>
                      <a:pt x="243633" y="202520"/>
                      <a:pt x="249588" y="219760"/>
                      <a:pt x="249588" y="239179"/>
                    </a:cubicBezTo>
                    <a:cubicBezTo>
                      <a:pt x="249588" y="256712"/>
                      <a:pt x="245260" y="272163"/>
                      <a:pt x="236670" y="285467"/>
                    </a:cubicBezTo>
                    <a:cubicBezTo>
                      <a:pt x="228046" y="298771"/>
                      <a:pt x="215583" y="309213"/>
                      <a:pt x="199313" y="316727"/>
                    </a:cubicBezTo>
                    <a:cubicBezTo>
                      <a:pt x="183010" y="324241"/>
                      <a:pt x="163745" y="328014"/>
                      <a:pt x="141488" y="328014"/>
                    </a:cubicBezTo>
                    <a:lnTo>
                      <a:pt x="0" y="328014"/>
                    </a:lnTo>
                    <a:lnTo>
                      <a:pt x="0" y="0"/>
                    </a:lnTo>
                    <a:lnTo>
                      <a:pt x="135402" y="0"/>
                    </a:lnTo>
                    <a:cubicBezTo>
                      <a:pt x="157660" y="0"/>
                      <a:pt x="176859" y="3611"/>
                      <a:pt x="193000" y="10799"/>
                    </a:cubicBezTo>
                    <a:cubicBezTo>
                      <a:pt x="209140" y="18021"/>
                      <a:pt x="221376" y="28039"/>
                      <a:pt x="229673" y="40888"/>
                    </a:cubicBezTo>
                    <a:cubicBezTo>
                      <a:pt x="237971" y="53737"/>
                      <a:pt x="242137" y="68309"/>
                      <a:pt x="242137" y="84573"/>
                    </a:cubicBezTo>
                    <a:cubicBezTo>
                      <a:pt x="242137" y="103700"/>
                      <a:pt x="237027" y="119671"/>
                      <a:pt x="226875" y="132520"/>
                    </a:cubicBezTo>
                    <a:cubicBezTo>
                      <a:pt x="216689" y="145368"/>
                      <a:pt x="203120" y="154444"/>
                      <a:pt x="186199" y="159778"/>
                    </a:cubicBezTo>
                    <a:cubicBezTo>
                      <a:pt x="204682" y="163226"/>
                      <a:pt x="219878" y="172464"/>
                      <a:pt x="231788" y="187492"/>
                    </a:cubicBezTo>
                    <a:close/>
                    <a:moveTo>
                      <a:pt x="65798" y="135317"/>
                    </a:moveTo>
                    <a:lnTo>
                      <a:pt x="125966" y="135317"/>
                    </a:lnTo>
                    <a:cubicBezTo>
                      <a:pt x="141650" y="135317"/>
                      <a:pt x="153690" y="131804"/>
                      <a:pt x="162151" y="124745"/>
                    </a:cubicBezTo>
                    <a:cubicBezTo>
                      <a:pt x="170611" y="117687"/>
                      <a:pt x="174842" y="107603"/>
                      <a:pt x="174842" y="94429"/>
                    </a:cubicBezTo>
                    <a:cubicBezTo>
                      <a:pt x="174842" y="81255"/>
                      <a:pt x="170611" y="71107"/>
                      <a:pt x="162151" y="63885"/>
                    </a:cubicBezTo>
                    <a:cubicBezTo>
                      <a:pt x="153690" y="56697"/>
                      <a:pt x="141618" y="53086"/>
                      <a:pt x="125966" y="53086"/>
                    </a:cubicBezTo>
                    <a:lnTo>
                      <a:pt x="65798" y="53086"/>
                    </a:lnTo>
                    <a:lnTo>
                      <a:pt x="65798" y="135317"/>
                    </a:lnTo>
                    <a:close/>
                    <a:moveTo>
                      <a:pt x="169440" y="263153"/>
                    </a:moveTo>
                    <a:cubicBezTo>
                      <a:pt x="178356" y="255639"/>
                      <a:pt x="182847" y="245002"/>
                      <a:pt x="182847" y="231210"/>
                    </a:cubicBezTo>
                    <a:cubicBezTo>
                      <a:pt x="182847" y="217418"/>
                      <a:pt x="178161" y="206066"/>
                      <a:pt x="168757" y="198064"/>
                    </a:cubicBezTo>
                    <a:cubicBezTo>
                      <a:pt x="159352" y="190062"/>
                      <a:pt x="146661" y="186094"/>
                      <a:pt x="130684" y="186094"/>
                    </a:cubicBezTo>
                    <a:lnTo>
                      <a:pt x="65798" y="186094"/>
                    </a:lnTo>
                    <a:lnTo>
                      <a:pt x="65798" y="274440"/>
                    </a:lnTo>
                    <a:lnTo>
                      <a:pt x="132083" y="274440"/>
                    </a:lnTo>
                    <a:cubicBezTo>
                      <a:pt x="148061" y="274440"/>
                      <a:pt x="160524" y="270667"/>
                      <a:pt x="169473" y="26315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8EB2B1E8-C7C2-785D-DF1C-553C34085C1D}"/>
                  </a:ext>
                </a:extLst>
              </p:cNvPr>
              <p:cNvSpPr/>
              <p:nvPr/>
            </p:nvSpPr>
            <p:spPr>
              <a:xfrm>
                <a:off x="5091590" y="2785842"/>
                <a:ext cx="145750" cy="264095"/>
              </a:xfrm>
              <a:custGeom>
                <a:avLst/>
                <a:gdLst>
                  <a:gd name="connsiteX0" fmla="*/ 98989 w 145750"/>
                  <a:gd name="connsiteY0" fmla="*/ 11743 h 264095"/>
                  <a:gd name="connsiteX1" fmla="*/ 145751 w 145750"/>
                  <a:gd name="connsiteY1" fmla="*/ 0 h 264095"/>
                  <a:gd name="connsiteX2" fmla="*/ 145751 w 145750"/>
                  <a:gd name="connsiteY2" fmla="*/ 69090 h 264095"/>
                  <a:gd name="connsiteX3" fmla="*/ 128341 w 145750"/>
                  <a:gd name="connsiteY3" fmla="*/ 69090 h 264095"/>
                  <a:gd name="connsiteX4" fmla="*/ 81580 w 145750"/>
                  <a:gd name="connsiteY4" fmla="*/ 83662 h 264095"/>
                  <a:gd name="connsiteX5" fmla="*/ 65830 w 145750"/>
                  <a:gd name="connsiteY5" fmla="*/ 134406 h 264095"/>
                  <a:gd name="connsiteX6" fmla="*/ 65830 w 145750"/>
                  <a:gd name="connsiteY6" fmla="*/ 264096 h 264095"/>
                  <a:gd name="connsiteX7" fmla="*/ 0 w 145750"/>
                  <a:gd name="connsiteY7" fmla="*/ 264096 h 264095"/>
                  <a:gd name="connsiteX8" fmla="*/ 0 w 145750"/>
                  <a:gd name="connsiteY8" fmla="*/ 3773 h 264095"/>
                  <a:gd name="connsiteX9" fmla="*/ 65830 w 145750"/>
                  <a:gd name="connsiteY9" fmla="*/ 3773 h 264095"/>
                  <a:gd name="connsiteX10" fmla="*/ 65830 w 145750"/>
                  <a:gd name="connsiteY10" fmla="*/ 44173 h 264095"/>
                  <a:gd name="connsiteX11" fmla="*/ 98989 w 145750"/>
                  <a:gd name="connsiteY11" fmla="*/ 11743 h 26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750" h="264095">
                    <a:moveTo>
                      <a:pt x="98989" y="11743"/>
                    </a:moveTo>
                    <a:cubicBezTo>
                      <a:pt x="112624" y="3903"/>
                      <a:pt x="128211" y="0"/>
                      <a:pt x="145751" y="0"/>
                    </a:cubicBezTo>
                    <a:lnTo>
                      <a:pt x="145751" y="69090"/>
                    </a:lnTo>
                    <a:lnTo>
                      <a:pt x="128341" y="69090"/>
                    </a:lnTo>
                    <a:cubicBezTo>
                      <a:pt x="107645" y="69090"/>
                      <a:pt x="92058" y="73936"/>
                      <a:pt x="81580" y="83662"/>
                    </a:cubicBezTo>
                    <a:cubicBezTo>
                      <a:pt x="71070" y="93388"/>
                      <a:pt x="65830" y="110303"/>
                      <a:pt x="65830" y="134406"/>
                    </a:cubicBezTo>
                    <a:lnTo>
                      <a:pt x="65830" y="264096"/>
                    </a:lnTo>
                    <a:lnTo>
                      <a:pt x="0" y="264096"/>
                    </a:lnTo>
                    <a:lnTo>
                      <a:pt x="0" y="3773"/>
                    </a:lnTo>
                    <a:lnTo>
                      <a:pt x="65830" y="3773"/>
                    </a:lnTo>
                    <a:lnTo>
                      <a:pt x="65830" y="44173"/>
                    </a:lnTo>
                    <a:cubicBezTo>
                      <a:pt x="74291" y="30381"/>
                      <a:pt x="85355" y="19582"/>
                      <a:pt x="98989" y="1174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3A075B41-2696-33A3-82D7-FCB44E74E7A7}"/>
                  </a:ext>
                </a:extLst>
              </p:cNvPr>
              <p:cNvSpPr/>
              <p:nvPr/>
            </p:nvSpPr>
            <p:spPr>
              <a:xfrm>
                <a:off x="5279188" y="2681524"/>
                <a:ext cx="80831" cy="368381"/>
              </a:xfrm>
              <a:custGeom>
                <a:avLst/>
                <a:gdLst>
                  <a:gd name="connsiteX0" fmla="*/ 11520 w 80831"/>
                  <a:gd name="connsiteY0" fmla="*/ 66000 h 368381"/>
                  <a:gd name="connsiteX1" fmla="*/ 0 w 80831"/>
                  <a:gd name="connsiteY1" fmla="*/ 38513 h 368381"/>
                  <a:gd name="connsiteX2" fmla="*/ 11520 w 80831"/>
                  <a:gd name="connsiteY2" fmla="*/ 11027 h 368381"/>
                  <a:gd name="connsiteX3" fmla="*/ 40416 w 80831"/>
                  <a:gd name="connsiteY3" fmla="*/ 0 h 368381"/>
                  <a:gd name="connsiteX4" fmla="*/ 69312 w 80831"/>
                  <a:gd name="connsiteY4" fmla="*/ 11027 h 368381"/>
                  <a:gd name="connsiteX5" fmla="*/ 80831 w 80831"/>
                  <a:gd name="connsiteY5" fmla="*/ 38513 h 368381"/>
                  <a:gd name="connsiteX6" fmla="*/ 69312 w 80831"/>
                  <a:gd name="connsiteY6" fmla="*/ 66000 h 368381"/>
                  <a:gd name="connsiteX7" fmla="*/ 40416 w 80831"/>
                  <a:gd name="connsiteY7" fmla="*/ 77059 h 368381"/>
                  <a:gd name="connsiteX8" fmla="*/ 11520 w 80831"/>
                  <a:gd name="connsiteY8" fmla="*/ 66000 h 368381"/>
                  <a:gd name="connsiteX9" fmla="*/ 72859 w 80831"/>
                  <a:gd name="connsiteY9" fmla="*/ 108058 h 368381"/>
                  <a:gd name="connsiteX10" fmla="*/ 72859 w 80831"/>
                  <a:gd name="connsiteY10" fmla="*/ 368381 h 368381"/>
                  <a:gd name="connsiteX11" fmla="*/ 7029 w 80831"/>
                  <a:gd name="connsiteY11" fmla="*/ 368381 h 368381"/>
                  <a:gd name="connsiteX12" fmla="*/ 7029 w 80831"/>
                  <a:gd name="connsiteY12" fmla="*/ 108058 h 368381"/>
                  <a:gd name="connsiteX13" fmla="*/ 72859 w 80831"/>
                  <a:gd name="connsiteY13" fmla="*/ 108058 h 368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0831" h="368381">
                    <a:moveTo>
                      <a:pt x="11520" y="66000"/>
                    </a:moveTo>
                    <a:cubicBezTo>
                      <a:pt x="3840" y="58648"/>
                      <a:pt x="0" y="49475"/>
                      <a:pt x="0" y="38513"/>
                    </a:cubicBezTo>
                    <a:cubicBezTo>
                      <a:pt x="0" y="27551"/>
                      <a:pt x="3840" y="18378"/>
                      <a:pt x="11520" y="11027"/>
                    </a:cubicBezTo>
                    <a:cubicBezTo>
                      <a:pt x="19199" y="3676"/>
                      <a:pt x="28831" y="0"/>
                      <a:pt x="40416" y="0"/>
                    </a:cubicBezTo>
                    <a:cubicBezTo>
                      <a:pt x="52000" y="0"/>
                      <a:pt x="61633" y="3676"/>
                      <a:pt x="69312" y="11027"/>
                    </a:cubicBezTo>
                    <a:cubicBezTo>
                      <a:pt x="76992" y="18378"/>
                      <a:pt x="80831" y="27551"/>
                      <a:pt x="80831" y="38513"/>
                    </a:cubicBezTo>
                    <a:cubicBezTo>
                      <a:pt x="80831" y="49475"/>
                      <a:pt x="76992" y="58648"/>
                      <a:pt x="69312" y="66000"/>
                    </a:cubicBezTo>
                    <a:cubicBezTo>
                      <a:pt x="61633" y="73351"/>
                      <a:pt x="52000" y="77059"/>
                      <a:pt x="40416" y="77059"/>
                    </a:cubicBezTo>
                    <a:cubicBezTo>
                      <a:pt x="28831" y="77059"/>
                      <a:pt x="19167" y="73384"/>
                      <a:pt x="11520" y="66000"/>
                    </a:cubicBezTo>
                    <a:close/>
                    <a:moveTo>
                      <a:pt x="72859" y="108058"/>
                    </a:moveTo>
                    <a:lnTo>
                      <a:pt x="72859" y="368381"/>
                    </a:lnTo>
                    <a:lnTo>
                      <a:pt x="7029" y="368381"/>
                    </a:lnTo>
                    <a:lnTo>
                      <a:pt x="7029" y="108058"/>
                    </a:lnTo>
                    <a:lnTo>
                      <a:pt x="72859" y="10805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809CEEDB-66E2-A3A0-98A3-E1B02DA164B4}"/>
                  </a:ext>
                </a:extLst>
              </p:cNvPr>
              <p:cNvSpPr/>
              <p:nvPr/>
            </p:nvSpPr>
            <p:spPr>
              <a:xfrm>
                <a:off x="5404698" y="2785354"/>
                <a:ext cx="271260" cy="392842"/>
              </a:xfrm>
              <a:custGeom>
                <a:avLst/>
                <a:gdLst>
                  <a:gd name="connsiteX0" fmla="*/ 170188 w 271260"/>
                  <a:gd name="connsiteY0" fmla="*/ 11515 h 392842"/>
                  <a:gd name="connsiteX1" fmla="*/ 204975 w 271260"/>
                  <a:gd name="connsiteY1" fmla="*/ 41343 h 392842"/>
                  <a:gd name="connsiteX2" fmla="*/ 204975 w 271260"/>
                  <a:gd name="connsiteY2" fmla="*/ 4229 h 392842"/>
                  <a:gd name="connsiteX3" fmla="*/ 271261 w 271260"/>
                  <a:gd name="connsiteY3" fmla="*/ 4229 h 392842"/>
                  <a:gd name="connsiteX4" fmla="*/ 271261 w 271260"/>
                  <a:gd name="connsiteY4" fmla="*/ 266438 h 392842"/>
                  <a:gd name="connsiteX5" fmla="*/ 256682 w 271260"/>
                  <a:gd name="connsiteY5" fmla="*/ 331039 h 392842"/>
                  <a:gd name="connsiteX6" fmla="*/ 212947 w 271260"/>
                  <a:gd name="connsiteY6" fmla="*/ 376156 h 392842"/>
                  <a:gd name="connsiteX7" fmla="*/ 142431 w 271260"/>
                  <a:gd name="connsiteY7" fmla="*/ 392842 h 392842"/>
                  <a:gd name="connsiteX8" fmla="*/ 51479 w 271260"/>
                  <a:gd name="connsiteY8" fmla="*/ 366983 h 392842"/>
                  <a:gd name="connsiteX9" fmla="*/ 11292 w 271260"/>
                  <a:gd name="connsiteY9" fmla="*/ 296494 h 392842"/>
                  <a:gd name="connsiteX10" fmla="*/ 76633 w 271260"/>
                  <a:gd name="connsiteY10" fmla="*/ 296494 h 392842"/>
                  <a:gd name="connsiteX11" fmla="*/ 98956 w 271260"/>
                  <a:gd name="connsiteY11" fmla="*/ 324924 h 392842"/>
                  <a:gd name="connsiteX12" fmla="*/ 140576 w 271260"/>
                  <a:gd name="connsiteY12" fmla="*/ 335495 h 392842"/>
                  <a:gd name="connsiteX13" fmla="*/ 187110 w 271260"/>
                  <a:gd name="connsiteY13" fmla="*/ 318353 h 392842"/>
                  <a:gd name="connsiteX14" fmla="*/ 204975 w 271260"/>
                  <a:gd name="connsiteY14" fmla="*/ 266438 h 392842"/>
                  <a:gd name="connsiteX15" fmla="*/ 204975 w 271260"/>
                  <a:gd name="connsiteY15" fmla="*/ 226038 h 392842"/>
                  <a:gd name="connsiteX16" fmla="*/ 169961 w 271260"/>
                  <a:gd name="connsiteY16" fmla="*/ 256582 h 392842"/>
                  <a:gd name="connsiteX17" fmla="*/ 118937 w 271260"/>
                  <a:gd name="connsiteY17" fmla="*/ 268813 h 392842"/>
                  <a:gd name="connsiteX18" fmla="*/ 58769 w 271260"/>
                  <a:gd name="connsiteY18" fmla="*/ 251898 h 392842"/>
                  <a:gd name="connsiteX19" fmla="*/ 15750 w 271260"/>
                  <a:gd name="connsiteY19" fmla="*/ 204212 h 392842"/>
                  <a:gd name="connsiteX20" fmla="*/ 0 w 271260"/>
                  <a:gd name="connsiteY20" fmla="*/ 133496 h 392842"/>
                  <a:gd name="connsiteX21" fmla="*/ 15750 w 271260"/>
                  <a:gd name="connsiteY21" fmla="*/ 63462 h 392842"/>
                  <a:gd name="connsiteX22" fmla="*/ 58541 w 271260"/>
                  <a:gd name="connsiteY22" fmla="*/ 16459 h 392842"/>
                  <a:gd name="connsiteX23" fmla="*/ 118937 w 271260"/>
                  <a:gd name="connsiteY23" fmla="*/ 0 h 392842"/>
                  <a:gd name="connsiteX24" fmla="*/ 170188 w 271260"/>
                  <a:gd name="connsiteY24" fmla="*/ 11515 h 392842"/>
                  <a:gd name="connsiteX25" fmla="*/ 195570 w 271260"/>
                  <a:gd name="connsiteY25" fmla="*/ 93291 h 392842"/>
                  <a:gd name="connsiteX26" fmla="*/ 170188 w 271260"/>
                  <a:gd name="connsiteY26" fmla="*/ 66975 h 392842"/>
                  <a:gd name="connsiteX27" fmla="*/ 135858 w 271260"/>
                  <a:gd name="connsiteY27" fmla="*/ 57803 h 392842"/>
                  <a:gd name="connsiteX28" fmla="*/ 102016 w 271260"/>
                  <a:gd name="connsiteY28" fmla="*/ 66715 h 392842"/>
                  <a:gd name="connsiteX29" fmla="*/ 76861 w 271260"/>
                  <a:gd name="connsiteY29" fmla="*/ 92803 h 392842"/>
                  <a:gd name="connsiteX30" fmla="*/ 67229 w 271260"/>
                  <a:gd name="connsiteY30" fmla="*/ 133463 h 392842"/>
                  <a:gd name="connsiteX31" fmla="*/ 76861 w 271260"/>
                  <a:gd name="connsiteY31" fmla="*/ 174579 h 392842"/>
                  <a:gd name="connsiteX32" fmla="*/ 102243 w 271260"/>
                  <a:gd name="connsiteY32" fmla="*/ 201609 h 392842"/>
                  <a:gd name="connsiteX33" fmla="*/ 135858 w 271260"/>
                  <a:gd name="connsiteY33" fmla="*/ 211010 h 392842"/>
                  <a:gd name="connsiteX34" fmla="*/ 170188 w 271260"/>
                  <a:gd name="connsiteY34" fmla="*/ 201837 h 392842"/>
                  <a:gd name="connsiteX35" fmla="*/ 195570 w 271260"/>
                  <a:gd name="connsiteY35" fmla="*/ 175522 h 392842"/>
                  <a:gd name="connsiteX36" fmla="*/ 204975 w 271260"/>
                  <a:gd name="connsiteY36" fmla="*/ 134406 h 392842"/>
                  <a:gd name="connsiteX37" fmla="*/ 195570 w 271260"/>
                  <a:gd name="connsiteY37" fmla="*/ 93291 h 392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71260" h="392842">
                    <a:moveTo>
                      <a:pt x="170188" y="11515"/>
                    </a:moveTo>
                    <a:cubicBezTo>
                      <a:pt x="184930" y="19192"/>
                      <a:pt x="196514" y="29145"/>
                      <a:pt x="204975" y="41343"/>
                    </a:cubicBezTo>
                    <a:lnTo>
                      <a:pt x="204975" y="4229"/>
                    </a:lnTo>
                    <a:lnTo>
                      <a:pt x="271261" y="4229"/>
                    </a:lnTo>
                    <a:lnTo>
                      <a:pt x="271261" y="266438"/>
                    </a:lnTo>
                    <a:cubicBezTo>
                      <a:pt x="271261" y="290574"/>
                      <a:pt x="266412" y="312108"/>
                      <a:pt x="256682" y="331039"/>
                    </a:cubicBezTo>
                    <a:cubicBezTo>
                      <a:pt x="246952" y="350003"/>
                      <a:pt x="232407" y="365031"/>
                      <a:pt x="212947" y="376156"/>
                    </a:cubicBezTo>
                    <a:cubicBezTo>
                      <a:pt x="193520" y="387280"/>
                      <a:pt x="169993" y="392842"/>
                      <a:pt x="142431" y="392842"/>
                    </a:cubicBezTo>
                    <a:cubicBezTo>
                      <a:pt x="105432" y="392842"/>
                      <a:pt x="75137" y="384222"/>
                      <a:pt x="51479" y="366983"/>
                    </a:cubicBezTo>
                    <a:cubicBezTo>
                      <a:pt x="27822" y="349743"/>
                      <a:pt x="14415" y="326257"/>
                      <a:pt x="11292" y="296494"/>
                    </a:cubicBezTo>
                    <a:lnTo>
                      <a:pt x="76633" y="296494"/>
                    </a:lnTo>
                    <a:cubicBezTo>
                      <a:pt x="80083" y="308399"/>
                      <a:pt x="87535" y="317865"/>
                      <a:pt x="98956" y="324924"/>
                    </a:cubicBezTo>
                    <a:cubicBezTo>
                      <a:pt x="110378" y="331982"/>
                      <a:pt x="124273" y="335495"/>
                      <a:pt x="140576" y="335495"/>
                    </a:cubicBezTo>
                    <a:cubicBezTo>
                      <a:pt x="159678" y="335495"/>
                      <a:pt x="175200" y="329770"/>
                      <a:pt x="187110" y="318353"/>
                    </a:cubicBezTo>
                    <a:cubicBezTo>
                      <a:pt x="199020" y="306903"/>
                      <a:pt x="204975" y="289598"/>
                      <a:pt x="204975" y="266438"/>
                    </a:cubicBezTo>
                    <a:lnTo>
                      <a:pt x="204975" y="226038"/>
                    </a:lnTo>
                    <a:cubicBezTo>
                      <a:pt x="196514" y="238269"/>
                      <a:pt x="184832" y="248450"/>
                      <a:pt x="169961" y="256582"/>
                    </a:cubicBezTo>
                    <a:cubicBezTo>
                      <a:pt x="155057" y="264714"/>
                      <a:pt x="138071" y="268813"/>
                      <a:pt x="118937" y="268813"/>
                    </a:cubicBezTo>
                    <a:cubicBezTo>
                      <a:pt x="97004" y="268813"/>
                      <a:pt x="76926" y="263185"/>
                      <a:pt x="58769" y="251898"/>
                    </a:cubicBezTo>
                    <a:cubicBezTo>
                      <a:pt x="40578" y="240611"/>
                      <a:pt x="26260" y="224737"/>
                      <a:pt x="15750" y="204212"/>
                    </a:cubicBezTo>
                    <a:cubicBezTo>
                      <a:pt x="5239" y="183686"/>
                      <a:pt x="0" y="160136"/>
                      <a:pt x="0" y="133496"/>
                    </a:cubicBezTo>
                    <a:cubicBezTo>
                      <a:pt x="0" y="106855"/>
                      <a:pt x="5239" y="83858"/>
                      <a:pt x="15750" y="63462"/>
                    </a:cubicBezTo>
                    <a:cubicBezTo>
                      <a:pt x="26260" y="43100"/>
                      <a:pt x="40513" y="27454"/>
                      <a:pt x="58541" y="16459"/>
                    </a:cubicBezTo>
                    <a:cubicBezTo>
                      <a:pt x="76568" y="5497"/>
                      <a:pt x="96679" y="0"/>
                      <a:pt x="118937" y="0"/>
                    </a:cubicBezTo>
                    <a:cubicBezTo>
                      <a:pt x="138363" y="0"/>
                      <a:pt x="155447" y="3838"/>
                      <a:pt x="170188" y="11515"/>
                    </a:cubicBezTo>
                    <a:close/>
                    <a:moveTo>
                      <a:pt x="195570" y="93291"/>
                    </a:moveTo>
                    <a:cubicBezTo>
                      <a:pt x="189290" y="81873"/>
                      <a:pt x="180829" y="73091"/>
                      <a:pt x="170188" y="66975"/>
                    </a:cubicBezTo>
                    <a:cubicBezTo>
                      <a:pt x="159515" y="60860"/>
                      <a:pt x="148093" y="57803"/>
                      <a:pt x="135858" y="57803"/>
                    </a:cubicBezTo>
                    <a:cubicBezTo>
                      <a:pt x="123623" y="57803"/>
                      <a:pt x="112363" y="60795"/>
                      <a:pt x="102016" y="66715"/>
                    </a:cubicBezTo>
                    <a:cubicBezTo>
                      <a:pt x="91667" y="72668"/>
                      <a:pt x="83272" y="81353"/>
                      <a:pt x="76861" y="92803"/>
                    </a:cubicBezTo>
                    <a:cubicBezTo>
                      <a:pt x="70418" y="104253"/>
                      <a:pt x="67229" y="117784"/>
                      <a:pt x="67229" y="133463"/>
                    </a:cubicBezTo>
                    <a:cubicBezTo>
                      <a:pt x="67229" y="149142"/>
                      <a:pt x="70451" y="162836"/>
                      <a:pt x="76861" y="174579"/>
                    </a:cubicBezTo>
                    <a:cubicBezTo>
                      <a:pt x="83272" y="186321"/>
                      <a:pt x="91732" y="195332"/>
                      <a:pt x="102243" y="201609"/>
                    </a:cubicBezTo>
                    <a:cubicBezTo>
                      <a:pt x="112754" y="207887"/>
                      <a:pt x="123948" y="211010"/>
                      <a:pt x="135858" y="211010"/>
                    </a:cubicBezTo>
                    <a:cubicBezTo>
                      <a:pt x="147768" y="211010"/>
                      <a:pt x="159515" y="207952"/>
                      <a:pt x="170188" y="201837"/>
                    </a:cubicBezTo>
                    <a:cubicBezTo>
                      <a:pt x="180829" y="195722"/>
                      <a:pt x="189290" y="186972"/>
                      <a:pt x="195570" y="175522"/>
                    </a:cubicBezTo>
                    <a:cubicBezTo>
                      <a:pt x="201851" y="164105"/>
                      <a:pt x="204975" y="150378"/>
                      <a:pt x="204975" y="134406"/>
                    </a:cubicBezTo>
                    <a:cubicBezTo>
                      <a:pt x="204975" y="118435"/>
                      <a:pt x="201851" y="104741"/>
                      <a:pt x="195570" y="93291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B1EAB3E2-25CA-DD19-033F-E5E94A7C3C70}"/>
                  </a:ext>
                </a:extLst>
              </p:cNvPr>
              <p:cNvSpPr/>
              <p:nvPr/>
            </p:nvSpPr>
            <p:spPr>
              <a:xfrm>
                <a:off x="5745011" y="2702180"/>
                <a:ext cx="248254" cy="347725"/>
              </a:xfrm>
              <a:custGeom>
                <a:avLst/>
                <a:gdLst>
                  <a:gd name="connsiteX0" fmla="*/ 199378 w 248254"/>
                  <a:gd name="connsiteY0" fmla="*/ 96576 h 347725"/>
                  <a:gd name="connsiteX1" fmla="*/ 235335 w 248254"/>
                  <a:gd name="connsiteY1" fmla="*/ 134634 h 347725"/>
                  <a:gd name="connsiteX2" fmla="*/ 248254 w 248254"/>
                  <a:gd name="connsiteY2" fmla="*/ 195006 h 347725"/>
                  <a:gd name="connsiteX3" fmla="*/ 248254 w 248254"/>
                  <a:gd name="connsiteY3" fmla="*/ 347726 h 347725"/>
                  <a:gd name="connsiteX4" fmla="*/ 182424 w 248254"/>
                  <a:gd name="connsiteY4" fmla="*/ 347726 h 347725"/>
                  <a:gd name="connsiteX5" fmla="*/ 182424 w 248254"/>
                  <a:gd name="connsiteY5" fmla="*/ 203919 h 347725"/>
                  <a:gd name="connsiteX6" fmla="*/ 166902 w 248254"/>
                  <a:gd name="connsiteY6" fmla="*/ 156233 h 347725"/>
                  <a:gd name="connsiteX7" fmla="*/ 124599 w 248254"/>
                  <a:gd name="connsiteY7" fmla="*/ 139546 h 347725"/>
                  <a:gd name="connsiteX8" fmla="*/ 81580 w 248254"/>
                  <a:gd name="connsiteY8" fmla="*/ 156233 h 347725"/>
                  <a:gd name="connsiteX9" fmla="*/ 65830 w 248254"/>
                  <a:gd name="connsiteY9" fmla="*/ 203919 h 347725"/>
                  <a:gd name="connsiteX10" fmla="*/ 65830 w 248254"/>
                  <a:gd name="connsiteY10" fmla="*/ 347726 h 347725"/>
                  <a:gd name="connsiteX11" fmla="*/ 0 w 248254"/>
                  <a:gd name="connsiteY11" fmla="*/ 347726 h 347725"/>
                  <a:gd name="connsiteX12" fmla="*/ 0 w 248254"/>
                  <a:gd name="connsiteY12" fmla="*/ 0 h 347725"/>
                  <a:gd name="connsiteX13" fmla="*/ 65830 w 248254"/>
                  <a:gd name="connsiteY13" fmla="*/ 0 h 347725"/>
                  <a:gd name="connsiteX14" fmla="*/ 65830 w 248254"/>
                  <a:gd name="connsiteY14" fmla="*/ 119834 h 347725"/>
                  <a:gd name="connsiteX15" fmla="*/ 99673 w 248254"/>
                  <a:gd name="connsiteY15" fmla="*/ 93291 h 347725"/>
                  <a:gd name="connsiteX16" fmla="*/ 146694 w 248254"/>
                  <a:gd name="connsiteY16" fmla="*/ 83662 h 347725"/>
                  <a:gd name="connsiteX17" fmla="*/ 199345 w 248254"/>
                  <a:gd name="connsiteY17" fmla="*/ 96576 h 3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48254" h="347725">
                    <a:moveTo>
                      <a:pt x="199378" y="96576"/>
                    </a:moveTo>
                    <a:cubicBezTo>
                      <a:pt x="214737" y="105196"/>
                      <a:pt x="226712" y="117882"/>
                      <a:pt x="235335" y="134634"/>
                    </a:cubicBezTo>
                    <a:cubicBezTo>
                      <a:pt x="243959" y="151386"/>
                      <a:pt x="248254" y="171521"/>
                      <a:pt x="248254" y="195006"/>
                    </a:cubicBezTo>
                    <a:lnTo>
                      <a:pt x="248254" y="347726"/>
                    </a:lnTo>
                    <a:lnTo>
                      <a:pt x="182424" y="347726"/>
                    </a:lnTo>
                    <a:lnTo>
                      <a:pt x="182424" y="203919"/>
                    </a:lnTo>
                    <a:cubicBezTo>
                      <a:pt x="182424" y="183231"/>
                      <a:pt x="177250" y="167357"/>
                      <a:pt x="166902" y="156233"/>
                    </a:cubicBezTo>
                    <a:cubicBezTo>
                      <a:pt x="156554" y="145108"/>
                      <a:pt x="142464" y="139546"/>
                      <a:pt x="124599" y="139546"/>
                    </a:cubicBezTo>
                    <a:cubicBezTo>
                      <a:pt x="106734" y="139546"/>
                      <a:pt x="92091" y="145108"/>
                      <a:pt x="81580" y="156233"/>
                    </a:cubicBezTo>
                    <a:cubicBezTo>
                      <a:pt x="71069" y="167357"/>
                      <a:pt x="65830" y="183264"/>
                      <a:pt x="65830" y="203919"/>
                    </a:cubicBezTo>
                    <a:lnTo>
                      <a:pt x="65830" y="347726"/>
                    </a:lnTo>
                    <a:lnTo>
                      <a:pt x="0" y="347726"/>
                    </a:lnTo>
                    <a:lnTo>
                      <a:pt x="0" y="0"/>
                    </a:lnTo>
                    <a:lnTo>
                      <a:pt x="65830" y="0"/>
                    </a:lnTo>
                    <a:lnTo>
                      <a:pt x="65830" y="119834"/>
                    </a:lnTo>
                    <a:cubicBezTo>
                      <a:pt x="74291" y="108546"/>
                      <a:pt x="85583" y="99699"/>
                      <a:pt x="99673" y="93291"/>
                    </a:cubicBezTo>
                    <a:cubicBezTo>
                      <a:pt x="113763" y="86883"/>
                      <a:pt x="129448" y="83662"/>
                      <a:pt x="146694" y="83662"/>
                    </a:cubicBezTo>
                    <a:cubicBezTo>
                      <a:pt x="166447" y="83662"/>
                      <a:pt x="183986" y="87989"/>
                      <a:pt x="199345" y="96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65306B53-E5F0-032B-AE56-C0B5A6D90F4B}"/>
                  </a:ext>
                </a:extLst>
              </p:cNvPr>
              <p:cNvSpPr/>
              <p:nvPr/>
            </p:nvSpPr>
            <p:spPr>
              <a:xfrm>
                <a:off x="6039831" y="2725275"/>
                <a:ext cx="155578" cy="324695"/>
              </a:xfrm>
              <a:custGeom>
                <a:avLst/>
                <a:gdLst>
                  <a:gd name="connsiteX0" fmla="*/ 97297 w 155578"/>
                  <a:gd name="connsiteY0" fmla="*/ 118370 h 324695"/>
                  <a:gd name="connsiteX1" fmla="*/ 97297 w 155578"/>
                  <a:gd name="connsiteY1" fmla="*/ 244319 h 324695"/>
                  <a:gd name="connsiteX2" fmla="*/ 103643 w 155578"/>
                  <a:gd name="connsiteY2" fmla="*/ 263348 h 324695"/>
                  <a:gd name="connsiteX3" fmla="*/ 125022 w 155578"/>
                  <a:gd name="connsiteY3" fmla="*/ 269235 h 324695"/>
                  <a:gd name="connsiteX4" fmla="*/ 155578 w 155578"/>
                  <a:gd name="connsiteY4" fmla="*/ 269235 h 324695"/>
                  <a:gd name="connsiteX5" fmla="*/ 155578 w 155578"/>
                  <a:gd name="connsiteY5" fmla="*/ 324696 h 324695"/>
                  <a:gd name="connsiteX6" fmla="*/ 114218 w 155578"/>
                  <a:gd name="connsiteY6" fmla="*/ 324696 h 324695"/>
                  <a:gd name="connsiteX7" fmla="*/ 31012 w 155578"/>
                  <a:gd name="connsiteY7" fmla="*/ 243863 h 324695"/>
                  <a:gd name="connsiteX8" fmla="*/ 31012 w 155578"/>
                  <a:gd name="connsiteY8" fmla="*/ 118402 h 324695"/>
                  <a:gd name="connsiteX9" fmla="*/ 0 w 155578"/>
                  <a:gd name="connsiteY9" fmla="*/ 118402 h 324695"/>
                  <a:gd name="connsiteX10" fmla="*/ 0 w 155578"/>
                  <a:gd name="connsiteY10" fmla="*/ 64373 h 324695"/>
                  <a:gd name="connsiteX11" fmla="*/ 31012 w 155578"/>
                  <a:gd name="connsiteY11" fmla="*/ 64373 h 324695"/>
                  <a:gd name="connsiteX12" fmla="*/ 31012 w 155578"/>
                  <a:gd name="connsiteY12" fmla="*/ 0 h 324695"/>
                  <a:gd name="connsiteX13" fmla="*/ 97297 w 155578"/>
                  <a:gd name="connsiteY13" fmla="*/ 0 h 324695"/>
                  <a:gd name="connsiteX14" fmla="*/ 97297 w 155578"/>
                  <a:gd name="connsiteY14" fmla="*/ 64373 h 324695"/>
                  <a:gd name="connsiteX15" fmla="*/ 155578 w 155578"/>
                  <a:gd name="connsiteY15" fmla="*/ 64373 h 324695"/>
                  <a:gd name="connsiteX16" fmla="*/ 155578 w 155578"/>
                  <a:gd name="connsiteY16" fmla="*/ 118402 h 324695"/>
                  <a:gd name="connsiteX17" fmla="*/ 97297 w 155578"/>
                  <a:gd name="connsiteY17" fmla="*/ 118402 h 324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5578" h="324695">
                    <a:moveTo>
                      <a:pt x="97297" y="118370"/>
                    </a:moveTo>
                    <a:lnTo>
                      <a:pt x="97297" y="244319"/>
                    </a:lnTo>
                    <a:cubicBezTo>
                      <a:pt x="97297" y="253101"/>
                      <a:pt x="99412" y="259444"/>
                      <a:pt x="103643" y="263348"/>
                    </a:cubicBezTo>
                    <a:cubicBezTo>
                      <a:pt x="107873" y="267284"/>
                      <a:pt x="114999" y="269235"/>
                      <a:pt x="125022" y="269235"/>
                    </a:cubicBezTo>
                    <a:lnTo>
                      <a:pt x="155578" y="269235"/>
                    </a:lnTo>
                    <a:lnTo>
                      <a:pt x="155578" y="324696"/>
                    </a:lnTo>
                    <a:lnTo>
                      <a:pt x="114218" y="324696"/>
                    </a:lnTo>
                    <a:cubicBezTo>
                      <a:pt x="58736" y="324696"/>
                      <a:pt x="31012" y="297763"/>
                      <a:pt x="31012" y="243863"/>
                    </a:cubicBezTo>
                    <a:lnTo>
                      <a:pt x="31012" y="118402"/>
                    </a:lnTo>
                    <a:lnTo>
                      <a:pt x="0" y="118402"/>
                    </a:lnTo>
                    <a:lnTo>
                      <a:pt x="0" y="64373"/>
                    </a:lnTo>
                    <a:lnTo>
                      <a:pt x="31012" y="64373"/>
                    </a:lnTo>
                    <a:lnTo>
                      <a:pt x="31012" y="0"/>
                    </a:lnTo>
                    <a:lnTo>
                      <a:pt x="97297" y="0"/>
                    </a:lnTo>
                    <a:lnTo>
                      <a:pt x="97297" y="64373"/>
                    </a:lnTo>
                    <a:lnTo>
                      <a:pt x="155578" y="64373"/>
                    </a:lnTo>
                    <a:lnTo>
                      <a:pt x="155578" y="118402"/>
                    </a:lnTo>
                    <a:lnTo>
                      <a:pt x="97297" y="118402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AC7426B8-6869-E476-4FD6-5A905DDF4486}"/>
                  </a:ext>
                </a:extLst>
              </p:cNvPr>
              <p:cNvSpPr/>
              <p:nvPr/>
            </p:nvSpPr>
            <p:spPr>
              <a:xfrm>
                <a:off x="6230683" y="2785354"/>
                <a:ext cx="259025" cy="268812"/>
              </a:xfrm>
              <a:custGeom>
                <a:avLst/>
                <a:gdLst>
                  <a:gd name="connsiteX0" fmla="*/ 257138 w 259025"/>
                  <a:gd name="connsiteY0" fmla="*/ 154151 h 268812"/>
                  <a:gd name="connsiteX1" fmla="*/ 66741 w 259025"/>
                  <a:gd name="connsiteY1" fmla="*/ 154151 h 268812"/>
                  <a:gd name="connsiteX2" fmla="*/ 86493 w 259025"/>
                  <a:gd name="connsiteY2" fmla="*/ 198324 h 268812"/>
                  <a:gd name="connsiteX3" fmla="*/ 129285 w 259025"/>
                  <a:gd name="connsiteY3" fmla="*/ 214295 h 268812"/>
                  <a:gd name="connsiteX4" fmla="*/ 181480 w 259025"/>
                  <a:gd name="connsiteY4" fmla="*/ 182808 h 268812"/>
                  <a:gd name="connsiteX5" fmla="*/ 252452 w 259025"/>
                  <a:gd name="connsiteY5" fmla="*/ 182808 h 268812"/>
                  <a:gd name="connsiteX6" fmla="*/ 209205 w 259025"/>
                  <a:gd name="connsiteY6" fmla="*/ 244612 h 268812"/>
                  <a:gd name="connsiteX7" fmla="*/ 130684 w 259025"/>
                  <a:gd name="connsiteY7" fmla="*/ 268813 h 268812"/>
                  <a:gd name="connsiteX8" fmla="*/ 63227 w 259025"/>
                  <a:gd name="connsiteY8" fmla="*/ 252126 h 268812"/>
                  <a:gd name="connsiteX9" fmla="*/ 16693 w 259025"/>
                  <a:gd name="connsiteY9" fmla="*/ 204895 h 268812"/>
                  <a:gd name="connsiteX10" fmla="*/ 0 w 259025"/>
                  <a:gd name="connsiteY10" fmla="*/ 134406 h 268812"/>
                  <a:gd name="connsiteX11" fmla="*/ 16465 w 259025"/>
                  <a:gd name="connsiteY11" fmla="*/ 63462 h 268812"/>
                  <a:gd name="connsiteX12" fmla="*/ 62543 w 259025"/>
                  <a:gd name="connsiteY12" fmla="*/ 16459 h 268812"/>
                  <a:gd name="connsiteX13" fmla="*/ 130717 w 259025"/>
                  <a:gd name="connsiteY13" fmla="*/ 0 h 268812"/>
                  <a:gd name="connsiteX14" fmla="*/ 197230 w 259025"/>
                  <a:gd name="connsiteY14" fmla="*/ 15971 h 268812"/>
                  <a:gd name="connsiteX15" fmla="*/ 242820 w 259025"/>
                  <a:gd name="connsiteY15" fmla="*/ 61316 h 268812"/>
                  <a:gd name="connsiteX16" fmla="*/ 259025 w 259025"/>
                  <a:gd name="connsiteY16" fmla="*/ 128746 h 268812"/>
                  <a:gd name="connsiteX17" fmla="*/ 257138 w 259025"/>
                  <a:gd name="connsiteY17" fmla="*/ 154118 h 268812"/>
                  <a:gd name="connsiteX18" fmla="*/ 190852 w 259025"/>
                  <a:gd name="connsiteY18" fmla="*/ 109978 h 268812"/>
                  <a:gd name="connsiteX19" fmla="*/ 172532 w 259025"/>
                  <a:gd name="connsiteY19" fmla="*/ 69318 h 268812"/>
                  <a:gd name="connsiteX20" fmla="*/ 128797 w 259025"/>
                  <a:gd name="connsiteY20" fmla="*/ 54062 h 268812"/>
                  <a:gd name="connsiteX21" fmla="*/ 87665 w 259025"/>
                  <a:gd name="connsiteY21" fmla="*/ 68862 h 268812"/>
                  <a:gd name="connsiteX22" fmla="*/ 67230 w 259025"/>
                  <a:gd name="connsiteY22" fmla="*/ 109978 h 268812"/>
                  <a:gd name="connsiteX23" fmla="*/ 190852 w 259025"/>
                  <a:gd name="connsiteY23" fmla="*/ 109978 h 268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9025" h="268812">
                    <a:moveTo>
                      <a:pt x="257138" y="154151"/>
                    </a:moveTo>
                    <a:lnTo>
                      <a:pt x="66741" y="154151"/>
                    </a:lnTo>
                    <a:cubicBezTo>
                      <a:pt x="68303" y="172952"/>
                      <a:pt x="74877" y="187687"/>
                      <a:pt x="86493" y="198324"/>
                    </a:cubicBezTo>
                    <a:cubicBezTo>
                      <a:pt x="98078" y="208961"/>
                      <a:pt x="112364" y="214295"/>
                      <a:pt x="129285" y="214295"/>
                    </a:cubicBezTo>
                    <a:cubicBezTo>
                      <a:pt x="153723" y="214295"/>
                      <a:pt x="171132" y="203789"/>
                      <a:pt x="181480" y="182808"/>
                    </a:cubicBezTo>
                    <a:lnTo>
                      <a:pt x="252452" y="182808"/>
                    </a:lnTo>
                    <a:cubicBezTo>
                      <a:pt x="244935" y="207887"/>
                      <a:pt x="230519" y="228478"/>
                      <a:pt x="209205" y="244612"/>
                    </a:cubicBezTo>
                    <a:cubicBezTo>
                      <a:pt x="187891" y="260746"/>
                      <a:pt x="161728" y="268813"/>
                      <a:pt x="130684" y="268813"/>
                    </a:cubicBezTo>
                    <a:cubicBezTo>
                      <a:pt x="105595" y="268813"/>
                      <a:pt x="83109" y="263250"/>
                      <a:pt x="63227" y="252126"/>
                    </a:cubicBezTo>
                    <a:cubicBezTo>
                      <a:pt x="43312" y="241001"/>
                      <a:pt x="27823" y="225257"/>
                      <a:pt x="16693" y="204895"/>
                    </a:cubicBezTo>
                    <a:cubicBezTo>
                      <a:pt x="5564" y="184532"/>
                      <a:pt x="0" y="161047"/>
                      <a:pt x="0" y="134406"/>
                    </a:cubicBezTo>
                    <a:cubicBezTo>
                      <a:pt x="0" y="107766"/>
                      <a:pt x="5467" y="83825"/>
                      <a:pt x="16465" y="63462"/>
                    </a:cubicBezTo>
                    <a:cubicBezTo>
                      <a:pt x="27432" y="43100"/>
                      <a:pt x="42791" y="27454"/>
                      <a:pt x="62543" y="16459"/>
                    </a:cubicBezTo>
                    <a:cubicBezTo>
                      <a:pt x="82296" y="5497"/>
                      <a:pt x="105009" y="0"/>
                      <a:pt x="130717" y="0"/>
                    </a:cubicBezTo>
                    <a:cubicBezTo>
                      <a:pt x="156424" y="0"/>
                      <a:pt x="177640" y="5335"/>
                      <a:pt x="197230" y="15971"/>
                    </a:cubicBezTo>
                    <a:cubicBezTo>
                      <a:pt x="216820" y="26608"/>
                      <a:pt x="232016" y="41734"/>
                      <a:pt x="242820" y="61316"/>
                    </a:cubicBezTo>
                    <a:cubicBezTo>
                      <a:pt x="253623" y="80898"/>
                      <a:pt x="259025" y="103374"/>
                      <a:pt x="259025" y="128746"/>
                    </a:cubicBezTo>
                    <a:cubicBezTo>
                      <a:pt x="259025" y="138147"/>
                      <a:pt x="258407" y="146604"/>
                      <a:pt x="257138" y="154118"/>
                    </a:cubicBezTo>
                    <a:close/>
                    <a:moveTo>
                      <a:pt x="190852" y="109978"/>
                    </a:moveTo>
                    <a:cubicBezTo>
                      <a:pt x="190527" y="93063"/>
                      <a:pt x="184409" y="79499"/>
                      <a:pt x="172532" y="69318"/>
                    </a:cubicBezTo>
                    <a:cubicBezTo>
                      <a:pt x="160622" y="59136"/>
                      <a:pt x="146043" y="54062"/>
                      <a:pt x="128797" y="54062"/>
                    </a:cubicBezTo>
                    <a:cubicBezTo>
                      <a:pt x="112494" y="54062"/>
                      <a:pt x="98794" y="59006"/>
                      <a:pt x="87665" y="68862"/>
                    </a:cubicBezTo>
                    <a:cubicBezTo>
                      <a:pt x="76536" y="78718"/>
                      <a:pt x="69735" y="92445"/>
                      <a:pt x="67230" y="109978"/>
                    </a:cubicBezTo>
                    <a:lnTo>
                      <a:pt x="190852" y="10997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256BF87-5E08-15DB-CCBA-50B7D009D91D}"/>
                  </a:ext>
                </a:extLst>
              </p:cNvPr>
              <p:cNvSpPr/>
              <p:nvPr/>
            </p:nvSpPr>
            <p:spPr>
              <a:xfrm>
                <a:off x="6542294" y="2785842"/>
                <a:ext cx="145750" cy="264095"/>
              </a:xfrm>
              <a:custGeom>
                <a:avLst/>
                <a:gdLst>
                  <a:gd name="connsiteX0" fmla="*/ 98989 w 145750"/>
                  <a:gd name="connsiteY0" fmla="*/ 11743 h 264095"/>
                  <a:gd name="connsiteX1" fmla="*/ 145751 w 145750"/>
                  <a:gd name="connsiteY1" fmla="*/ 0 h 264095"/>
                  <a:gd name="connsiteX2" fmla="*/ 145751 w 145750"/>
                  <a:gd name="connsiteY2" fmla="*/ 69090 h 264095"/>
                  <a:gd name="connsiteX3" fmla="*/ 128341 w 145750"/>
                  <a:gd name="connsiteY3" fmla="*/ 69090 h 264095"/>
                  <a:gd name="connsiteX4" fmla="*/ 81580 w 145750"/>
                  <a:gd name="connsiteY4" fmla="*/ 83662 h 264095"/>
                  <a:gd name="connsiteX5" fmla="*/ 65830 w 145750"/>
                  <a:gd name="connsiteY5" fmla="*/ 134406 h 264095"/>
                  <a:gd name="connsiteX6" fmla="*/ 65830 w 145750"/>
                  <a:gd name="connsiteY6" fmla="*/ 264096 h 264095"/>
                  <a:gd name="connsiteX7" fmla="*/ 0 w 145750"/>
                  <a:gd name="connsiteY7" fmla="*/ 264096 h 264095"/>
                  <a:gd name="connsiteX8" fmla="*/ 0 w 145750"/>
                  <a:gd name="connsiteY8" fmla="*/ 3773 h 264095"/>
                  <a:gd name="connsiteX9" fmla="*/ 65830 w 145750"/>
                  <a:gd name="connsiteY9" fmla="*/ 3773 h 264095"/>
                  <a:gd name="connsiteX10" fmla="*/ 65830 w 145750"/>
                  <a:gd name="connsiteY10" fmla="*/ 44173 h 264095"/>
                  <a:gd name="connsiteX11" fmla="*/ 98989 w 145750"/>
                  <a:gd name="connsiteY11" fmla="*/ 11743 h 26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750" h="264095">
                    <a:moveTo>
                      <a:pt x="98989" y="11743"/>
                    </a:moveTo>
                    <a:cubicBezTo>
                      <a:pt x="112624" y="3903"/>
                      <a:pt x="128211" y="0"/>
                      <a:pt x="145751" y="0"/>
                    </a:cubicBezTo>
                    <a:lnTo>
                      <a:pt x="145751" y="69090"/>
                    </a:lnTo>
                    <a:lnTo>
                      <a:pt x="128341" y="69090"/>
                    </a:lnTo>
                    <a:cubicBezTo>
                      <a:pt x="107645" y="69090"/>
                      <a:pt x="92058" y="73936"/>
                      <a:pt x="81580" y="83662"/>
                    </a:cubicBezTo>
                    <a:cubicBezTo>
                      <a:pt x="71069" y="93388"/>
                      <a:pt x="65830" y="110303"/>
                      <a:pt x="65830" y="134406"/>
                    </a:cubicBezTo>
                    <a:lnTo>
                      <a:pt x="65830" y="264096"/>
                    </a:lnTo>
                    <a:lnTo>
                      <a:pt x="0" y="264096"/>
                    </a:lnTo>
                    <a:lnTo>
                      <a:pt x="0" y="3773"/>
                    </a:lnTo>
                    <a:lnTo>
                      <a:pt x="65830" y="3773"/>
                    </a:lnTo>
                    <a:lnTo>
                      <a:pt x="65830" y="44173"/>
                    </a:lnTo>
                    <a:cubicBezTo>
                      <a:pt x="74291" y="30381"/>
                      <a:pt x="85355" y="19582"/>
                      <a:pt x="98989" y="1174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C4F0DD09-9B26-6DDA-9CEF-0B77E9E7C97E}"/>
                  </a:ext>
                </a:extLst>
              </p:cNvPr>
              <p:cNvSpPr/>
              <p:nvPr/>
            </p:nvSpPr>
            <p:spPr>
              <a:xfrm>
                <a:off x="4783656" y="3191826"/>
                <a:ext cx="240705" cy="328013"/>
              </a:xfrm>
              <a:custGeom>
                <a:avLst/>
                <a:gdLst>
                  <a:gd name="connsiteX0" fmla="*/ 240705 w 240705"/>
                  <a:gd name="connsiteY0" fmla="*/ 0 h 328013"/>
                  <a:gd name="connsiteX1" fmla="*/ 240705 w 240705"/>
                  <a:gd name="connsiteY1" fmla="*/ 53118 h 328013"/>
                  <a:gd name="connsiteX2" fmla="*/ 153268 w 240705"/>
                  <a:gd name="connsiteY2" fmla="*/ 53118 h 328013"/>
                  <a:gd name="connsiteX3" fmla="*/ 153268 w 240705"/>
                  <a:gd name="connsiteY3" fmla="*/ 328014 h 328013"/>
                  <a:gd name="connsiteX4" fmla="*/ 87437 w 240705"/>
                  <a:gd name="connsiteY4" fmla="*/ 328014 h 328013"/>
                  <a:gd name="connsiteX5" fmla="*/ 87437 w 240705"/>
                  <a:gd name="connsiteY5" fmla="*/ 53118 h 328013"/>
                  <a:gd name="connsiteX6" fmla="*/ 0 w 240705"/>
                  <a:gd name="connsiteY6" fmla="*/ 53118 h 328013"/>
                  <a:gd name="connsiteX7" fmla="*/ 0 w 240705"/>
                  <a:gd name="connsiteY7" fmla="*/ 0 h 328013"/>
                  <a:gd name="connsiteX8" fmla="*/ 240705 w 240705"/>
                  <a:gd name="connsiteY8" fmla="*/ 0 h 328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0705" h="328013">
                    <a:moveTo>
                      <a:pt x="240705" y="0"/>
                    </a:moveTo>
                    <a:lnTo>
                      <a:pt x="240705" y="53118"/>
                    </a:lnTo>
                    <a:lnTo>
                      <a:pt x="153268" y="53118"/>
                    </a:lnTo>
                    <a:lnTo>
                      <a:pt x="153268" y="328014"/>
                    </a:lnTo>
                    <a:lnTo>
                      <a:pt x="87437" y="328014"/>
                    </a:lnTo>
                    <a:lnTo>
                      <a:pt x="87437" y="53118"/>
                    </a:lnTo>
                    <a:lnTo>
                      <a:pt x="0" y="53118"/>
                    </a:lnTo>
                    <a:lnTo>
                      <a:pt x="0" y="0"/>
                    </a:lnTo>
                    <a:lnTo>
                      <a:pt x="240705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75D6B2B9-3943-854B-F3C1-90F623E8D35A}"/>
                  </a:ext>
                </a:extLst>
              </p:cNvPr>
              <p:cNvSpPr/>
              <p:nvPr/>
            </p:nvSpPr>
            <p:spPr>
              <a:xfrm>
                <a:off x="5013557" y="3255256"/>
                <a:ext cx="268006" cy="268812"/>
              </a:xfrm>
              <a:custGeom>
                <a:avLst/>
                <a:gdLst>
                  <a:gd name="connsiteX0" fmla="*/ 64398 w 268006"/>
                  <a:gd name="connsiteY0" fmla="*/ 252126 h 268812"/>
                  <a:gd name="connsiteX1" fmla="*/ 17149 w 268006"/>
                  <a:gd name="connsiteY1" fmla="*/ 204895 h 268812"/>
                  <a:gd name="connsiteX2" fmla="*/ 0 w 268006"/>
                  <a:gd name="connsiteY2" fmla="*/ 134406 h 268812"/>
                  <a:gd name="connsiteX3" fmla="*/ 17637 w 268006"/>
                  <a:gd name="connsiteY3" fmla="*/ 63918 h 268812"/>
                  <a:gd name="connsiteX4" fmla="*/ 65830 w 268006"/>
                  <a:gd name="connsiteY4" fmla="*/ 16687 h 268812"/>
                  <a:gd name="connsiteX5" fmla="*/ 134003 w 268006"/>
                  <a:gd name="connsiteY5" fmla="*/ 0 h 268812"/>
                  <a:gd name="connsiteX6" fmla="*/ 202176 w 268006"/>
                  <a:gd name="connsiteY6" fmla="*/ 16687 h 268812"/>
                  <a:gd name="connsiteX7" fmla="*/ 250370 w 268006"/>
                  <a:gd name="connsiteY7" fmla="*/ 63918 h 268812"/>
                  <a:gd name="connsiteX8" fmla="*/ 268006 w 268006"/>
                  <a:gd name="connsiteY8" fmla="*/ 134406 h 268812"/>
                  <a:gd name="connsiteX9" fmla="*/ 249914 w 268006"/>
                  <a:gd name="connsiteY9" fmla="*/ 204895 h 268812"/>
                  <a:gd name="connsiteX10" fmla="*/ 201038 w 268006"/>
                  <a:gd name="connsiteY10" fmla="*/ 252126 h 268812"/>
                  <a:gd name="connsiteX11" fmla="*/ 132181 w 268006"/>
                  <a:gd name="connsiteY11" fmla="*/ 268813 h 268812"/>
                  <a:gd name="connsiteX12" fmla="*/ 64496 w 268006"/>
                  <a:gd name="connsiteY12" fmla="*/ 252126 h 268812"/>
                  <a:gd name="connsiteX13" fmla="*/ 165698 w 268006"/>
                  <a:gd name="connsiteY13" fmla="*/ 202780 h 268812"/>
                  <a:gd name="connsiteX14" fmla="*/ 190852 w 268006"/>
                  <a:gd name="connsiteY14" fmla="*/ 176693 h 268812"/>
                  <a:gd name="connsiteX15" fmla="*/ 200257 w 268006"/>
                  <a:gd name="connsiteY15" fmla="*/ 134406 h 268812"/>
                  <a:gd name="connsiteX16" fmla="*/ 180732 w 268006"/>
                  <a:gd name="connsiteY16" fmla="*/ 77319 h 268812"/>
                  <a:gd name="connsiteX17" fmla="*/ 133027 w 268006"/>
                  <a:gd name="connsiteY17" fmla="*/ 57347 h 268812"/>
                  <a:gd name="connsiteX18" fmla="*/ 85778 w 268006"/>
                  <a:gd name="connsiteY18" fmla="*/ 77319 h 268812"/>
                  <a:gd name="connsiteX19" fmla="*/ 66741 w 268006"/>
                  <a:gd name="connsiteY19" fmla="*/ 134406 h 268812"/>
                  <a:gd name="connsiteX20" fmla="*/ 85322 w 268006"/>
                  <a:gd name="connsiteY20" fmla="*/ 191493 h 268812"/>
                  <a:gd name="connsiteX21" fmla="*/ 132083 w 268006"/>
                  <a:gd name="connsiteY21" fmla="*/ 211465 h 268812"/>
                  <a:gd name="connsiteX22" fmla="*/ 165698 w 268006"/>
                  <a:gd name="connsiteY22" fmla="*/ 202780 h 268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68006" h="268812">
                    <a:moveTo>
                      <a:pt x="64398" y="252126"/>
                    </a:moveTo>
                    <a:cubicBezTo>
                      <a:pt x="44353" y="241001"/>
                      <a:pt x="28604" y="225257"/>
                      <a:pt x="17149" y="204895"/>
                    </a:cubicBezTo>
                    <a:cubicBezTo>
                      <a:pt x="5695" y="184532"/>
                      <a:pt x="0" y="161047"/>
                      <a:pt x="0" y="134406"/>
                    </a:cubicBezTo>
                    <a:cubicBezTo>
                      <a:pt x="0" y="107766"/>
                      <a:pt x="5890" y="84280"/>
                      <a:pt x="17637" y="63918"/>
                    </a:cubicBezTo>
                    <a:cubicBezTo>
                      <a:pt x="29384" y="43555"/>
                      <a:pt x="45459" y="27812"/>
                      <a:pt x="65830" y="16687"/>
                    </a:cubicBezTo>
                    <a:cubicBezTo>
                      <a:pt x="86201" y="5562"/>
                      <a:pt x="108914" y="0"/>
                      <a:pt x="134003" y="0"/>
                    </a:cubicBezTo>
                    <a:cubicBezTo>
                      <a:pt x="159092" y="0"/>
                      <a:pt x="181806" y="5562"/>
                      <a:pt x="202176" y="16687"/>
                    </a:cubicBezTo>
                    <a:cubicBezTo>
                      <a:pt x="222547" y="27812"/>
                      <a:pt x="238622" y="43555"/>
                      <a:pt x="250370" y="63918"/>
                    </a:cubicBezTo>
                    <a:cubicBezTo>
                      <a:pt x="262117" y="84280"/>
                      <a:pt x="268006" y="107798"/>
                      <a:pt x="268006" y="134406"/>
                    </a:cubicBezTo>
                    <a:cubicBezTo>
                      <a:pt x="268006" y="161014"/>
                      <a:pt x="261954" y="184532"/>
                      <a:pt x="249914" y="204895"/>
                    </a:cubicBezTo>
                    <a:cubicBezTo>
                      <a:pt x="237841" y="225257"/>
                      <a:pt x="221538" y="241001"/>
                      <a:pt x="201038" y="252126"/>
                    </a:cubicBezTo>
                    <a:cubicBezTo>
                      <a:pt x="180504" y="263250"/>
                      <a:pt x="157563" y="268813"/>
                      <a:pt x="132181" y="268813"/>
                    </a:cubicBezTo>
                    <a:cubicBezTo>
                      <a:pt x="106799" y="268813"/>
                      <a:pt x="84541" y="263250"/>
                      <a:pt x="64496" y="252126"/>
                    </a:cubicBezTo>
                    <a:close/>
                    <a:moveTo>
                      <a:pt x="165698" y="202780"/>
                    </a:moveTo>
                    <a:cubicBezTo>
                      <a:pt x="176209" y="196990"/>
                      <a:pt x="184572" y="188305"/>
                      <a:pt x="190852" y="176693"/>
                    </a:cubicBezTo>
                    <a:cubicBezTo>
                      <a:pt x="197133" y="165113"/>
                      <a:pt x="200257" y="150996"/>
                      <a:pt x="200257" y="134406"/>
                    </a:cubicBezTo>
                    <a:cubicBezTo>
                      <a:pt x="200257" y="109652"/>
                      <a:pt x="193748" y="90623"/>
                      <a:pt x="180732" y="77319"/>
                    </a:cubicBezTo>
                    <a:cubicBezTo>
                      <a:pt x="167716" y="64015"/>
                      <a:pt x="151836" y="57347"/>
                      <a:pt x="133027" y="57347"/>
                    </a:cubicBezTo>
                    <a:cubicBezTo>
                      <a:pt x="114218" y="57347"/>
                      <a:pt x="98469" y="64015"/>
                      <a:pt x="85778" y="77319"/>
                    </a:cubicBezTo>
                    <a:cubicBezTo>
                      <a:pt x="73087" y="90623"/>
                      <a:pt x="66741" y="109685"/>
                      <a:pt x="66741" y="134406"/>
                    </a:cubicBezTo>
                    <a:cubicBezTo>
                      <a:pt x="66741" y="159128"/>
                      <a:pt x="72924" y="178189"/>
                      <a:pt x="85322" y="191493"/>
                    </a:cubicBezTo>
                    <a:cubicBezTo>
                      <a:pt x="97688" y="204797"/>
                      <a:pt x="113307" y="211465"/>
                      <a:pt x="132083" y="211465"/>
                    </a:cubicBezTo>
                    <a:cubicBezTo>
                      <a:pt x="143993" y="211465"/>
                      <a:pt x="155188" y="208570"/>
                      <a:pt x="165698" y="202780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1324CB79-CEA3-5155-3854-94FE55E85696}"/>
                  </a:ext>
                </a:extLst>
              </p:cNvPr>
              <p:cNvSpPr/>
              <p:nvPr/>
            </p:nvSpPr>
            <p:spPr>
              <a:xfrm>
                <a:off x="5317684" y="3255288"/>
                <a:ext cx="271260" cy="392842"/>
              </a:xfrm>
              <a:custGeom>
                <a:avLst/>
                <a:gdLst>
                  <a:gd name="connsiteX0" fmla="*/ 170189 w 271260"/>
                  <a:gd name="connsiteY0" fmla="*/ 11515 h 392842"/>
                  <a:gd name="connsiteX1" fmla="*/ 204975 w 271260"/>
                  <a:gd name="connsiteY1" fmla="*/ 41343 h 392842"/>
                  <a:gd name="connsiteX2" fmla="*/ 204975 w 271260"/>
                  <a:gd name="connsiteY2" fmla="*/ 4229 h 392842"/>
                  <a:gd name="connsiteX3" fmla="*/ 271261 w 271260"/>
                  <a:gd name="connsiteY3" fmla="*/ 4229 h 392842"/>
                  <a:gd name="connsiteX4" fmla="*/ 271261 w 271260"/>
                  <a:gd name="connsiteY4" fmla="*/ 266438 h 392842"/>
                  <a:gd name="connsiteX5" fmla="*/ 256682 w 271260"/>
                  <a:gd name="connsiteY5" fmla="*/ 331039 h 392842"/>
                  <a:gd name="connsiteX6" fmla="*/ 212948 w 271260"/>
                  <a:gd name="connsiteY6" fmla="*/ 376156 h 392842"/>
                  <a:gd name="connsiteX7" fmla="*/ 142431 w 271260"/>
                  <a:gd name="connsiteY7" fmla="*/ 392842 h 392842"/>
                  <a:gd name="connsiteX8" fmla="*/ 51480 w 271260"/>
                  <a:gd name="connsiteY8" fmla="*/ 366983 h 392842"/>
                  <a:gd name="connsiteX9" fmla="*/ 11292 w 271260"/>
                  <a:gd name="connsiteY9" fmla="*/ 296494 h 392842"/>
                  <a:gd name="connsiteX10" fmla="*/ 76634 w 271260"/>
                  <a:gd name="connsiteY10" fmla="*/ 296494 h 392842"/>
                  <a:gd name="connsiteX11" fmla="*/ 98957 w 271260"/>
                  <a:gd name="connsiteY11" fmla="*/ 324924 h 392842"/>
                  <a:gd name="connsiteX12" fmla="*/ 140577 w 271260"/>
                  <a:gd name="connsiteY12" fmla="*/ 335495 h 392842"/>
                  <a:gd name="connsiteX13" fmla="*/ 187110 w 271260"/>
                  <a:gd name="connsiteY13" fmla="*/ 318353 h 392842"/>
                  <a:gd name="connsiteX14" fmla="*/ 204975 w 271260"/>
                  <a:gd name="connsiteY14" fmla="*/ 266438 h 392842"/>
                  <a:gd name="connsiteX15" fmla="*/ 204975 w 271260"/>
                  <a:gd name="connsiteY15" fmla="*/ 226038 h 392842"/>
                  <a:gd name="connsiteX16" fmla="*/ 169961 w 271260"/>
                  <a:gd name="connsiteY16" fmla="*/ 256582 h 392842"/>
                  <a:gd name="connsiteX17" fmla="*/ 118937 w 271260"/>
                  <a:gd name="connsiteY17" fmla="*/ 268813 h 392842"/>
                  <a:gd name="connsiteX18" fmla="*/ 58769 w 271260"/>
                  <a:gd name="connsiteY18" fmla="*/ 251898 h 392842"/>
                  <a:gd name="connsiteX19" fmla="*/ 15750 w 271260"/>
                  <a:gd name="connsiteY19" fmla="*/ 204212 h 392842"/>
                  <a:gd name="connsiteX20" fmla="*/ 0 w 271260"/>
                  <a:gd name="connsiteY20" fmla="*/ 133496 h 392842"/>
                  <a:gd name="connsiteX21" fmla="*/ 15750 w 271260"/>
                  <a:gd name="connsiteY21" fmla="*/ 63462 h 392842"/>
                  <a:gd name="connsiteX22" fmla="*/ 58541 w 271260"/>
                  <a:gd name="connsiteY22" fmla="*/ 16459 h 392842"/>
                  <a:gd name="connsiteX23" fmla="*/ 118937 w 271260"/>
                  <a:gd name="connsiteY23" fmla="*/ 0 h 392842"/>
                  <a:gd name="connsiteX24" fmla="*/ 170189 w 271260"/>
                  <a:gd name="connsiteY24" fmla="*/ 11515 h 392842"/>
                  <a:gd name="connsiteX25" fmla="*/ 195571 w 271260"/>
                  <a:gd name="connsiteY25" fmla="*/ 93258 h 392842"/>
                  <a:gd name="connsiteX26" fmla="*/ 170189 w 271260"/>
                  <a:gd name="connsiteY26" fmla="*/ 66943 h 392842"/>
                  <a:gd name="connsiteX27" fmla="*/ 135858 w 271260"/>
                  <a:gd name="connsiteY27" fmla="*/ 57770 h 392842"/>
                  <a:gd name="connsiteX28" fmla="*/ 102016 w 271260"/>
                  <a:gd name="connsiteY28" fmla="*/ 66683 h 392842"/>
                  <a:gd name="connsiteX29" fmla="*/ 76862 w 271260"/>
                  <a:gd name="connsiteY29" fmla="*/ 92770 h 392842"/>
                  <a:gd name="connsiteX30" fmla="*/ 67230 w 271260"/>
                  <a:gd name="connsiteY30" fmla="*/ 133431 h 392842"/>
                  <a:gd name="connsiteX31" fmla="*/ 76862 w 271260"/>
                  <a:gd name="connsiteY31" fmla="*/ 174546 h 392842"/>
                  <a:gd name="connsiteX32" fmla="*/ 102244 w 271260"/>
                  <a:gd name="connsiteY32" fmla="*/ 201577 h 392842"/>
                  <a:gd name="connsiteX33" fmla="*/ 135858 w 271260"/>
                  <a:gd name="connsiteY33" fmla="*/ 210978 h 392842"/>
                  <a:gd name="connsiteX34" fmla="*/ 170189 w 271260"/>
                  <a:gd name="connsiteY34" fmla="*/ 201805 h 392842"/>
                  <a:gd name="connsiteX35" fmla="*/ 195571 w 271260"/>
                  <a:gd name="connsiteY35" fmla="*/ 175489 h 392842"/>
                  <a:gd name="connsiteX36" fmla="*/ 204975 w 271260"/>
                  <a:gd name="connsiteY36" fmla="*/ 134374 h 392842"/>
                  <a:gd name="connsiteX37" fmla="*/ 195571 w 271260"/>
                  <a:gd name="connsiteY37" fmla="*/ 93258 h 392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71260" h="392842">
                    <a:moveTo>
                      <a:pt x="170189" y="11515"/>
                    </a:moveTo>
                    <a:cubicBezTo>
                      <a:pt x="184930" y="19192"/>
                      <a:pt x="196514" y="29145"/>
                      <a:pt x="204975" y="41343"/>
                    </a:cubicBezTo>
                    <a:lnTo>
                      <a:pt x="204975" y="4229"/>
                    </a:lnTo>
                    <a:lnTo>
                      <a:pt x="271261" y="4229"/>
                    </a:lnTo>
                    <a:lnTo>
                      <a:pt x="271261" y="266438"/>
                    </a:lnTo>
                    <a:cubicBezTo>
                      <a:pt x="271261" y="290574"/>
                      <a:pt x="266412" y="312108"/>
                      <a:pt x="256682" y="331039"/>
                    </a:cubicBezTo>
                    <a:cubicBezTo>
                      <a:pt x="246953" y="350003"/>
                      <a:pt x="232407" y="365031"/>
                      <a:pt x="212948" y="376156"/>
                    </a:cubicBezTo>
                    <a:cubicBezTo>
                      <a:pt x="193521" y="387280"/>
                      <a:pt x="169994" y="392842"/>
                      <a:pt x="142431" y="392842"/>
                    </a:cubicBezTo>
                    <a:cubicBezTo>
                      <a:pt x="105432" y="392842"/>
                      <a:pt x="75137" y="384222"/>
                      <a:pt x="51480" y="366983"/>
                    </a:cubicBezTo>
                    <a:cubicBezTo>
                      <a:pt x="27823" y="349743"/>
                      <a:pt x="14416" y="326257"/>
                      <a:pt x="11292" y="296494"/>
                    </a:cubicBezTo>
                    <a:lnTo>
                      <a:pt x="76634" y="296494"/>
                    </a:lnTo>
                    <a:cubicBezTo>
                      <a:pt x="80083" y="308399"/>
                      <a:pt x="87535" y="317865"/>
                      <a:pt x="98957" y="324924"/>
                    </a:cubicBezTo>
                    <a:cubicBezTo>
                      <a:pt x="110379" y="331982"/>
                      <a:pt x="124274" y="335495"/>
                      <a:pt x="140577" y="335495"/>
                    </a:cubicBezTo>
                    <a:cubicBezTo>
                      <a:pt x="159678" y="335495"/>
                      <a:pt x="175200" y="329770"/>
                      <a:pt x="187110" y="318353"/>
                    </a:cubicBezTo>
                    <a:cubicBezTo>
                      <a:pt x="199020" y="306903"/>
                      <a:pt x="204975" y="289598"/>
                      <a:pt x="204975" y="266438"/>
                    </a:cubicBezTo>
                    <a:lnTo>
                      <a:pt x="204975" y="226038"/>
                    </a:lnTo>
                    <a:cubicBezTo>
                      <a:pt x="196514" y="238269"/>
                      <a:pt x="184832" y="248450"/>
                      <a:pt x="169961" y="256582"/>
                    </a:cubicBezTo>
                    <a:cubicBezTo>
                      <a:pt x="155057" y="264714"/>
                      <a:pt x="138071" y="268813"/>
                      <a:pt x="118937" y="268813"/>
                    </a:cubicBezTo>
                    <a:cubicBezTo>
                      <a:pt x="97004" y="268813"/>
                      <a:pt x="76927" y="263185"/>
                      <a:pt x="58769" y="251898"/>
                    </a:cubicBezTo>
                    <a:cubicBezTo>
                      <a:pt x="40579" y="240611"/>
                      <a:pt x="26261" y="224737"/>
                      <a:pt x="15750" y="204212"/>
                    </a:cubicBezTo>
                    <a:cubicBezTo>
                      <a:pt x="5239" y="183686"/>
                      <a:pt x="0" y="160136"/>
                      <a:pt x="0" y="133496"/>
                    </a:cubicBezTo>
                    <a:cubicBezTo>
                      <a:pt x="0" y="106855"/>
                      <a:pt x="5239" y="83858"/>
                      <a:pt x="15750" y="63462"/>
                    </a:cubicBezTo>
                    <a:cubicBezTo>
                      <a:pt x="26261" y="43100"/>
                      <a:pt x="40514" y="27454"/>
                      <a:pt x="58541" y="16459"/>
                    </a:cubicBezTo>
                    <a:cubicBezTo>
                      <a:pt x="76569" y="5497"/>
                      <a:pt x="96679" y="0"/>
                      <a:pt x="118937" y="0"/>
                    </a:cubicBezTo>
                    <a:cubicBezTo>
                      <a:pt x="138364" y="0"/>
                      <a:pt x="155448" y="3838"/>
                      <a:pt x="170189" y="11515"/>
                    </a:cubicBezTo>
                    <a:close/>
                    <a:moveTo>
                      <a:pt x="195571" y="93258"/>
                    </a:moveTo>
                    <a:cubicBezTo>
                      <a:pt x="189290" y="81841"/>
                      <a:pt x="180830" y="73058"/>
                      <a:pt x="170189" y="66943"/>
                    </a:cubicBezTo>
                    <a:cubicBezTo>
                      <a:pt x="159515" y="60828"/>
                      <a:pt x="148093" y="57770"/>
                      <a:pt x="135858" y="57770"/>
                    </a:cubicBezTo>
                    <a:cubicBezTo>
                      <a:pt x="123623" y="57770"/>
                      <a:pt x="112364" y="60763"/>
                      <a:pt x="102016" y="66683"/>
                    </a:cubicBezTo>
                    <a:cubicBezTo>
                      <a:pt x="91668" y="72635"/>
                      <a:pt x="83272" y="81320"/>
                      <a:pt x="76862" y="92770"/>
                    </a:cubicBezTo>
                    <a:cubicBezTo>
                      <a:pt x="70418" y="104220"/>
                      <a:pt x="67230" y="117752"/>
                      <a:pt x="67230" y="133431"/>
                    </a:cubicBezTo>
                    <a:cubicBezTo>
                      <a:pt x="67230" y="149109"/>
                      <a:pt x="70451" y="162803"/>
                      <a:pt x="76862" y="174546"/>
                    </a:cubicBezTo>
                    <a:cubicBezTo>
                      <a:pt x="83272" y="186289"/>
                      <a:pt x="91733" y="195299"/>
                      <a:pt x="102244" y="201577"/>
                    </a:cubicBezTo>
                    <a:cubicBezTo>
                      <a:pt x="112754" y="207855"/>
                      <a:pt x="123948" y="210978"/>
                      <a:pt x="135858" y="210978"/>
                    </a:cubicBezTo>
                    <a:cubicBezTo>
                      <a:pt x="147768" y="210978"/>
                      <a:pt x="159515" y="207920"/>
                      <a:pt x="170189" y="201805"/>
                    </a:cubicBezTo>
                    <a:cubicBezTo>
                      <a:pt x="180830" y="195689"/>
                      <a:pt x="189290" y="186939"/>
                      <a:pt x="195571" y="175489"/>
                    </a:cubicBezTo>
                    <a:cubicBezTo>
                      <a:pt x="201851" y="164072"/>
                      <a:pt x="204975" y="150345"/>
                      <a:pt x="204975" y="134374"/>
                    </a:cubicBezTo>
                    <a:cubicBezTo>
                      <a:pt x="204975" y="118402"/>
                      <a:pt x="201851" y="104708"/>
                      <a:pt x="195571" y="93258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9B67A194-51C5-345A-7624-3058FB808ED0}"/>
                  </a:ext>
                </a:extLst>
              </p:cNvPr>
              <p:cNvSpPr/>
              <p:nvPr/>
            </p:nvSpPr>
            <p:spPr>
              <a:xfrm>
                <a:off x="5641140" y="3255256"/>
                <a:ext cx="259025" cy="268812"/>
              </a:xfrm>
              <a:custGeom>
                <a:avLst/>
                <a:gdLst>
                  <a:gd name="connsiteX0" fmla="*/ 257138 w 259025"/>
                  <a:gd name="connsiteY0" fmla="*/ 154151 h 268812"/>
                  <a:gd name="connsiteX1" fmla="*/ 66741 w 259025"/>
                  <a:gd name="connsiteY1" fmla="*/ 154151 h 268812"/>
                  <a:gd name="connsiteX2" fmla="*/ 86494 w 259025"/>
                  <a:gd name="connsiteY2" fmla="*/ 198324 h 268812"/>
                  <a:gd name="connsiteX3" fmla="*/ 129285 w 259025"/>
                  <a:gd name="connsiteY3" fmla="*/ 214295 h 268812"/>
                  <a:gd name="connsiteX4" fmla="*/ 181480 w 259025"/>
                  <a:gd name="connsiteY4" fmla="*/ 182808 h 268812"/>
                  <a:gd name="connsiteX5" fmla="*/ 252452 w 259025"/>
                  <a:gd name="connsiteY5" fmla="*/ 182808 h 268812"/>
                  <a:gd name="connsiteX6" fmla="*/ 209205 w 259025"/>
                  <a:gd name="connsiteY6" fmla="*/ 244612 h 268812"/>
                  <a:gd name="connsiteX7" fmla="*/ 130684 w 259025"/>
                  <a:gd name="connsiteY7" fmla="*/ 268813 h 268812"/>
                  <a:gd name="connsiteX8" fmla="*/ 63227 w 259025"/>
                  <a:gd name="connsiteY8" fmla="*/ 252126 h 268812"/>
                  <a:gd name="connsiteX9" fmla="*/ 16693 w 259025"/>
                  <a:gd name="connsiteY9" fmla="*/ 204895 h 268812"/>
                  <a:gd name="connsiteX10" fmla="*/ 0 w 259025"/>
                  <a:gd name="connsiteY10" fmla="*/ 134406 h 268812"/>
                  <a:gd name="connsiteX11" fmla="*/ 16466 w 259025"/>
                  <a:gd name="connsiteY11" fmla="*/ 63462 h 268812"/>
                  <a:gd name="connsiteX12" fmla="*/ 62544 w 259025"/>
                  <a:gd name="connsiteY12" fmla="*/ 16459 h 268812"/>
                  <a:gd name="connsiteX13" fmla="*/ 130717 w 259025"/>
                  <a:gd name="connsiteY13" fmla="*/ 0 h 268812"/>
                  <a:gd name="connsiteX14" fmla="*/ 197230 w 259025"/>
                  <a:gd name="connsiteY14" fmla="*/ 15971 h 268812"/>
                  <a:gd name="connsiteX15" fmla="*/ 242820 w 259025"/>
                  <a:gd name="connsiteY15" fmla="*/ 61315 h 268812"/>
                  <a:gd name="connsiteX16" fmla="*/ 259025 w 259025"/>
                  <a:gd name="connsiteY16" fmla="*/ 128746 h 268812"/>
                  <a:gd name="connsiteX17" fmla="*/ 257138 w 259025"/>
                  <a:gd name="connsiteY17" fmla="*/ 154118 h 268812"/>
                  <a:gd name="connsiteX18" fmla="*/ 190852 w 259025"/>
                  <a:gd name="connsiteY18" fmla="*/ 109978 h 268812"/>
                  <a:gd name="connsiteX19" fmla="*/ 172532 w 259025"/>
                  <a:gd name="connsiteY19" fmla="*/ 69317 h 268812"/>
                  <a:gd name="connsiteX20" fmla="*/ 128797 w 259025"/>
                  <a:gd name="connsiteY20" fmla="*/ 54062 h 268812"/>
                  <a:gd name="connsiteX21" fmla="*/ 87665 w 259025"/>
                  <a:gd name="connsiteY21" fmla="*/ 68862 h 268812"/>
                  <a:gd name="connsiteX22" fmla="*/ 67230 w 259025"/>
                  <a:gd name="connsiteY22" fmla="*/ 109978 h 268812"/>
                  <a:gd name="connsiteX23" fmla="*/ 190852 w 259025"/>
                  <a:gd name="connsiteY23" fmla="*/ 109978 h 268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9025" h="268812">
                    <a:moveTo>
                      <a:pt x="257138" y="154151"/>
                    </a:moveTo>
                    <a:lnTo>
                      <a:pt x="66741" y="154151"/>
                    </a:lnTo>
                    <a:cubicBezTo>
                      <a:pt x="68303" y="172952"/>
                      <a:pt x="74877" y="187687"/>
                      <a:pt x="86494" y="198324"/>
                    </a:cubicBezTo>
                    <a:cubicBezTo>
                      <a:pt x="98078" y="208961"/>
                      <a:pt x="112364" y="214295"/>
                      <a:pt x="129285" y="214295"/>
                    </a:cubicBezTo>
                    <a:cubicBezTo>
                      <a:pt x="153723" y="214295"/>
                      <a:pt x="171133" y="203789"/>
                      <a:pt x="181480" y="182808"/>
                    </a:cubicBezTo>
                    <a:lnTo>
                      <a:pt x="252452" y="182808"/>
                    </a:lnTo>
                    <a:cubicBezTo>
                      <a:pt x="244935" y="207887"/>
                      <a:pt x="230520" y="228478"/>
                      <a:pt x="209205" y="244612"/>
                    </a:cubicBezTo>
                    <a:cubicBezTo>
                      <a:pt x="187891" y="260746"/>
                      <a:pt x="161728" y="268813"/>
                      <a:pt x="130684" y="268813"/>
                    </a:cubicBezTo>
                    <a:cubicBezTo>
                      <a:pt x="105595" y="268813"/>
                      <a:pt x="83109" y="263250"/>
                      <a:pt x="63227" y="252126"/>
                    </a:cubicBezTo>
                    <a:cubicBezTo>
                      <a:pt x="43312" y="241001"/>
                      <a:pt x="27823" y="225257"/>
                      <a:pt x="16693" y="204895"/>
                    </a:cubicBezTo>
                    <a:cubicBezTo>
                      <a:pt x="5565" y="184532"/>
                      <a:pt x="0" y="161047"/>
                      <a:pt x="0" y="134406"/>
                    </a:cubicBezTo>
                    <a:cubicBezTo>
                      <a:pt x="0" y="107766"/>
                      <a:pt x="5467" y="83825"/>
                      <a:pt x="16466" y="63462"/>
                    </a:cubicBezTo>
                    <a:cubicBezTo>
                      <a:pt x="27432" y="43100"/>
                      <a:pt x="42791" y="27454"/>
                      <a:pt x="62544" y="16459"/>
                    </a:cubicBezTo>
                    <a:cubicBezTo>
                      <a:pt x="82296" y="5497"/>
                      <a:pt x="105009" y="0"/>
                      <a:pt x="130717" y="0"/>
                    </a:cubicBezTo>
                    <a:cubicBezTo>
                      <a:pt x="156424" y="0"/>
                      <a:pt x="177641" y="5335"/>
                      <a:pt x="197230" y="15971"/>
                    </a:cubicBezTo>
                    <a:cubicBezTo>
                      <a:pt x="216820" y="26608"/>
                      <a:pt x="232016" y="41734"/>
                      <a:pt x="242820" y="61315"/>
                    </a:cubicBezTo>
                    <a:cubicBezTo>
                      <a:pt x="253624" y="80897"/>
                      <a:pt x="259025" y="103374"/>
                      <a:pt x="259025" y="128746"/>
                    </a:cubicBezTo>
                    <a:cubicBezTo>
                      <a:pt x="259025" y="138147"/>
                      <a:pt x="258407" y="146604"/>
                      <a:pt x="257138" y="154118"/>
                    </a:cubicBezTo>
                    <a:close/>
                    <a:moveTo>
                      <a:pt x="190852" y="109978"/>
                    </a:moveTo>
                    <a:cubicBezTo>
                      <a:pt x="190527" y="93063"/>
                      <a:pt x="184409" y="79499"/>
                      <a:pt x="172532" y="69317"/>
                    </a:cubicBezTo>
                    <a:cubicBezTo>
                      <a:pt x="160622" y="59136"/>
                      <a:pt x="146043" y="54062"/>
                      <a:pt x="128797" y="54062"/>
                    </a:cubicBezTo>
                    <a:cubicBezTo>
                      <a:pt x="112494" y="54062"/>
                      <a:pt x="98794" y="59006"/>
                      <a:pt x="87665" y="68862"/>
                    </a:cubicBezTo>
                    <a:cubicBezTo>
                      <a:pt x="76536" y="78718"/>
                      <a:pt x="69735" y="92445"/>
                      <a:pt x="67230" y="109978"/>
                    </a:cubicBezTo>
                    <a:lnTo>
                      <a:pt x="190852" y="10997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5B17FAFA-04CF-D9C4-932F-23634900BE96}"/>
                  </a:ext>
                </a:extLst>
              </p:cNvPr>
              <p:cNvSpPr/>
              <p:nvPr/>
            </p:nvSpPr>
            <p:spPr>
              <a:xfrm>
                <a:off x="5932120" y="3195176"/>
                <a:ext cx="155577" cy="324695"/>
              </a:xfrm>
              <a:custGeom>
                <a:avLst/>
                <a:gdLst>
                  <a:gd name="connsiteX0" fmla="*/ 97297 w 155577"/>
                  <a:gd name="connsiteY0" fmla="*/ 118370 h 324695"/>
                  <a:gd name="connsiteX1" fmla="*/ 97297 w 155577"/>
                  <a:gd name="connsiteY1" fmla="*/ 244319 h 324695"/>
                  <a:gd name="connsiteX2" fmla="*/ 103643 w 155577"/>
                  <a:gd name="connsiteY2" fmla="*/ 263348 h 324695"/>
                  <a:gd name="connsiteX3" fmla="*/ 125022 w 155577"/>
                  <a:gd name="connsiteY3" fmla="*/ 269235 h 324695"/>
                  <a:gd name="connsiteX4" fmla="*/ 155578 w 155577"/>
                  <a:gd name="connsiteY4" fmla="*/ 269235 h 324695"/>
                  <a:gd name="connsiteX5" fmla="*/ 155578 w 155577"/>
                  <a:gd name="connsiteY5" fmla="*/ 324696 h 324695"/>
                  <a:gd name="connsiteX6" fmla="*/ 114218 w 155577"/>
                  <a:gd name="connsiteY6" fmla="*/ 324696 h 324695"/>
                  <a:gd name="connsiteX7" fmla="*/ 31012 w 155577"/>
                  <a:gd name="connsiteY7" fmla="*/ 243863 h 324695"/>
                  <a:gd name="connsiteX8" fmla="*/ 31012 w 155577"/>
                  <a:gd name="connsiteY8" fmla="*/ 118402 h 324695"/>
                  <a:gd name="connsiteX9" fmla="*/ 0 w 155577"/>
                  <a:gd name="connsiteY9" fmla="*/ 118402 h 324695"/>
                  <a:gd name="connsiteX10" fmla="*/ 0 w 155577"/>
                  <a:gd name="connsiteY10" fmla="*/ 64373 h 324695"/>
                  <a:gd name="connsiteX11" fmla="*/ 31012 w 155577"/>
                  <a:gd name="connsiteY11" fmla="*/ 64373 h 324695"/>
                  <a:gd name="connsiteX12" fmla="*/ 31012 w 155577"/>
                  <a:gd name="connsiteY12" fmla="*/ 0 h 324695"/>
                  <a:gd name="connsiteX13" fmla="*/ 97297 w 155577"/>
                  <a:gd name="connsiteY13" fmla="*/ 0 h 324695"/>
                  <a:gd name="connsiteX14" fmla="*/ 97297 w 155577"/>
                  <a:gd name="connsiteY14" fmla="*/ 64373 h 324695"/>
                  <a:gd name="connsiteX15" fmla="*/ 155578 w 155577"/>
                  <a:gd name="connsiteY15" fmla="*/ 64373 h 324695"/>
                  <a:gd name="connsiteX16" fmla="*/ 155578 w 155577"/>
                  <a:gd name="connsiteY16" fmla="*/ 118402 h 324695"/>
                  <a:gd name="connsiteX17" fmla="*/ 97297 w 155577"/>
                  <a:gd name="connsiteY17" fmla="*/ 118402 h 324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5577" h="324695">
                    <a:moveTo>
                      <a:pt x="97297" y="118370"/>
                    </a:moveTo>
                    <a:lnTo>
                      <a:pt x="97297" y="244319"/>
                    </a:lnTo>
                    <a:cubicBezTo>
                      <a:pt x="97297" y="253101"/>
                      <a:pt x="99412" y="259444"/>
                      <a:pt x="103643" y="263348"/>
                    </a:cubicBezTo>
                    <a:cubicBezTo>
                      <a:pt x="107873" y="267284"/>
                      <a:pt x="114999" y="269235"/>
                      <a:pt x="125022" y="269235"/>
                    </a:cubicBezTo>
                    <a:lnTo>
                      <a:pt x="155578" y="269235"/>
                    </a:lnTo>
                    <a:lnTo>
                      <a:pt x="155578" y="324696"/>
                    </a:lnTo>
                    <a:lnTo>
                      <a:pt x="114218" y="324696"/>
                    </a:lnTo>
                    <a:cubicBezTo>
                      <a:pt x="58736" y="324696"/>
                      <a:pt x="31012" y="297763"/>
                      <a:pt x="31012" y="243863"/>
                    </a:cubicBezTo>
                    <a:lnTo>
                      <a:pt x="31012" y="118402"/>
                    </a:lnTo>
                    <a:lnTo>
                      <a:pt x="0" y="118402"/>
                    </a:lnTo>
                    <a:lnTo>
                      <a:pt x="0" y="64373"/>
                    </a:lnTo>
                    <a:lnTo>
                      <a:pt x="31012" y="64373"/>
                    </a:lnTo>
                    <a:lnTo>
                      <a:pt x="31012" y="0"/>
                    </a:lnTo>
                    <a:lnTo>
                      <a:pt x="97297" y="0"/>
                    </a:lnTo>
                    <a:lnTo>
                      <a:pt x="97297" y="64373"/>
                    </a:lnTo>
                    <a:lnTo>
                      <a:pt x="155578" y="64373"/>
                    </a:lnTo>
                    <a:lnTo>
                      <a:pt x="155578" y="118402"/>
                    </a:lnTo>
                    <a:lnTo>
                      <a:pt x="97297" y="118402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0D53B3DC-50AE-7683-29C8-B214DDD6052E}"/>
                  </a:ext>
                </a:extLst>
              </p:cNvPr>
              <p:cNvSpPr/>
              <p:nvPr/>
            </p:nvSpPr>
            <p:spPr>
              <a:xfrm>
                <a:off x="6139829" y="3172081"/>
                <a:ext cx="248254" cy="347725"/>
              </a:xfrm>
              <a:custGeom>
                <a:avLst/>
                <a:gdLst>
                  <a:gd name="connsiteX0" fmla="*/ 199378 w 248254"/>
                  <a:gd name="connsiteY0" fmla="*/ 96576 h 347725"/>
                  <a:gd name="connsiteX1" fmla="*/ 235336 w 248254"/>
                  <a:gd name="connsiteY1" fmla="*/ 134634 h 347725"/>
                  <a:gd name="connsiteX2" fmla="*/ 248254 w 248254"/>
                  <a:gd name="connsiteY2" fmla="*/ 195006 h 347725"/>
                  <a:gd name="connsiteX3" fmla="*/ 248254 w 248254"/>
                  <a:gd name="connsiteY3" fmla="*/ 347726 h 347725"/>
                  <a:gd name="connsiteX4" fmla="*/ 182424 w 248254"/>
                  <a:gd name="connsiteY4" fmla="*/ 347726 h 347725"/>
                  <a:gd name="connsiteX5" fmla="*/ 182424 w 248254"/>
                  <a:gd name="connsiteY5" fmla="*/ 203919 h 347725"/>
                  <a:gd name="connsiteX6" fmla="*/ 166902 w 248254"/>
                  <a:gd name="connsiteY6" fmla="*/ 156233 h 347725"/>
                  <a:gd name="connsiteX7" fmla="*/ 124599 w 248254"/>
                  <a:gd name="connsiteY7" fmla="*/ 139546 h 347725"/>
                  <a:gd name="connsiteX8" fmla="*/ 81580 w 248254"/>
                  <a:gd name="connsiteY8" fmla="*/ 156233 h 347725"/>
                  <a:gd name="connsiteX9" fmla="*/ 65830 w 248254"/>
                  <a:gd name="connsiteY9" fmla="*/ 203919 h 347725"/>
                  <a:gd name="connsiteX10" fmla="*/ 65830 w 248254"/>
                  <a:gd name="connsiteY10" fmla="*/ 347726 h 347725"/>
                  <a:gd name="connsiteX11" fmla="*/ 0 w 248254"/>
                  <a:gd name="connsiteY11" fmla="*/ 347726 h 347725"/>
                  <a:gd name="connsiteX12" fmla="*/ 0 w 248254"/>
                  <a:gd name="connsiteY12" fmla="*/ 0 h 347725"/>
                  <a:gd name="connsiteX13" fmla="*/ 65830 w 248254"/>
                  <a:gd name="connsiteY13" fmla="*/ 0 h 347725"/>
                  <a:gd name="connsiteX14" fmla="*/ 65830 w 248254"/>
                  <a:gd name="connsiteY14" fmla="*/ 119834 h 347725"/>
                  <a:gd name="connsiteX15" fmla="*/ 99673 w 248254"/>
                  <a:gd name="connsiteY15" fmla="*/ 93291 h 347725"/>
                  <a:gd name="connsiteX16" fmla="*/ 146694 w 248254"/>
                  <a:gd name="connsiteY16" fmla="*/ 83662 h 347725"/>
                  <a:gd name="connsiteX17" fmla="*/ 199345 w 248254"/>
                  <a:gd name="connsiteY17" fmla="*/ 96576 h 3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48254" h="347725">
                    <a:moveTo>
                      <a:pt x="199378" y="96576"/>
                    </a:moveTo>
                    <a:cubicBezTo>
                      <a:pt x="214737" y="105196"/>
                      <a:pt x="226712" y="117882"/>
                      <a:pt x="235336" y="134634"/>
                    </a:cubicBezTo>
                    <a:cubicBezTo>
                      <a:pt x="243959" y="151386"/>
                      <a:pt x="248254" y="171521"/>
                      <a:pt x="248254" y="195006"/>
                    </a:cubicBezTo>
                    <a:lnTo>
                      <a:pt x="248254" y="347726"/>
                    </a:lnTo>
                    <a:lnTo>
                      <a:pt x="182424" y="347726"/>
                    </a:lnTo>
                    <a:lnTo>
                      <a:pt x="182424" y="203919"/>
                    </a:lnTo>
                    <a:cubicBezTo>
                      <a:pt x="182424" y="183231"/>
                      <a:pt x="177250" y="167357"/>
                      <a:pt x="166902" y="156233"/>
                    </a:cubicBezTo>
                    <a:cubicBezTo>
                      <a:pt x="156554" y="145108"/>
                      <a:pt x="142464" y="139546"/>
                      <a:pt x="124599" y="139546"/>
                    </a:cubicBezTo>
                    <a:cubicBezTo>
                      <a:pt x="106734" y="139546"/>
                      <a:pt x="92091" y="145108"/>
                      <a:pt x="81580" y="156233"/>
                    </a:cubicBezTo>
                    <a:cubicBezTo>
                      <a:pt x="71070" y="167357"/>
                      <a:pt x="65830" y="183264"/>
                      <a:pt x="65830" y="203919"/>
                    </a:cubicBezTo>
                    <a:lnTo>
                      <a:pt x="65830" y="347726"/>
                    </a:lnTo>
                    <a:lnTo>
                      <a:pt x="0" y="347726"/>
                    </a:lnTo>
                    <a:lnTo>
                      <a:pt x="0" y="0"/>
                    </a:lnTo>
                    <a:lnTo>
                      <a:pt x="65830" y="0"/>
                    </a:lnTo>
                    <a:lnTo>
                      <a:pt x="65830" y="119834"/>
                    </a:lnTo>
                    <a:cubicBezTo>
                      <a:pt x="74291" y="108546"/>
                      <a:pt x="85583" y="99699"/>
                      <a:pt x="99673" y="93291"/>
                    </a:cubicBezTo>
                    <a:cubicBezTo>
                      <a:pt x="113763" y="86883"/>
                      <a:pt x="129448" y="83662"/>
                      <a:pt x="146694" y="83662"/>
                    </a:cubicBezTo>
                    <a:cubicBezTo>
                      <a:pt x="166447" y="83662"/>
                      <a:pt x="183986" y="87989"/>
                      <a:pt x="199345" y="96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3EB6A0DC-A903-F9BD-ADA2-D758EE0F8AA2}"/>
                  </a:ext>
                </a:extLst>
              </p:cNvPr>
              <p:cNvSpPr/>
              <p:nvPr/>
            </p:nvSpPr>
            <p:spPr>
              <a:xfrm>
                <a:off x="6438424" y="3255256"/>
                <a:ext cx="259025" cy="268812"/>
              </a:xfrm>
              <a:custGeom>
                <a:avLst/>
                <a:gdLst>
                  <a:gd name="connsiteX0" fmla="*/ 257138 w 259025"/>
                  <a:gd name="connsiteY0" fmla="*/ 154151 h 268812"/>
                  <a:gd name="connsiteX1" fmla="*/ 66741 w 259025"/>
                  <a:gd name="connsiteY1" fmla="*/ 154151 h 268812"/>
                  <a:gd name="connsiteX2" fmla="*/ 86494 w 259025"/>
                  <a:gd name="connsiteY2" fmla="*/ 198324 h 268812"/>
                  <a:gd name="connsiteX3" fmla="*/ 129285 w 259025"/>
                  <a:gd name="connsiteY3" fmla="*/ 214295 h 268812"/>
                  <a:gd name="connsiteX4" fmla="*/ 181480 w 259025"/>
                  <a:gd name="connsiteY4" fmla="*/ 182808 h 268812"/>
                  <a:gd name="connsiteX5" fmla="*/ 252452 w 259025"/>
                  <a:gd name="connsiteY5" fmla="*/ 182808 h 268812"/>
                  <a:gd name="connsiteX6" fmla="*/ 209205 w 259025"/>
                  <a:gd name="connsiteY6" fmla="*/ 244612 h 268812"/>
                  <a:gd name="connsiteX7" fmla="*/ 130684 w 259025"/>
                  <a:gd name="connsiteY7" fmla="*/ 268813 h 268812"/>
                  <a:gd name="connsiteX8" fmla="*/ 63227 w 259025"/>
                  <a:gd name="connsiteY8" fmla="*/ 252126 h 268812"/>
                  <a:gd name="connsiteX9" fmla="*/ 16693 w 259025"/>
                  <a:gd name="connsiteY9" fmla="*/ 204895 h 268812"/>
                  <a:gd name="connsiteX10" fmla="*/ 0 w 259025"/>
                  <a:gd name="connsiteY10" fmla="*/ 134406 h 268812"/>
                  <a:gd name="connsiteX11" fmla="*/ 16466 w 259025"/>
                  <a:gd name="connsiteY11" fmla="*/ 63462 h 268812"/>
                  <a:gd name="connsiteX12" fmla="*/ 62543 w 259025"/>
                  <a:gd name="connsiteY12" fmla="*/ 16459 h 268812"/>
                  <a:gd name="connsiteX13" fmla="*/ 130717 w 259025"/>
                  <a:gd name="connsiteY13" fmla="*/ 0 h 268812"/>
                  <a:gd name="connsiteX14" fmla="*/ 197230 w 259025"/>
                  <a:gd name="connsiteY14" fmla="*/ 15971 h 268812"/>
                  <a:gd name="connsiteX15" fmla="*/ 242820 w 259025"/>
                  <a:gd name="connsiteY15" fmla="*/ 61315 h 268812"/>
                  <a:gd name="connsiteX16" fmla="*/ 259025 w 259025"/>
                  <a:gd name="connsiteY16" fmla="*/ 128746 h 268812"/>
                  <a:gd name="connsiteX17" fmla="*/ 257138 w 259025"/>
                  <a:gd name="connsiteY17" fmla="*/ 154118 h 268812"/>
                  <a:gd name="connsiteX18" fmla="*/ 190852 w 259025"/>
                  <a:gd name="connsiteY18" fmla="*/ 109978 h 268812"/>
                  <a:gd name="connsiteX19" fmla="*/ 172532 w 259025"/>
                  <a:gd name="connsiteY19" fmla="*/ 69317 h 268812"/>
                  <a:gd name="connsiteX20" fmla="*/ 128797 w 259025"/>
                  <a:gd name="connsiteY20" fmla="*/ 54062 h 268812"/>
                  <a:gd name="connsiteX21" fmla="*/ 87665 w 259025"/>
                  <a:gd name="connsiteY21" fmla="*/ 68862 h 268812"/>
                  <a:gd name="connsiteX22" fmla="*/ 67230 w 259025"/>
                  <a:gd name="connsiteY22" fmla="*/ 109978 h 268812"/>
                  <a:gd name="connsiteX23" fmla="*/ 190852 w 259025"/>
                  <a:gd name="connsiteY23" fmla="*/ 109978 h 268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9025" h="268812">
                    <a:moveTo>
                      <a:pt x="257138" y="154151"/>
                    </a:moveTo>
                    <a:lnTo>
                      <a:pt x="66741" y="154151"/>
                    </a:lnTo>
                    <a:cubicBezTo>
                      <a:pt x="68303" y="172952"/>
                      <a:pt x="74877" y="187687"/>
                      <a:pt x="86494" y="198324"/>
                    </a:cubicBezTo>
                    <a:cubicBezTo>
                      <a:pt x="98078" y="208961"/>
                      <a:pt x="112364" y="214295"/>
                      <a:pt x="129285" y="214295"/>
                    </a:cubicBezTo>
                    <a:cubicBezTo>
                      <a:pt x="153723" y="214295"/>
                      <a:pt x="171132" y="203789"/>
                      <a:pt x="181480" y="182808"/>
                    </a:cubicBezTo>
                    <a:lnTo>
                      <a:pt x="252452" y="182808"/>
                    </a:lnTo>
                    <a:cubicBezTo>
                      <a:pt x="244935" y="207887"/>
                      <a:pt x="230519" y="228478"/>
                      <a:pt x="209205" y="244612"/>
                    </a:cubicBezTo>
                    <a:cubicBezTo>
                      <a:pt x="187891" y="260746"/>
                      <a:pt x="161728" y="268813"/>
                      <a:pt x="130684" y="268813"/>
                    </a:cubicBezTo>
                    <a:cubicBezTo>
                      <a:pt x="105595" y="268813"/>
                      <a:pt x="83109" y="263250"/>
                      <a:pt x="63227" y="252126"/>
                    </a:cubicBezTo>
                    <a:cubicBezTo>
                      <a:pt x="43312" y="241001"/>
                      <a:pt x="27823" y="225257"/>
                      <a:pt x="16693" y="204895"/>
                    </a:cubicBezTo>
                    <a:cubicBezTo>
                      <a:pt x="5565" y="184532"/>
                      <a:pt x="0" y="161047"/>
                      <a:pt x="0" y="134406"/>
                    </a:cubicBezTo>
                    <a:cubicBezTo>
                      <a:pt x="0" y="107766"/>
                      <a:pt x="5467" y="83825"/>
                      <a:pt x="16466" y="63462"/>
                    </a:cubicBezTo>
                    <a:cubicBezTo>
                      <a:pt x="27432" y="43100"/>
                      <a:pt x="42791" y="27454"/>
                      <a:pt x="62543" y="16459"/>
                    </a:cubicBezTo>
                    <a:cubicBezTo>
                      <a:pt x="82296" y="5497"/>
                      <a:pt x="105009" y="0"/>
                      <a:pt x="130717" y="0"/>
                    </a:cubicBezTo>
                    <a:cubicBezTo>
                      <a:pt x="156424" y="0"/>
                      <a:pt x="177640" y="5335"/>
                      <a:pt x="197230" y="15971"/>
                    </a:cubicBezTo>
                    <a:cubicBezTo>
                      <a:pt x="216820" y="26608"/>
                      <a:pt x="232016" y="41734"/>
                      <a:pt x="242820" y="61315"/>
                    </a:cubicBezTo>
                    <a:cubicBezTo>
                      <a:pt x="253624" y="80897"/>
                      <a:pt x="259025" y="103374"/>
                      <a:pt x="259025" y="128746"/>
                    </a:cubicBezTo>
                    <a:cubicBezTo>
                      <a:pt x="259025" y="138147"/>
                      <a:pt x="258407" y="146604"/>
                      <a:pt x="257138" y="154118"/>
                    </a:cubicBezTo>
                    <a:close/>
                    <a:moveTo>
                      <a:pt x="190852" y="109978"/>
                    </a:moveTo>
                    <a:cubicBezTo>
                      <a:pt x="190527" y="93063"/>
                      <a:pt x="184409" y="79499"/>
                      <a:pt x="172532" y="69317"/>
                    </a:cubicBezTo>
                    <a:cubicBezTo>
                      <a:pt x="160622" y="59136"/>
                      <a:pt x="146043" y="54062"/>
                      <a:pt x="128797" y="54062"/>
                    </a:cubicBezTo>
                    <a:cubicBezTo>
                      <a:pt x="112494" y="54062"/>
                      <a:pt x="98794" y="59006"/>
                      <a:pt x="87665" y="68862"/>
                    </a:cubicBezTo>
                    <a:cubicBezTo>
                      <a:pt x="76536" y="78718"/>
                      <a:pt x="69735" y="92445"/>
                      <a:pt x="67230" y="109978"/>
                    </a:cubicBezTo>
                    <a:lnTo>
                      <a:pt x="190852" y="10997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B53F8860-81F3-2E50-DDC5-33F9E89E775A}"/>
                  </a:ext>
                </a:extLst>
              </p:cNvPr>
              <p:cNvSpPr/>
              <p:nvPr/>
            </p:nvSpPr>
            <p:spPr>
              <a:xfrm>
                <a:off x="6750067" y="3255744"/>
                <a:ext cx="145750" cy="264095"/>
              </a:xfrm>
              <a:custGeom>
                <a:avLst/>
                <a:gdLst>
                  <a:gd name="connsiteX0" fmla="*/ 98989 w 145750"/>
                  <a:gd name="connsiteY0" fmla="*/ 11743 h 264095"/>
                  <a:gd name="connsiteX1" fmla="*/ 145751 w 145750"/>
                  <a:gd name="connsiteY1" fmla="*/ 0 h 264095"/>
                  <a:gd name="connsiteX2" fmla="*/ 145751 w 145750"/>
                  <a:gd name="connsiteY2" fmla="*/ 69090 h 264095"/>
                  <a:gd name="connsiteX3" fmla="*/ 128341 w 145750"/>
                  <a:gd name="connsiteY3" fmla="*/ 69090 h 264095"/>
                  <a:gd name="connsiteX4" fmla="*/ 81580 w 145750"/>
                  <a:gd name="connsiteY4" fmla="*/ 83662 h 264095"/>
                  <a:gd name="connsiteX5" fmla="*/ 65830 w 145750"/>
                  <a:gd name="connsiteY5" fmla="*/ 134406 h 264095"/>
                  <a:gd name="connsiteX6" fmla="*/ 65830 w 145750"/>
                  <a:gd name="connsiteY6" fmla="*/ 264096 h 264095"/>
                  <a:gd name="connsiteX7" fmla="*/ 0 w 145750"/>
                  <a:gd name="connsiteY7" fmla="*/ 264096 h 264095"/>
                  <a:gd name="connsiteX8" fmla="*/ 0 w 145750"/>
                  <a:gd name="connsiteY8" fmla="*/ 3773 h 264095"/>
                  <a:gd name="connsiteX9" fmla="*/ 65830 w 145750"/>
                  <a:gd name="connsiteY9" fmla="*/ 3773 h 264095"/>
                  <a:gd name="connsiteX10" fmla="*/ 65830 w 145750"/>
                  <a:gd name="connsiteY10" fmla="*/ 44173 h 264095"/>
                  <a:gd name="connsiteX11" fmla="*/ 98989 w 145750"/>
                  <a:gd name="connsiteY11" fmla="*/ 11743 h 26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750" h="264095">
                    <a:moveTo>
                      <a:pt x="98989" y="11743"/>
                    </a:moveTo>
                    <a:cubicBezTo>
                      <a:pt x="112624" y="3903"/>
                      <a:pt x="128211" y="0"/>
                      <a:pt x="145751" y="0"/>
                    </a:cubicBezTo>
                    <a:lnTo>
                      <a:pt x="145751" y="69090"/>
                    </a:lnTo>
                    <a:lnTo>
                      <a:pt x="128341" y="69090"/>
                    </a:lnTo>
                    <a:cubicBezTo>
                      <a:pt x="107645" y="69090"/>
                      <a:pt x="92058" y="73936"/>
                      <a:pt x="81580" y="83662"/>
                    </a:cubicBezTo>
                    <a:cubicBezTo>
                      <a:pt x="71069" y="93388"/>
                      <a:pt x="65830" y="110303"/>
                      <a:pt x="65830" y="134406"/>
                    </a:cubicBezTo>
                    <a:lnTo>
                      <a:pt x="65830" y="264096"/>
                    </a:lnTo>
                    <a:lnTo>
                      <a:pt x="0" y="264096"/>
                    </a:lnTo>
                    <a:lnTo>
                      <a:pt x="0" y="3773"/>
                    </a:lnTo>
                    <a:lnTo>
                      <a:pt x="65830" y="3773"/>
                    </a:lnTo>
                    <a:lnTo>
                      <a:pt x="65830" y="44173"/>
                    </a:lnTo>
                    <a:cubicBezTo>
                      <a:pt x="74291" y="30381"/>
                      <a:pt x="85355" y="19582"/>
                      <a:pt x="98989" y="1174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CC09F61-E382-D981-06D1-6268A10F859E}"/>
                </a:ext>
              </a:extLst>
            </p:cNvPr>
            <p:cNvGrpSpPr/>
            <p:nvPr userDrawn="1"/>
          </p:nvGrpSpPr>
          <p:grpSpPr>
            <a:xfrm>
              <a:off x="1329004" y="2629430"/>
              <a:ext cx="2894619" cy="979228"/>
              <a:chOff x="532238" y="532263"/>
              <a:chExt cx="1522954" cy="515204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F1D1E8AF-7AA3-D831-81DB-14A20046B55C}"/>
                  </a:ext>
                </a:extLst>
              </p:cNvPr>
              <p:cNvSpPr/>
              <p:nvPr/>
            </p:nvSpPr>
            <p:spPr>
              <a:xfrm>
                <a:off x="532238" y="532263"/>
                <a:ext cx="584573" cy="515204"/>
              </a:xfrm>
              <a:custGeom>
                <a:avLst/>
                <a:gdLst>
                  <a:gd name="connsiteX0" fmla="*/ 670274 w 919067"/>
                  <a:gd name="connsiteY0" fmla="*/ 0 h 810006"/>
                  <a:gd name="connsiteX1" fmla="*/ 670274 w 919067"/>
                  <a:gd name="connsiteY1" fmla="*/ 489394 h 810006"/>
                  <a:gd name="connsiteX2" fmla="*/ 248984 w 919067"/>
                  <a:gd name="connsiteY2" fmla="*/ 0 h 810006"/>
                  <a:gd name="connsiteX3" fmla="*/ 0 w 919067"/>
                  <a:gd name="connsiteY3" fmla="*/ 0 h 810006"/>
                  <a:gd name="connsiteX4" fmla="*/ 0 w 919067"/>
                  <a:gd name="connsiteY4" fmla="*/ 809244 h 810006"/>
                  <a:gd name="connsiteX5" fmla="*/ 476 w 919067"/>
                  <a:gd name="connsiteY5" fmla="*/ 810006 h 810006"/>
                  <a:gd name="connsiteX6" fmla="*/ 249174 w 919067"/>
                  <a:gd name="connsiteY6" fmla="*/ 809911 h 810006"/>
                  <a:gd name="connsiteX7" fmla="*/ 249079 w 919067"/>
                  <a:gd name="connsiteY7" fmla="*/ 320516 h 810006"/>
                  <a:gd name="connsiteX8" fmla="*/ 670370 w 919067"/>
                  <a:gd name="connsiteY8" fmla="*/ 810006 h 810006"/>
                  <a:gd name="connsiteX9" fmla="*/ 919067 w 919067"/>
                  <a:gd name="connsiteY9" fmla="*/ 405003 h 810006"/>
                  <a:gd name="connsiteX10" fmla="*/ 670370 w 919067"/>
                  <a:gd name="connsiteY10" fmla="*/ 0 h 81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19067" h="810006">
                    <a:moveTo>
                      <a:pt x="670274" y="0"/>
                    </a:moveTo>
                    <a:lnTo>
                      <a:pt x="670274" y="489394"/>
                    </a:lnTo>
                    <a:lnTo>
                      <a:pt x="248984" y="0"/>
                    </a:lnTo>
                    <a:lnTo>
                      <a:pt x="0" y="0"/>
                    </a:lnTo>
                    <a:lnTo>
                      <a:pt x="0" y="809244"/>
                    </a:lnTo>
                    <a:lnTo>
                      <a:pt x="476" y="810006"/>
                    </a:lnTo>
                    <a:lnTo>
                      <a:pt x="249174" y="809911"/>
                    </a:lnTo>
                    <a:lnTo>
                      <a:pt x="249079" y="320516"/>
                    </a:lnTo>
                    <a:lnTo>
                      <a:pt x="670370" y="810006"/>
                    </a:lnTo>
                    <a:lnTo>
                      <a:pt x="919067" y="405003"/>
                    </a:lnTo>
                    <a:lnTo>
                      <a:pt x="670370" y="0"/>
                    </a:lnTo>
                  </a:path>
                </a:pathLst>
              </a:custGeom>
              <a:solidFill>
                <a:srgbClr val="F9B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Poppins" panose="00000500000000000000" pitchFamily="2" charset="0"/>
                </a:endParaRP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2847E46E-498A-BEC3-5037-C9EC051502AB}"/>
                  </a:ext>
                </a:extLst>
              </p:cNvPr>
              <p:cNvSpPr/>
              <p:nvPr/>
            </p:nvSpPr>
            <p:spPr>
              <a:xfrm>
                <a:off x="1484069" y="532263"/>
                <a:ext cx="571123" cy="515204"/>
              </a:xfrm>
              <a:custGeom>
                <a:avLst/>
                <a:gdLst>
                  <a:gd name="connsiteX0" fmla="*/ 603599 w 897921"/>
                  <a:gd name="connsiteY0" fmla="*/ 0 h 810006"/>
                  <a:gd name="connsiteX1" fmla="*/ 248698 w 897921"/>
                  <a:gd name="connsiteY1" fmla="*/ 0 h 810006"/>
                  <a:gd name="connsiteX2" fmla="*/ 0 w 897921"/>
                  <a:gd name="connsiteY2" fmla="*/ 405003 h 810006"/>
                  <a:gd name="connsiteX3" fmla="*/ 248603 w 897921"/>
                  <a:gd name="connsiteY3" fmla="*/ 810006 h 810006"/>
                  <a:gd name="connsiteX4" fmla="*/ 248698 w 897921"/>
                  <a:gd name="connsiteY4" fmla="*/ 810006 h 810006"/>
                  <a:gd name="connsiteX5" fmla="*/ 248603 w 897921"/>
                  <a:gd name="connsiteY5" fmla="*/ 631127 h 810006"/>
                  <a:gd name="connsiteX6" fmla="*/ 668750 w 897921"/>
                  <a:gd name="connsiteY6" fmla="*/ 631127 h 810006"/>
                  <a:gd name="connsiteX7" fmla="*/ 897922 w 897921"/>
                  <a:gd name="connsiteY7" fmla="*/ 372142 h 810006"/>
                  <a:gd name="connsiteX8" fmla="*/ 897922 w 897921"/>
                  <a:gd name="connsiteY8" fmla="*/ 276987 h 810006"/>
                  <a:gd name="connsiteX9" fmla="*/ 603599 w 897921"/>
                  <a:gd name="connsiteY9" fmla="*/ 0 h 810006"/>
                  <a:gd name="connsiteX10" fmla="*/ 665702 w 897921"/>
                  <a:gd name="connsiteY10" fmla="*/ 326803 h 810006"/>
                  <a:gd name="connsiteX11" fmla="*/ 584835 w 897921"/>
                  <a:gd name="connsiteY11" fmla="*/ 430054 h 810006"/>
                  <a:gd name="connsiteX12" fmla="*/ 248984 w 897921"/>
                  <a:gd name="connsiteY12" fmla="*/ 430054 h 810006"/>
                  <a:gd name="connsiteX13" fmla="*/ 248984 w 897921"/>
                  <a:gd name="connsiteY13" fmla="*/ 200882 h 810006"/>
                  <a:gd name="connsiteX14" fmla="*/ 563499 w 897921"/>
                  <a:gd name="connsiteY14" fmla="*/ 200882 h 810006"/>
                  <a:gd name="connsiteX15" fmla="*/ 665702 w 897921"/>
                  <a:gd name="connsiteY15" fmla="*/ 286893 h 810006"/>
                  <a:gd name="connsiteX16" fmla="*/ 665702 w 897921"/>
                  <a:gd name="connsiteY16" fmla="*/ 326803 h 81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897921" h="810006">
                    <a:moveTo>
                      <a:pt x="603599" y="0"/>
                    </a:moveTo>
                    <a:lnTo>
                      <a:pt x="248698" y="0"/>
                    </a:lnTo>
                    <a:lnTo>
                      <a:pt x="0" y="405003"/>
                    </a:lnTo>
                    <a:lnTo>
                      <a:pt x="248603" y="810006"/>
                    </a:lnTo>
                    <a:lnTo>
                      <a:pt x="248698" y="810006"/>
                    </a:lnTo>
                    <a:lnTo>
                      <a:pt x="248603" y="631127"/>
                    </a:lnTo>
                    <a:lnTo>
                      <a:pt x="668750" y="631127"/>
                    </a:lnTo>
                    <a:cubicBezTo>
                      <a:pt x="845153" y="631127"/>
                      <a:pt x="897922" y="492728"/>
                      <a:pt x="897922" y="372142"/>
                    </a:cubicBezTo>
                    <a:lnTo>
                      <a:pt x="897922" y="276987"/>
                    </a:lnTo>
                    <a:cubicBezTo>
                      <a:pt x="897922" y="118300"/>
                      <a:pt x="840677" y="0"/>
                      <a:pt x="603599" y="0"/>
                    </a:cubicBezTo>
                    <a:close/>
                    <a:moveTo>
                      <a:pt x="665702" y="326803"/>
                    </a:moveTo>
                    <a:cubicBezTo>
                      <a:pt x="665702" y="374809"/>
                      <a:pt x="643223" y="430054"/>
                      <a:pt x="584835" y="430054"/>
                    </a:cubicBezTo>
                    <a:lnTo>
                      <a:pt x="248984" y="430054"/>
                    </a:lnTo>
                    <a:lnTo>
                      <a:pt x="248984" y="200882"/>
                    </a:lnTo>
                    <a:lnTo>
                      <a:pt x="563499" y="200882"/>
                    </a:lnTo>
                    <a:cubicBezTo>
                      <a:pt x="638747" y="200882"/>
                      <a:pt x="665702" y="232124"/>
                      <a:pt x="665702" y="286893"/>
                    </a:cubicBezTo>
                    <a:lnTo>
                      <a:pt x="665702" y="326803"/>
                    </a:lnTo>
                    <a:close/>
                  </a:path>
                </a:pathLst>
              </a:custGeom>
              <a:solidFill>
                <a:srgbClr val="69CA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Poppins" panose="00000500000000000000" pitchFamily="2" charset="0"/>
                </a:endParaRPr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5574364D-F516-9734-E8D4-A1A92051B6C9}"/>
                  </a:ext>
                </a:extLst>
              </p:cNvPr>
              <p:cNvSpPr/>
              <p:nvPr/>
            </p:nvSpPr>
            <p:spPr>
              <a:xfrm>
                <a:off x="1006245" y="532263"/>
                <a:ext cx="588389" cy="515204"/>
              </a:xfrm>
              <a:custGeom>
                <a:avLst/>
                <a:gdLst>
                  <a:gd name="connsiteX0" fmla="*/ 675894 w 925067"/>
                  <a:gd name="connsiteY0" fmla="*/ 0 h 810006"/>
                  <a:gd name="connsiteX1" fmla="*/ 630460 w 925067"/>
                  <a:gd name="connsiteY1" fmla="*/ 0 h 810006"/>
                  <a:gd name="connsiteX2" fmla="*/ 462534 w 925067"/>
                  <a:gd name="connsiteY2" fmla="*/ 269177 h 810006"/>
                  <a:gd name="connsiteX3" fmla="*/ 294704 w 925067"/>
                  <a:gd name="connsiteY3" fmla="*/ 0 h 810006"/>
                  <a:gd name="connsiteX4" fmla="*/ 248507 w 925067"/>
                  <a:gd name="connsiteY4" fmla="*/ 0 h 810006"/>
                  <a:gd name="connsiteX5" fmla="*/ 0 w 925067"/>
                  <a:gd name="connsiteY5" fmla="*/ 0 h 810006"/>
                  <a:gd name="connsiteX6" fmla="*/ 248698 w 925067"/>
                  <a:gd name="connsiteY6" fmla="*/ 405003 h 810006"/>
                  <a:gd name="connsiteX7" fmla="*/ 0 w 925067"/>
                  <a:gd name="connsiteY7" fmla="*/ 810006 h 810006"/>
                  <a:gd name="connsiteX8" fmla="*/ 248984 w 925067"/>
                  <a:gd name="connsiteY8" fmla="*/ 810006 h 810006"/>
                  <a:gd name="connsiteX9" fmla="*/ 294704 w 925067"/>
                  <a:gd name="connsiteY9" fmla="*/ 810006 h 810006"/>
                  <a:gd name="connsiteX10" fmla="*/ 462534 w 925067"/>
                  <a:gd name="connsiteY10" fmla="*/ 540734 h 810006"/>
                  <a:gd name="connsiteX11" fmla="*/ 630460 w 925067"/>
                  <a:gd name="connsiteY11" fmla="*/ 810006 h 810006"/>
                  <a:gd name="connsiteX12" fmla="*/ 676466 w 925067"/>
                  <a:gd name="connsiteY12" fmla="*/ 810006 h 810006"/>
                  <a:gd name="connsiteX13" fmla="*/ 925068 w 925067"/>
                  <a:gd name="connsiteY13" fmla="*/ 809911 h 810006"/>
                  <a:gd name="connsiteX14" fmla="*/ 676370 w 925067"/>
                  <a:gd name="connsiteY14" fmla="*/ 405003 h 810006"/>
                  <a:gd name="connsiteX15" fmla="*/ 925068 w 925067"/>
                  <a:gd name="connsiteY15" fmla="*/ 0 h 810006"/>
                  <a:gd name="connsiteX16" fmla="*/ 675894 w 925067"/>
                  <a:gd name="connsiteY16" fmla="*/ 0 h 81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25067" h="810006">
                    <a:moveTo>
                      <a:pt x="675894" y="0"/>
                    </a:moveTo>
                    <a:lnTo>
                      <a:pt x="630460" y="0"/>
                    </a:lnTo>
                    <a:lnTo>
                      <a:pt x="462534" y="269177"/>
                    </a:lnTo>
                    <a:lnTo>
                      <a:pt x="294704" y="0"/>
                    </a:lnTo>
                    <a:lnTo>
                      <a:pt x="248507" y="0"/>
                    </a:lnTo>
                    <a:lnTo>
                      <a:pt x="0" y="0"/>
                    </a:lnTo>
                    <a:lnTo>
                      <a:pt x="248698" y="405003"/>
                    </a:lnTo>
                    <a:lnTo>
                      <a:pt x="0" y="810006"/>
                    </a:lnTo>
                    <a:lnTo>
                      <a:pt x="248984" y="810006"/>
                    </a:lnTo>
                    <a:lnTo>
                      <a:pt x="294704" y="810006"/>
                    </a:lnTo>
                    <a:lnTo>
                      <a:pt x="462534" y="540734"/>
                    </a:lnTo>
                    <a:lnTo>
                      <a:pt x="630460" y="810006"/>
                    </a:lnTo>
                    <a:lnTo>
                      <a:pt x="676466" y="810006"/>
                    </a:lnTo>
                    <a:lnTo>
                      <a:pt x="925068" y="809911"/>
                    </a:lnTo>
                    <a:lnTo>
                      <a:pt x="676370" y="405003"/>
                    </a:lnTo>
                    <a:lnTo>
                      <a:pt x="925068" y="0"/>
                    </a:lnTo>
                    <a:lnTo>
                      <a:pt x="675894" y="0"/>
                    </a:lnTo>
                  </a:path>
                </a:pathLst>
              </a:custGeom>
              <a:solidFill>
                <a:srgbClr val="0EAF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Poppins" panose="000005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64609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+ bur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A8611E8-2A99-51CF-0406-11504A28D8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9412" y="486751"/>
            <a:ext cx="780795" cy="4838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01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DD939FD6-7900-9BF1-E007-980EAA410D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2" y="1828800"/>
            <a:ext cx="4230687" cy="2374900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36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Section divider header goes here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8F625206-8EC0-F346-26E8-1D3C64F070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9412" y="4504637"/>
            <a:ext cx="4230687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Secondary header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E19CE444-1E20-BC10-EB52-FA0A7FBF352F}"/>
              </a:ext>
            </a:extLst>
          </p:cNvPr>
          <p:cNvGrpSpPr/>
          <p:nvPr userDrawn="1"/>
        </p:nvGrpSpPr>
        <p:grpSpPr>
          <a:xfrm>
            <a:off x="5741362" y="0"/>
            <a:ext cx="6450638" cy="6858000"/>
            <a:chOff x="5741362" y="0"/>
            <a:chExt cx="6450638" cy="6858000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1B0137DC-0A13-B2A7-7BD7-481F29140477}"/>
                </a:ext>
              </a:extLst>
            </p:cNvPr>
            <p:cNvSpPr/>
            <p:nvPr userDrawn="1"/>
          </p:nvSpPr>
          <p:spPr>
            <a:xfrm>
              <a:off x="8937266" y="0"/>
              <a:ext cx="3254733" cy="6858000"/>
            </a:xfrm>
            <a:custGeom>
              <a:avLst/>
              <a:gdLst>
                <a:gd name="connsiteX0" fmla="*/ 0 w 3254733"/>
                <a:gd name="connsiteY0" fmla="*/ 0 h 6858000"/>
                <a:gd name="connsiteX1" fmla="*/ 3254733 w 3254733"/>
                <a:gd name="connsiteY1" fmla="*/ 0 h 6858000"/>
                <a:gd name="connsiteX2" fmla="*/ 3254733 w 3254733"/>
                <a:gd name="connsiteY2" fmla="*/ 6858000 h 6858000"/>
                <a:gd name="connsiteX3" fmla="*/ 0 w 3254733"/>
                <a:gd name="connsiteY3" fmla="*/ 6858000 h 6858000"/>
                <a:gd name="connsiteX4" fmla="*/ 0 w 3254733"/>
                <a:gd name="connsiteY4" fmla="*/ 0 h 6858000"/>
                <a:gd name="connsiteX0" fmla="*/ 2862469 w 3254733"/>
                <a:gd name="connsiteY0" fmla="*/ 15903 h 6858000"/>
                <a:gd name="connsiteX1" fmla="*/ 3254733 w 3254733"/>
                <a:gd name="connsiteY1" fmla="*/ 0 h 6858000"/>
                <a:gd name="connsiteX2" fmla="*/ 3254733 w 3254733"/>
                <a:gd name="connsiteY2" fmla="*/ 6858000 h 6858000"/>
                <a:gd name="connsiteX3" fmla="*/ 0 w 3254733"/>
                <a:gd name="connsiteY3" fmla="*/ 6858000 h 6858000"/>
                <a:gd name="connsiteX4" fmla="*/ 2862469 w 3254733"/>
                <a:gd name="connsiteY4" fmla="*/ 1590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54733" h="6858000">
                  <a:moveTo>
                    <a:pt x="2862469" y="15903"/>
                  </a:moveTo>
                  <a:lnTo>
                    <a:pt x="3254733" y="0"/>
                  </a:lnTo>
                  <a:lnTo>
                    <a:pt x="3254733" y="6858000"/>
                  </a:lnTo>
                  <a:lnTo>
                    <a:pt x="0" y="6858000"/>
                  </a:lnTo>
                  <a:lnTo>
                    <a:pt x="2862469" y="15903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E29BA0B-32DE-D114-8B66-DEB733B060CE}"/>
                </a:ext>
              </a:extLst>
            </p:cNvPr>
            <p:cNvSpPr/>
            <p:nvPr userDrawn="1"/>
          </p:nvSpPr>
          <p:spPr>
            <a:xfrm>
              <a:off x="5741362" y="0"/>
              <a:ext cx="6450637" cy="6858000"/>
            </a:xfrm>
            <a:custGeom>
              <a:avLst/>
              <a:gdLst>
                <a:gd name="connsiteX0" fmla="*/ 0 w 6450637"/>
                <a:gd name="connsiteY0" fmla="*/ 0 h 6858000"/>
                <a:gd name="connsiteX1" fmla="*/ 6450637 w 6450637"/>
                <a:gd name="connsiteY1" fmla="*/ 0 h 6858000"/>
                <a:gd name="connsiteX2" fmla="*/ 6450637 w 6450637"/>
                <a:gd name="connsiteY2" fmla="*/ 6858000 h 6858000"/>
                <a:gd name="connsiteX3" fmla="*/ 0 w 6450637"/>
                <a:gd name="connsiteY3" fmla="*/ 6858000 h 6858000"/>
                <a:gd name="connsiteX4" fmla="*/ 0 w 6450637"/>
                <a:gd name="connsiteY4" fmla="*/ 0 h 6858000"/>
                <a:gd name="connsiteX0" fmla="*/ 0 w 6450637"/>
                <a:gd name="connsiteY0" fmla="*/ 2910177 h 6858000"/>
                <a:gd name="connsiteX1" fmla="*/ 6450637 w 6450637"/>
                <a:gd name="connsiteY1" fmla="*/ 0 h 6858000"/>
                <a:gd name="connsiteX2" fmla="*/ 6450637 w 6450637"/>
                <a:gd name="connsiteY2" fmla="*/ 6858000 h 6858000"/>
                <a:gd name="connsiteX3" fmla="*/ 0 w 6450637"/>
                <a:gd name="connsiteY3" fmla="*/ 6858000 h 6858000"/>
                <a:gd name="connsiteX4" fmla="*/ 0 w 6450637"/>
                <a:gd name="connsiteY4" fmla="*/ 2910177 h 6858000"/>
                <a:gd name="connsiteX0" fmla="*/ 0 w 6450637"/>
                <a:gd name="connsiteY0" fmla="*/ 2910177 h 6858000"/>
                <a:gd name="connsiteX1" fmla="*/ 6450637 w 6450637"/>
                <a:gd name="connsiteY1" fmla="*/ 0 h 6858000"/>
                <a:gd name="connsiteX2" fmla="*/ 3445044 w 6450637"/>
                <a:gd name="connsiteY2" fmla="*/ 6850049 h 6858000"/>
                <a:gd name="connsiteX3" fmla="*/ 0 w 6450637"/>
                <a:gd name="connsiteY3" fmla="*/ 6858000 h 6858000"/>
                <a:gd name="connsiteX4" fmla="*/ 0 w 6450637"/>
                <a:gd name="connsiteY4" fmla="*/ 291017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0637" h="6858000">
                  <a:moveTo>
                    <a:pt x="0" y="2910177"/>
                  </a:moveTo>
                  <a:lnTo>
                    <a:pt x="6450637" y="0"/>
                  </a:lnTo>
                  <a:lnTo>
                    <a:pt x="3445044" y="6850049"/>
                  </a:lnTo>
                  <a:lnTo>
                    <a:pt x="0" y="6858000"/>
                  </a:lnTo>
                  <a:lnTo>
                    <a:pt x="0" y="2910177"/>
                  </a:lnTo>
                  <a:close/>
                </a:path>
              </a:pathLst>
            </a:custGeom>
            <a:solidFill>
              <a:srgbClr val="7CD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762348AC-15FB-B52A-8D79-D06040BBF52F}"/>
                </a:ext>
              </a:extLst>
            </p:cNvPr>
            <p:cNvGrpSpPr/>
            <p:nvPr userDrawn="1"/>
          </p:nvGrpSpPr>
          <p:grpSpPr>
            <a:xfrm>
              <a:off x="5741363" y="0"/>
              <a:ext cx="6450637" cy="6858000"/>
              <a:chOff x="5741363" y="0"/>
              <a:chExt cx="6450637" cy="6858000"/>
            </a:xfrm>
          </p:grpSpPr>
          <p:sp>
            <p:nvSpPr>
              <p:cNvPr id="64" name="Rectangle 57">
                <a:extLst>
                  <a:ext uri="{FF2B5EF4-FFF2-40B4-BE49-F238E27FC236}">
                    <a16:creationId xmlns:a16="http://schemas.microsoft.com/office/drawing/2014/main" id="{8D6B6138-4631-A738-81FA-7B720C2E5EDB}"/>
                  </a:ext>
                </a:extLst>
              </p:cNvPr>
              <p:cNvSpPr/>
              <p:nvPr userDrawn="1"/>
            </p:nvSpPr>
            <p:spPr>
              <a:xfrm>
                <a:off x="5741363" y="0"/>
                <a:ext cx="6450636" cy="3172570"/>
              </a:xfrm>
              <a:custGeom>
                <a:avLst/>
                <a:gdLst>
                  <a:gd name="connsiteX0" fmla="*/ 0 w 6450636"/>
                  <a:gd name="connsiteY0" fmla="*/ 0 h 3172570"/>
                  <a:gd name="connsiteX1" fmla="*/ 6450636 w 6450636"/>
                  <a:gd name="connsiteY1" fmla="*/ 0 h 3172570"/>
                  <a:gd name="connsiteX2" fmla="*/ 6450636 w 6450636"/>
                  <a:gd name="connsiteY2" fmla="*/ 3172570 h 3172570"/>
                  <a:gd name="connsiteX3" fmla="*/ 0 w 6450636"/>
                  <a:gd name="connsiteY3" fmla="*/ 3172570 h 3172570"/>
                  <a:gd name="connsiteX4" fmla="*/ 0 w 6450636"/>
                  <a:gd name="connsiteY4" fmla="*/ 0 h 3172570"/>
                  <a:gd name="connsiteX0" fmla="*/ 0 w 6450636"/>
                  <a:gd name="connsiteY0" fmla="*/ 0 h 3172570"/>
                  <a:gd name="connsiteX1" fmla="*/ 6450636 w 6450636"/>
                  <a:gd name="connsiteY1" fmla="*/ 0 h 3172570"/>
                  <a:gd name="connsiteX2" fmla="*/ 3961877 w 6450636"/>
                  <a:gd name="connsiteY2" fmla="*/ 1168841 h 3172570"/>
                  <a:gd name="connsiteX3" fmla="*/ 0 w 6450636"/>
                  <a:gd name="connsiteY3" fmla="*/ 3172570 h 3172570"/>
                  <a:gd name="connsiteX4" fmla="*/ 0 w 6450636"/>
                  <a:gd name="connsiteY4" fmla="*/ 0 h 3172570"/>
                  <a:gd name="connsiteX0" fmla="*/ 0 w 6450636"/>
                  <a:gd name="connsiteY0" fmla="*/ 0 h 3172570"/>
                  <a:gd name="connsiteX1" fmla="*/ 6450636 w 6450636"/>
                  <a:gd name="connsiteY1" fmla="*/ 0 h 3172570"/>
                  <a:gd name="connsiteX2" fmla="*/ 0 w 6450636"/>
                  <a:gd name="connsiteY2" fmla="*/ 3172570 h 3172570"/>
                  <a:gd name="connsiteX3" fmla="*/ 0 w 6450636"/>
                  <a:gd name="connsiteY3" fmla="*/ 0 h 317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3172570">
                    <a:moveTo>
                      <a:pt x="0" y="0"/>
                    </a:moveTo>
                    <a:lnTo>
                      <a:pt x="6450636" y="0"/>
                    </a:lnTo>
                    <a:lnTo>
                      <a:pt x="0" y="31725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A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64008" bIns="64008" rtlCol="0" anchor="t"/>
              <a:lstStyle/>
              <a:p>
                <a:pPr algn="l"/>
                <a:endParaRPr lang="en-US" dirty="0">
                  <a:latin typeface="Poppins SemiBold" panose="00000700000000000000" pitchFamily="2" charset="0"/>
                  <a:cs typeface="Poppins SemiBold" panose="00000700000000000000" pitchFamily="2" charset="0"/>
                </a:endParaRPr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D7785116-2A75-5C21-198D-6B93767D82F4}"/>
                  </a:ext>
                </a:extLst>
              </p:cNvPr>
              <p:cNvSpPr/>
              <p:nvPr/>
            </p:nvSpPr>
            <p:spPr>
              <a:xfrm>
                <a:off x="10543225" y="0"/>
                <a:ext cx="1648774" cy="6858000"/>
              </a:xfrm>
              <a:custGeom>
                <a:avLst/>
                <a:gdLst>
                  <a:gd name="connsiteX0" fmla="*/ 512445 w 1648774"/>
                  <a:gd name="connsiteY0" fmla="*/ 6858000 h 6858000"/>
                  <a:gd name="connsiteX1" fmla="*/ 1648775 w 1648774"/>
                  <a:gd name="connsiteY1" fmla="*/ 0 h 6858000"/>
                  <a:gd name="connsiteX2" fmla="*/ 0 w 1648774"/>
                  <a:gd name="connsiteY2" fmla="*/ 6858000 h 6858000"/>
                  <a:gd name="connsiteX3" fmla="*/ 512445 w 1648774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48774" h="6858000">
                    <a:moveTo>
                      <a:pt x="512445" y="6858000"/>
                    </a:moveTo>
                    <a:lnTo>
                      <a:pt x="1648775" y="0"/>
                    </a:lnTo>
                    <a:lnTo>
                      <a:pt x="0" y="6858000"/>
                    </a:lnTo>
                    <a:lnTo>
                      <a:pt x="512445" y="6858000"/>
                    </a:lnTo>
                    <a:close/>
                  </a:path>
                </a:pathLst>
              </a:custGeom>
              <a:solidFill>
                <a:srgbClr val="3ECAFB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2874D2C6-8CF0-4BD4-20FE-B9C0A206E885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4032884"/>
              </a:xfrm>
              <a:custGeom>
                <a:avLst/>
                <a:gdLst>
                  <a:gd name="connsiteX0" fmla="*/ 0 w 6450636"/>
                  <a:gd name="connsiteY0" fmla="*/ 4032885 h 4032884"/>
                  <a:gd name="connsiteX1" fmla="*/ 0 w 6450636"/>
                  <a:gd name="connsiteY1" fmla="*/ 3051175 h 4032884"/>
                  <a:gd name="connsiteX2" fmla="*/ 6450637 w 6450636"/>
                  <a:gd name="connsiteY2" fmla="*/ 0 h 4032884"/>
                  <a:gd name="connsiteX3" fmla="*/ 0 w 6450636"/>
                  <a:gd name="connsiteY3" fmla="*/ 4032885 h 4032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4032884">
                    <a:moveTo>
                      <a:pt x="0" y="4032885"/>
                    </a:moveTo>
                    <a:lnTo>
                      <a:pt x="0" y="3051175"/>
                    </a:lnTo>
                    <a:lnTo>
                      <a:pt x="6450637" y="0"/>
                    </a:lnTo>
                    <a:lnTo>
                      <a:pt x="0" y="4032885"/>
                    </a:lnTo>
                    <a:close/>
                  </a:path>
                </a:pathLst>
              </a:custGeom>
              <a:gradFill>
                <a:gsLst>
                  <a:gs pos="0">
                    <a:srgbClr val="C6EB00"/>
                  </a:gs>
                  <a:gs pos="22000">
                    <a:srgbClr val="C6EB00"/>
                  </a:gs>
                  <a:gs pos="81000">
                    <a:srgbClr val="C6EB00"/>
                  </a:gs>
                </a:gsLst>
                <a:lin ang="2023233" scaled="1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7E54D9D3-C010-1DDD-E056-677CDE82F3B6}"/>
                  </a:ext>
                </a:extLst>
              </p:cNvPr>
              <p:cNvSpPr/>
              <p:nvPr/>
            </p:nvSpPr>
            <p:spPr>
              <a:xfrm>
                <a:off x="6696719" y="0"/>
                <a:ext cx="5495280" cy="6858000"/>
              </a:xfrm>
              <a:custGeom>
                <a:avLst/>
                <a:gdLst>
                  <a:gd name="connsiteX0" fmla="*/ 0 w 5495280"/>
                  <a:gd name="connsiteY0" fmla="*/ 6858000 h 6858000"/>
                  <a:gd name="connsiteX1" fmla="*/ 5495281 w 5495280"/>
                  <a:gd name="connsiteY1" fmla="*/ 0 h 6858000"/>
                  <a:gd name="connsiteX2" fmla="*/ 742949 w 5495280"/>
                  <a:gd name="connsiteY2" fmla="*/ 6858000 h 6858000"/>
                  <a:gd name="connsiteX3" fmla="*/ 0 w 5495280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95280" h="6858000">
                    <a:moveTo>
                      <a:pt x="0" y="6858000"/>
                    </a:moveTo>
                    <a:lnTo>
                      <a:pt x="5495281" y="0"/>
                    </a:lnTo>
                    <a:lnTo>
                      <a:pt x="742949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rgbClr val="69CA00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11416E4E-C43D-FFE2-FBBE-562A2C1BFD17}"/>
                  </a:ext>
                </a:extLst>
              </p:cNvPr>
              <p:cNvSpPr/>
              <p:nvPr/>
            </p:nvSpPr>
            <p:spPr>
              <a:xfrm>
                <a:off x="11055669" y="0"/>
                <a:ext cx="1136330" cy="6858000"/>
              </a:xfrm>
              <a:custGeom>
                <a:avLst/>
                <a:gdLst>
                  <a:gd name="connsiteX0" fmla="*/ 1136330 w 1136330"/>
                  <a:gd name="connsiteY0" fmla="*/ 6858000 h 6858000"/>
                  <a:gd name="connsiteX1" fmla="*/ 1136330 w 1136330"/>
                  <a:gd name="connsiteY1" fmla="*/ 0 h 6858000"/>
                  <a:gd name="connsiteX2" fmla="*/ 0 w 1136330"/>
                  <a:gd name="connsiteY2" fmla="*/ 6858000 h 6858000"/>
                  <a:gd name="connsiteX3" fmla="*/ 1136330 w 1136330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36330" h="6858000">
                    <a:moveTo>
                      <a:pt x="1136330" y="6858000"/>
                    </a:moveTo>
                    <a:lnTo>
                      <a:pt x="1136330" y="0"/>
                    </a:lnTo>
                    <a:lnTo>
                      <a:pt x="0" y="6858000"/>
                    </a:lnTo>
                    <a:lnTo>
                      <a:pt x="1136330" y="6858000"/>
                    </a:lnTo>
                    <a:close/>
                  </a:path>
                </a:pathLst>
              </a:custGeom>
              <a:gradFill>
                <a:gsLst>
                  <a:gs pos="34000">
                    <a:srgbClr val="39B0E9"/>
                  </a:gs>
                  <a:gs pos="3000">
                    <a:srgbClr val="3ECAFB"/>
                  </a:gs>
                  <a:gs pos="55000">
                    <a:srgbClr val="3598D9"/>
                  </a:gs>
                  <a:gs pos="100000">
                    <a:srgbClr val="2D67B8"/>
                  </a:gs>
                </a:gsLst>
                <a:lin ang="21204873" scaled="1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5B1CEAA0-A035-EFDD-A298-D686EAF9623A}"/>
                  </a:ext>
                </a:extLst>
              </p:cNvPr>
              <p:cNvSpPr/>
              <p:nvPr/>
            </p:nvSpPr>
            <p:spPr>
              <a:xfrm>
                <a:off x="7439668" y="0"/>
                <a:ext cx="4752332" cy="6858000"/>
              </a:xfrm>
              <a:custGeom>
                <a:avLst/>
                <a:gdLst>
                  <a:gd name="connsiteX0" fmla="*/ 2253611 w 4752332"/>
                  <a:gd name="connsiteY0" fmla="*/ 6858000 h 6858000"/>
                  <a:gd name="connsiteX1" fmla="*/ 0 w 4752332"/>
                  <a:gd name="connsiteY1" fmla="*/ 6858000 h 6858000"/>
                  <a:gd name="connsiteX2" fmla="*/ 4752332 w 4752332"/>
                  <a:gd name="connsiteY2" fmla="*/ 0 h 6858000"/>
                  <a:gd name="connsiteX3" fmla="*/ 2253611 w 4752332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52332" h="6858000">
                    <a:moveTo>
                      <a:pt x="2253611" y="6858000"/>
                    </a:moveTo>
                    <a:lnTo>
                      <a:pt x="0" y="6858000"/>
                    </a:lnTo>
                    <a:lnTo>
                      <a:pt x="4752332" y="0"/>
                    </a:lnTo>
                    <a:lnTo>
                      <a:pt x="2253611" y="6858000"/>
                    </a:lnTo>
                    <a:close/>
                  </a:path>
                </a:pathLst>
              </a:custGeom>
              <a:gradFill>
                <a:gsLst>
                  <a:gs pos="39000">
                    <a:srgbClr val="C6EB03"/>
                  </a:gs>
                  <a:gs pos="52000">
                    <a:srgbClr val="BAE718"/>
                  </a:gs>
                  <a:gs pos="54000">
                    <a:srgbClr val="9DDF50"/>
                  </a:gs>
                  <a:gs pos="58000">
                    <a:srgbClr val="49C8F5"/>
                  </a:gs>
                </a:gsLst>
                <a:lin ang="1800000" scaled="0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EAAAB3FF-3F4B-DA15-A47D-12B9DC10C1A0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451167"/>
              </a:xfrm>
              <a:custGeom>
                <a:avLst/>
                <a:gdLst>
                  <a:gd name="connsiteX0" fmla="*/ 6450637 w 6450636"/>
                  <a:gd name="connsiteY0" fmla="*/ 0 h 451167"/>
                  <a:gd name="connsiteX1" fmla="*/ 0 w 6450636"/>
                  <a:gd name="connsiteY1" fmla="*/ 0 h 451167"/>
                  <a:gd name="connsiteX2" fmla="*/ 0 w 6450636"/>
                  <a:gd name="connsiteY2" fmla="*/ 451168 h 451167"/>
                  <a:gd name="connsiteX3" fmla="*/ 6450637 w 6450636"/>
                  <a:gd name="connsiteY3" fmla="*/ 0 h 45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451167">
                    <a:moveTo>
                      <a:pt x="6450637" y="0"/>
                    </a:moveTo>
                    <a:lnTo>
                      <a:pt x="0" y="0"/>
                    </a:lnTo>
                    <a:lnTo>
                      <a:pt x="0" y="451168"/>
                    </a:lnTo>
                    <a:lnTo>
                      <a:pt x="6450637" y="0"/>
                    </a:lnTo>
                    <a:close/>
                  </a:path>
                </a:pathLst>
              </a:custGeom>
              <a:solidFill>
                <a:srgbClr val="FFB400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0AA6B9D6-FFEF-B3D1-2C7A-1605F2D2C018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1643379"/>
              </a:xfrm>
              <a:custGeom>
                <a:avLst/>
                <a:gdLst>
                  <a:gd name="connsiteX0" fmla="*/ 6450637 w 6450636"/>
                  <a:gd name="connsiteY0" fmla="*/ 0 h 1643379"/>
                  <a:gd name="connsiteX1" fmla="*/ 0 w 6450636"/>
                  <a:gd name="connsiteY1" fmla="*/ 451168 h 1643379"/>
                  <a:gd name="connsiteX2" fmla="*/ 0 w 6450636"/>
                  <a:gd name="connsiteY2" fmla="*/ 1643380 h 1643379"/>
                  <a:gd name="connsiteX3" fmla="*/ 6450637 w 6450636"/>
                  <a:gd name="connsiteY3" fmla="*/ 0 h 16433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1643379">
                    <a:moveTo>
                      <a:pt x="6450637" y="0"/>
                    </a:moveTo>
                    <a:lnTo>
                      <a:pt x="0" y="451168"/>
                    </a:lnTo>
                    <a:lnTo>
                      <a:pt x="0" y="1643380"/>
                    </a:lnTo>
                    <a:lnTo>
                      <a:pt x="6450637" y="0"/>
                    </a:lnTo>
                    <a:close/>
                  </a:path>
                </a:pathLst>
              </a:custGeom>
              <a:gradFill>
                <a:gsLst>
                  <a:gs pos="29000">
                    <a:srgbClr val="FFA800"/>
                  </a:gs>
                  <a:gs pos="32000">
                    <a:srgbClr val="FFAA00"/>
                  </a:gs>
                  <a:gs pos="47000">
                    <a:srgbClr val="FFC600"/>
                  </a:gs>
                </a:gsLst>
                <a:lin ang="4680000" scaled="0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9702D599-C6F9-9A51-D4F8-74409D448252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2345689"/>
              </a:xfrm>
              <a:custGeom>
                <a:avLst/>
                <a:gdLst>
                  <a:gd name="connsiteX0" fmla="*/ 6450637 w 6450636"/>
                  <a:gd name="connsiteY0" fmla="*/ 0 h 2345689"/>
                  <a:gd name="connsiteX1" fmla="*/ 0 w 6450636"/>
                  <a:gd name="connsiteY1" fmla="*/ 2151063 h 2345689"/>
                  <a:gd name="connsiteX2" fmla="*/ 0 w 6450636"/>
                  <a:gd name="connsiteY2" fmla="*/ 2345690 h 2345689"/>
                  <a:gd name="connsiteX3" fmla="*/ 6450637 w 6450636"/>
                  <a:gd name="connsiteY3" fmla="*/ 0 h 2345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2345689">
                    <a:moveTo>
                      <a:pt x="6450637" y="0"/>
                    </a:moveTo>
                    <a:lnTo>
                      <a:pt x="0" y="2151063"/>
                    </a:lnTo>
                    <a:lnTo>
                      <a:pt x="0" y="2345690"/>
                    </a:lnTo>
                    <a:lnTo>
                      <a:pt x="6450637" y="0"/>
                    </a:lnTo>
                    <a:close/>
                  </a:path>
                </a:pathLst>
              </a:custGeom>
              <a:solidFill>
                <a:srgbClr val="FF9A00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F5183F6D-5EC9-1C56-B19E-D634E3F23EB3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3051175"/>
              </a:xfrm>
              <a:custGeom>
                <a:avLst/>
                <a:gdLst>
                  <a:gd name="connsiteX0" fmla="*/ 6450637 w 6450636"/>
                  <a:gd name="connsiteY0" fmla="*/ 0 h 3051175"/>
                  <a:gd name="connsiteX1" fmla="*/ 0 w 6450636"/>
                  <a:gd name="connsiteY1" fmla="*/ 2345690 h 3051175"/>
                  <a:gd name="connsiteX2" fmla="*/ 0 w 6450636"/>
                  <a:gd name="connsiteY2" fmla="*/ 3051175 h 3051175"/>
                  <a:gd name="connsiteX3" fmla="*/ 6450637 w 6450636"/>
                  <a:gd name="connsiteY3" fmla="*/ 0 h 3051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3051175">
                    <a:moveTo>
                      <a:pt x="6450637" y="0"/>
                    </a:moveTo>
                    <a:lnTo>
                      <a:pt x="0" y="2345690"/>
                    </a:lnTo>
                    <a:lnTo>
                      <a:pt x="0" y="3051175"/>
                    </a:lnTo>
                    <a:lnTo>
                      <a:pt x="6450637" y="0"/>
                    </a:lnTo>
                    <a:close/>
                  </a:path>
                </a:pathLst>
              </a:custGeom>
              <a:gradFill>
                <a:gsLst>
                  <a:gs pos="47000">
                    <a:srgbClr val="C6EB00"/>
                  </a:gs>
                  <a:gs pos="11000">
                    <a:srgbClr val="C6EB00"/>
                  </a:gs>
                  <a:gs pos="69000">
                    <a:srgbClr val="FF9A00"/>
                  </a:gs>
                  <a:gs pos="56000">
                    <a:srgbClr val="FF9A00"/>
                  </a:gs>
                </a:gsLst>
                <a:lin ang="14820000" scaled="0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8D5CB4C5-1FDC-6793-46C3-86D6667B8C72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2151062"/>
              </a:xfrm>
              <a:custGeom>
                <a:avLst/>
                <a:gdLst>
                  <a:gd name="connsiteX0" fmla="*/ 0 w 6450636"/>
                  <a:gd name="connsiteY0" fmla="*/ 2151063 h 2151062"/>
                  <a:gd name="connsiteX1" fmla="*/ 0 w 6450636"/>
                  <a:gd name="connsiteY1" fmla="*/ 1643380 h 2151062"/>
                  <a:gd name="connsiteX2" fmla="*/ 0 w 6450636"/>
                  <a:gd name="connsiteY2" fmla="*/ 1643380 h 2151062"/>
                  <a:gd name="connsiteX3" fmla="*/ 6450637 w 6450636"/>
                  <a:gd name="connsiteY3" fmla="*/ 0 h 2151062"/>
                  <a:gd name="connsiteX4" fmla="*/ 0 w 6450636"/>
                  <a:gd name="connsiteY4" fmla="*/ 2151063 h 2151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50636" h="2151062">
                    <a:moveTo>
                      <a:pt x="0" y="2151063"/>
                    </a:moveTo>
                    <a:lnTo>
                      <a:pt x="0" y="1643380"/>
                    </a:lnTo>
                    <a:lnTo>
                      <a:pt x="0" y="1643380"/>
                    </a:lnTo>
                    <a:lnTo>
                      <a:pt x="6450637" y="0"/>
                    </a:lnTo>
                    <a:lnTo>
                      <a:pt x="0" y="2151063"/>
                    </a:lnTo>
                    <a:close/>
                  </a:path>
                </a:pathLst>
              </a:custGeom>
              <a:solidFill>
                <a:srgbClr val="FDAF25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7F42512D-4A2B-C686-17DC-52467C8DC550}"/>
                  </a:ext>
                </a:extLst>
              </p:cNvPr>
              <p:cNvSpPr/>
              <p:nvPr/>
            </p:nvSpPr>
            <p:spPr>
              <a:xfrm>
                <a:off x="9693279" y="0"/>
                <a:ext cx="2498720" cy="6858000"/>
              </a:xfrm>
              <a:custGeom>
                <a:avLst/>
                <a:gdLst>
                  <a:gd name="connsiteX0" fmla="*/ 0 w 2498720"/>
                  <a:gd name="connsiteY0" fmla="*/ 6858000 h 6858000"/>
                  <a:gd name="connsiteX1" fmla="*/ 2498721 w 2498720"/>
                  <a:gd name="connsiteY1" fmla="*/ 0 h 6858000"/>
                  <a:gd name="connsiteX2" fmla="*/ 849946 w 2498720"/>
                  <a:gd name="connsiteY2" fmla="*/ 6858000 h 6858000"/>
                  <a:gd name="connsiteX3" fmla="*/ 0 w 2498720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98720" h="6858000">
                    <a:moveTo>
                      <a:pt x="0" y="6858000"/>
                    </a:moveTo>
                    <a:lnTo>
                      <a:pt x="2498721" y="0"/>
                    </a:lnTo>
                    <a:lnTo>
                      <a:pt x="849946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rgbClr val="188EE1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CAFF5C48-A44A-A9D1-CCA8-DA3CD1FE5448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5757545"/>
              </a:xfrm>
              <a:custGeom>
                <a:avLst/>
                <a:gdLst>
                  <a:gd name="connsiteX0" fmla="*/ 0 w 6450636"/>
                  <a:gd name="connsiteY0" fmla="*/ 5757545 h 5757545"/>
                  <a:gd name="connsiteX1" fmla="*/ 6450637 w 6450636"/>
                  <a:gd name="connsiteY1" fmla="*/ 0 h 5757545"/>
                  <a:gd name="connsiteX2" fmla="*/ 0 w 6450636"/>
                  <a:gd name="connsiteY2" fmla="*/ 4032885 h 5757545"/>
                  <a:gd name="connsiteX3" fmla="*/ 0 w 6450636"/>
                  <a:gd name="connsiteY3" fmla="*/ 5757545 h 57575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5757545">
                    <a:moveTo>
                      <a:pt x="0" y="5757545"/>
                    </a:moveTo>
                    <a:lnTo>
                      <a:pt x="6450637" y="0"/>
                    </a:lnTo>
                    <a:lnTo>
                      <a:pt x="0" y="4032885"/>
                    </a:lnTo>
                    <a:lnTo>
                      <a:pt x="0" y="5757545"/>
                    </a:lnTo>
                    <a:close/>
                  </a:path>
                </a:pathLst>
              </a:custGeom>
              <a:gradFill>
                <a:gsLst>
                  <a:gs pos="0">
                    <a:srgbClr val="87D400"/>
                  </a:gs>
                  <a:gs pos="22000">
                    <a:srgbClr val="83D200"/>
                  </a:gs>
                  <a:gs pos="81000">
                    <a:srgbClr val="69CA00"/>
                  </a:gs>
                </a:gsLst>
                <a:lin ang="2023233" scaled="1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4CDBA68C-FA70-22B2-C709-3F6EF70E24D1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6858000"/>
              </a:xfrm>
              <a:custGeom>
                <a:avLst/>
                <a:gdLst>
                  <a:gd name="connsiteX0" fmla="*/ 955356 w 6450636"/>
                  <a:gd name="connsiteY0" fmla="*/ 6858000 h 6858000"/>
                  <a:gd name="connsiteX1" fmla="*/ 6450637 w 6450636"/>
                  <a:gd name="connsiteY1" fmla="*/ 0 h 6858000"/>
                  <a:gd name="connsiteX2" fmla="*/ 0 w 6450636"/>
                  <a:gd name="connsiteY2" fmla="*/ 5757545 h 6858000"/>
                  <a:gd name="connsiteX3" fmla="*/ 0 w 6450636"/>
                  <a:gd name="connsiteY3" fmla="*/ 6858000 h 6858000"/>
                  <a:gd name="connsiteX4" fmla="*/ 955356 w 6450636"/>
                  <a:gd name="connsiteY4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50636" h="6858000">
                    <a:moveTo>
                      <a:pt x="955356" y="6858000"/>
                    </a:moveTo>
                    <a:lnTo>
                      <a:pt x="6450637" y="0"/>
                    </a:lnTo>
                    <a:lnTo>
                      <a:pt x="0" y="5757545"/>
                    </a:lnTo>
                    <a:lnTo>
                      <a:pt x="0" y="6858000"/>
                    </a:lnTo>
                    <a:lnTo>
                      <a:pt x="955356" y="6858000"/>
                    </a:lnTo>
                    <a:close/>
                  </a:path>
                </a:pathLst>
              </a:custGeom>
              <a:gradFill>
                <a:gsLst>
                  <a:gs pos="48000">
                    <a:srgbClr val="C6EB00"/>
                  </a:gs>
                  <a:gs pos="59000">
                    <a:srgbClr val="6BCA23"/>
                  </a:gs>
                  <a:gs pos="90000">
                    <a:srgbClr val="09A74A"/>
                  </a:gs>
                </a:gsLst>
                <a:lin ang="13670947" scaled="1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30507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26F4DAE-6FA9-F587-560D-0669A5EC086F}"/>
              </a:ext>
            </a:extLst>
          </p:cNvPr>
          <p:cNvSpPr/>
          <p:nvPr userDrawn="1"/>
        </p:nvSpPr>
        <p:spPr>
          <a:xfrm>
            <a:off x="5749636" y="0"/>
            <a:ext cx="6442364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3617F25B-C3B5-1DAC-669D-F0AAE4EADCF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49636" y="0"/>
            <a:ext cx="6442364" cy="68580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9616F50-FFFA-28DD-FAAC-BFE320B809C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9412" y="486751"/>
            <a:ext cx="780795" cy="4838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02</a:t>
            </a:r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7AFE2D78-CAEC-0B0E-1654-64661C5FBC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2" y="1828800"/>
            <a:ext cx="4230687" cy="2374900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36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Section divider header goes here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266D53C-CFF6-8F3E-0319-03AABB6E57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9412" y="4504637"/>
            <a:ext cx="4230687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Secondary header</a:t>
            </a:r>
          </a:p>
        </p:txBody>
      </p:sp>
    </p:spTree>
    <p:extLst>
      <p:ext uri="{BB962C8B-B14F-4D97-AF65-F5344CB8AC3E}">
        <p14:creationId xmlns:p14="http://schemas.microsoft.com/office/powerpoint/2010/main" val="3924175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99B762FB-EC77-2CB7-44E6-7F109E56A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6777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1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Title of slide goes here</a:t>
            </a:r>
          </a:p>
        </p:txBody>
      </p:sp>
      <p:sp>
        <p:nvSpPr>
          <p:cNvPr id="2" name="Footer Placeholder 7">
            <a:extLst>
              <a:ext uri="{FF2B5EF4-FFF2-40B4-BE49-F238E27FC236}">
                <a16:creationId xmlns:a16="http://schemas.microsoft.com/office/drawing/2014/main" id="{5639739A-31D0-FE65-C933-0C49124C4B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1057174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9DF2FD-8939-B595-5D9D-F404E5575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1150938"/>
            <a:ext cx="11433175" cy="47815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403CA76-C645-B9AC-7B46-CD595E660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6777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Title of slide goes here</a:t>
            </a:r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B4A12A3-E68B-B5F9-ECD4-384E6D7D58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4188339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x 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9DF2FD-8939-B595-5D9D-F404E5575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1150938"/>
            <a:ext cx="5513653" cy="47815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25E3DC5B-DB8B-F580-C6F7-C94D37812C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88894" y="1150938"/>
            <a:ext cx="5513653" cy="47815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403CA76-C645-B9AC-7B46-CD595E660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6777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Title of slide goes here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6182BEF-2AF4-4343-1BA4-64A2C8E1A6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37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0F1C6B1E-C608-FC8D-A582-DC3E562834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806825"/>
            <a:ext cx="11432485" cy="44644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Second line subtitle of slide goes here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F7DBDFB-B1CE-5E8E-F55C-5F56AF0CE3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First line title of slide goes here</a:t>
            </a:r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EAF38828-6081-4C3A-2DD3-B22FC32805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3048196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9DF2FD-8939-B595-5D9D-F404E5575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1405218"/>
            <a:ext cx="11433175" cy="45272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403CA76-C645-B9AC-7B46-CD595E660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1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Title of slide goes here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A751461-EDE6-6A69-28E3-7DE3B1F289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806825"/>
            <a:ext cx="11432485" cy="44644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Second line subtitle of slide goes here</a:t>
            </a:r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2A855893-2639-83FD-38A0-E8FDCF1A6A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138085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 + 2x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0403CA76-C645-B9AC-7B46-CD595E660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Title of slide goes here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A751461-EDE6-6A69-28E3-7DE3B1F289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806825"/>
            <a:ext cx="11432485" cy="44644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Second line subtitle of slide goes here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951A046-90B1-093D-5147-C0959CBAD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BF11EB8-7A1F-80B9-D1A1-0AC5F98473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9413" y="1405218"/>
            <a:ext cx="5513653" cy="45272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962A772-2113-8339-BB9E-94B3A2D1B6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88894" y="1405218"/>
            <a:ext cx="5513653" cy="45272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770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CB64443A-120A-C698-0B12-196C4D5898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620635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78025A-AB06-6766-72ED-7AB54A2FC637}"/>
              </a:ext>
            </a:extLst>
          </p:cNvPr>
          <p:cNvSpPr/>
          <p:nvPr userDrawn="1"/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DB2D6F07-9B0E-549D-BBFE-AA93E1F032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1734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Navigation Section</a:t>
            </a:r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1FFD9AB6-FF46-01F9-652C-2D9FC9D156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3204" y="1786952"/>
            <a:ext cx="5040860" cy="483934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1228EF09-8E57-C2CC-B793-565FED72C0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96543" y="2667156"/>
            <a:ext cx="5066587" cy="30382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FontTx/>
              <a:buNone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171450" indent="0">
              <a:lnSpc>
                <a:spcPct val="110000"/>
              </a:lnSpc>
              <a:spcBef>
                <a:spcPts val="1200"/>
              </a:spcBef>
              <a:buFontTx/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10000"/>
              </a:lnSpc>
              <a:spcBef>
                <a:spcPts val="1200"/>
              </a:spcBef>
              <a:buFontTx/>
              <a:buNone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15937" indent="0">
              <a:lnSpc>
                <a:spcPct val="110000"/>
              </a:lnSpc>
              <a:spcBef>
                <a:spcPts val="1200"/>
              </a:spcBef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688975" indent="0">
              <a:lnSpc>
                <a:spcPct val="110000"/>
              </a:lnSpc>
              <a:spcBef>
                <a:spcPts val="1200"/>
              </a:spcBef>
              <a:buFontTx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r>
              <a:rPr lang="en-US" dirty="0"/>
              <a:t>First line item here</a:t>
            </a:r>
          </a:p>
          <a:p>
            <a:r>
              <a:rPr lang="en-US" dirty="0"/>
              <a:t>Second line item here</a:t>
            </a:r>
          </a:p>
          <a:p>
            <a:r>
              <a:rPr lang="en-US" dirty="0"/>
              <a:t>Third line item here</a:t>
            </a:r>
          </a:p>
          <a:p>
            <a:r>
              <a:rPr lang="en-US" dirty="0"/>
              <a:t>Fourth line item here</a:t>
            </a:r>
          </a:p>
          <a:p>
            <a:r>
              <a:rPr lang="en-US" dirty="0"/>
              <a:t>Fifth line item here</a:t>
            </a:r>
          </a:p>
          <a:p>
            <a:r>
              <a:rPr lang="en-US" dirty="0"/>
              <a:t>Sixth line item here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026CF5C1-649B-88BF-6A75-227309B989C3}"/>
              </a:ext>
            </a:extLst>
          </p:cNvPr>
          <p:cNvSpPr txBox="1">
            <a:spLocks/>
          </p:cNvSpPr>
          <p:nvPr userDrawn="1"/>
        </p:nvSpPr>
        <p:spPr>
          <a:xfrm>
            <a:off x="6917179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 dirty="0">
                <a:solidFill>
                  <a:schemeClr val="tx1">
                    <a:lumMod val="7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 dirty="0">
                <a:solidFill>
                  <a:schemeClr val="tx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Internal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A99A06D-BAB2-8CCE-BFE3-23F117AD327D}"/>
              </a:ext>
            </a:extLst>
          </p:cNvPr>
          <p:cNvSpPr txBox="1">
            <a:spLocks/>
          </p:cNvSpPr>
          <p:nvPr userDrawn="1"/>
        </p:nvSpPr>
        <p:spPr>
          <a:xfrm>
            <a:off x="6696543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 dirty="0">
              <a:solidFill>
                <a:schemeClr val="tx1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DBCD6A5-3544-1C5F-3D4D-230ED5EF936C}"/>
              </a:ext>
            </a:extLst>
          </p:cNvPr>
          <p:cNvSpPr/>
          <p:nvPr userDrawn="1"/>
        </p:nvSpPr>
        <p:spPr>
          <a:xfrm rot="5400000" flipH="1">
            <a:off x="9191467" y="-51409"/>
            <a:ext cx="47869" cy="504086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50000">
                <a:schemeClr val="accent3"/>
              </a:gs>
              <a:gs pos="85000">
                <a:schemeClr val="accent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6" name="Picture Placeholder 7">
            <a:extLst>
              <a:ext uri="{FF2B5EF4-FFF2-40B4-BE49-F238E27FC236}">
                <a16:creationId xmlns:a16="http://schemas.microsoft.com/office/drawing/2014/main" id="{2A42E699-C892-2CB8-E3D4-0CE9521EA92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3802358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B4C5309F-0EB8-12D7-C5F0-0B3DD3A087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1" i="0" kern="1200" dirty="0">
                <a:solidFill>
                  <a:schemeClr val="tx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Title of slide goes here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9757A7F-A06F-BD29-B262-6E60E244B0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1330" y="2099144"/>
            <a:ext cx="3524856" cy="38333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00000"/>
              </a:lnSpc>
              <a:spcBef>
                <a:spcPts val="1200"/>
              </a:spcBef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30F607D-A85B-7100-34BB-D854B9E85D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9410" y="1121135"/>
            <a:ext cx="3748695" cy="70766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txBody>
          <a:bodyPr lIns="91440" tIns="91440" rIns="91440" bIns="9144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Add heading here</a:t>
            </a:r>
            <a:br>
              <a:rPr lang="en-US" dirty="0"/>
            </a:br>
            <a:r>
              <a:rPr lang="en-US" dirty="0"/>
              <a:t>+ choose a color fill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255DF262-18AB-6874-1D10-A93587E94B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19890" y="1121135"/>
            <a:ext cx="3748695" cy="70766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txBody>
          <a:bodyPr lIns="91440" tIns="91440" rIns="91440" bIns="9144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Add heading here</a:t>
            </a:r>
            <a:br>
              <a:rPr lang="en-US" dirty="0"/>
            </a:br>
            <a:r>
              <a:rPr lang="en-US" dirty="0"/>
              <a:t>+ choose a color fill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42AF305-B078-622A-386E-B7208B0444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60369" y="1121135"/>
            <a:ext cx="3751526" cy="70766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txBody>
          <a:bodyPr lIns="91440" tIns="91440" rIns="91440" bIns="9144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Add heading here</a:t>
            </a:r>
            <a:br>
              <a:rPr lang="en-US" dirty="0"/>
            </a:br>
            <a:r>
              <a:rPr lang="en-US" dirty="0"/>
              <a:t>+ choose a color fill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6F36683-D877-58F5-F47A-1992BE7489F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40178" y="2099144"/>
            <a:ext cx="3524856" cy="38333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00000"/>
              </a:lnSpc>
              <a:spcBef>
                <a:spcPts val="1200"/>
              </a:spcBef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BD7C3C5-FB5F-DD84-5D21-842EBC55A8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71097" y="2099144"/>
            <a:ext cx="3524856" cy="38333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00000"/>
              </a:lnSpc>
              <a:spcBef>
                <a:spcPts val="1200"/>
              </a:spcBef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6BDD1E7-6359-07B6-A6A3-4F56BC2F43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1662773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D6F25606-0761-3C29-5D82-41070C98E9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Title of slide goes here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FE935B81-FE27-A4F0-CCF1-3C60749CB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74848F8-E106-DDD2-2B4E-1E83F71E40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0882" y="5288507"/>
            <a:ext cx="5571014" cy="6439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00000"/>
              </a:lnSpc>
              <a:spcBef>
                <a:spcPts val="1200"/>
              </a:spcBef>
              <a:buNone/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FB6DB77-125E-F4A2-A6C8-9D929889E9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40882" y="1121135"/>
            <a:ext cx="5571014" cy="441534"/>
          </a:xfrm>
          <a:prstGeom prst="rect">
            <a:avLst/>
          </a:prstGeom>
          <a:noFill/>
        </p:spPr>
        <p:txBody>
          <a:bodyPr lIns="91440" tIns="91440" rIns="91440" bIns="9144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Add Chart title here</a:t>
            </a:r>
          </a:p>
        </p:txBody>
      </p:sp>
      <p:sp>
        <p:nvSpPr>
          <p:cNvPr id="12" name="Chart Placeholder 6">
            <a:extLst>
              <a:ext uri="{FF2B5EF4-FFF2-40B4-BE49-F238E27FC236}">
                <a16:creationId xmlns:a16="http://schemas.microsoft.com/office/drawing/2014/main" id="{47E510F8-1884-7FDB-123C-B6CCC93CB216}"/>
              </a:ext>
            </a:extLst>
          </p:cNvPr>
          <p:cNvSpPr>
            <a:spLocks noGrp="1"/>
          </p:cNvSpPr>
          <p:nvPr>
            <p:ph type="chart" sz="quarter" idx="23" hasCustomPrompt="1"/>
          </p:nvPr>
        </p:nvSpPr>
        <p:spPr>
          <a:xfrm>
            <a:off x="6241152" y="1828801"/>
            <a:ext cx="5570744" cy="3173104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00"/>
            </a:lvl1pPr>
          </a:lstStyle>
          <a:p>
            <a:r>
              <a:rPr lang="en-US" dirty="0"/>
              <a:t>Click to add chart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681EBB6-02C5-DD23-3611-D1D30645F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9413" y="1562669"/>
            <a:ext cx="5513653" cy="436981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6934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D6F25606-0761-3C29-5D82-41070C98E9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Title of slide goes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8246F63-DBF7-BA9E-DE09-BB511C2FF5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2" y="5288507"/>
            <a:ext cx="5571014" cy="6439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00000"/>
              </a:lnSpc>
              <a:spcBef>
                <a:spcPts val="1200"/>
              </a:spcBef>
              <a:buNone/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6102E59-0FA0-7A60-BB45-BEB114BAD5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9412" y="1121135"/>
            <a:ext cx="5571014" cy="441534"/>
          </a:xfrm>
          <a:prstGeom prst="rect">
            <a:avLst/>
          </a:prstGeom>
          <a:noFill/>
        </p:spPr>
        <p:txBody>
          <a:bodyPr lIns="91440" tIns="91440" rIns="91440" bIns="9144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Add Chart title here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FE935B81-FE27-A4F0-CCF1-3C60749CB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  <a:endParaRPr lang="en-US" dirty="0"/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2BCE720A-1CBF-7914-8A98-19F701E5075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379413" y="1828801"/>
            <a:ext cx="5570744" cy="3173104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00"/>
            </a:lvl1pPr>
          </a:lstStyle>
          <a:p>
            <a:r>
              <a:rPr lang="en-US" dirty="0"/>
              <a:t>Click to add chart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74848F8-E106-DDD2-2B4E-1E83F71E40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0882" y="5288507"/>
            <a:ext cx="5571014" cy="6439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00000"/>
              </a:lnSpc>
              <a:spcBef>
                <a:spcPts val="1200"/>
              </a:spcBef>
              <a:buNone/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FB6DB77-125E-F4A2-A6C8-9D929889E9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40882" y="1121135"/>
            <a:ext cx="5571014" cy="441534"/>
          </a:xfrm>
          <a:prstGeom prst="rect">
            <a:avLst/>
          </a:prstGeom>
          <a:noFill/>
        </p:spPr>
        <p:txBody>
          <a:bodyPr lIns="91440" tIns="91440" rIns="91440" bIns="9144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Add Chart title here</a:t>
            </a:r>
          </a:p>
        </p:txBody>
      </p:sp>
      <p:sp>
        <p:nvSpPr>
          <p:cNvPr id="12" name="Chart Placeholder 6">
            <a:extLst>
              <a:ext uri="{FF2B5EF4-FFF2-40B4-BE49-F238E27FC236}">
                <a16:creationId xmlns:a16="http://schemas.microsoft.com/office/drawing/2014/main" id="{47E510F8-1884-7FDB-123C-B6CCC93CB216}"/>
              </a:ext>
            </a:extLst>
          </p:cNvPr>
          <p:cNvSpPr>
            <a:spLocks noGrp="1"/>
          </p:cNvSpPr>
          <p:nvPr>
            <p:ph type="chart" sz="quarter" idx="23" hasCustomPrompt="1"/>
          </p:nvPr>
        </p:nvSpPr>
        <p:spPr>
          <a:xfrm>
            <a:off x="6241152" y="1828801"/>
            <a:ext cx="5570744" cy="3173104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00"/>
            </a:lvl1pPr>
          </a:lstStyle>
          <a:p>
            <a:r>
              <a:rPr lang="en-US" dirty="0"/>
              <a:t>Click to add chart</a:t>
            </a:r>
          </a:p>
        </p:txBody>
      </p:sp>
    </p:spTree>
    <p:extLst>
      <p:ext uri="{BB962C8B-B14F-4D97-AF65-F5344CB8AC3E}">
        <p14:creationId xmlns:p14="http://schemas.microsoft.com/office/powerpoint/2010/main" val="4137529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D6F25606-0761-3C29-5D82-41070C98E9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Title of slide goes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8246F63-DBF7-BA9E-DE09-BB511C2FF5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14283" y="5213445"/>
            <a:ext cx="9481095" cy="6439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00000"/>
              </a:lnSpc>
              <a:spcBef>
                <a:spcPts val="1200"/>
              </a:spcBef>
              <a:buNone/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6102E59-0FA0-7A60-BB45-BEB114BAD5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14283" y="1046073"/>
            <a:ext cx="9481095" cy="441534"/>
          </a:xfrm>
          <a:prstGeom prst="rect">
            <a:avLst/>
          </a:prstGeom>
          <a:noFill/>
        </p:spPr>
        <p:txBody>
          <a:bodyPr lIns="91440" tIns="91440" rIns="91440" bIns="9144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Add Chart title here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FE935B81-FE27-A4F0-CCF1-3C60749CB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  <a:endParaRPr lang="en-US" dirty="0"/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2BCE720A-1CBF-7914-8A98-19F701E5075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1314284" y="1753739"/>
            <a:ext cx="9480635" cy="3173104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00"/>
            </a:lvl1pPr>
          </a:lstStyle>
          <a:p>
            <a:r>
              <a:rPr lang="en-US" dirty="0"/>
              <a:t>Click to add chart</a:t>
            </a:r>
          </a:p>
        </p:txBody>
      </p:sp>
    </p:spTree>
    <p:extLst>
      <p:ext uri="{BB962C8B-B14F-4D97-AF65-F5344CB8AC3E}">
        <p14:creationId xmlns:p14="http://schemas.microsoft.com/office/powerpoint/2010/main" val="3553774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4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7E305DC-0F8F-0D07-0119-6D6146541934}"/>
              </a:ext>
            </a:extLst>
          </p:cNvPr>
          <p:cNvSpPr/>
          <p:nvPr userDrawn="1"/>
        </p:nvSpPr>
        <p:spPr>
          <a:xfrm>
            <a:off x="5749925" y="0"/>
            <a:ext cx="644207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0D007F8A-9F07-EC1B-CBDC-4AC0B31CF4D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Navigation section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878F7B6-F89E-2106-EE45-FAF6654634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Secondary heading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7DC2AB5-EB2D-A40E-EB58-C9E35D99D3E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995686"/>
            <a:ext cx="5040860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endParaRPr lang="en-US" dirty="0"/>
          </a:p>
          <a:p>
            <a:pPr lvl="0"/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architect</a:t>
            </a:r>
          </a:p>
          <a:p>
            <a:pPr lvl="0"/>
            <a:r>
              <a:rPr lang="en-US" dirty="0"/>
              <a:t>To beatae vitae dicta sunt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57809B83-6C93-C9EF-7A62-25E509BC89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3" y="1682705"/>
            <a:ext cx="5059927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28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pPr lvl="0"/>
            <a:r>
              <a:rPr lang="en-GB" dirty="0"/>
              <a:t>Slide title goes here over multiple lines if required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5C81A9FE-8AC2-A3C2-BCBA-74E635BCD7E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749925" y="3429000"/>
            <a:ext cx="3219326" cy="34290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2EABCE6-311A-F405-61EF-5A43EFCC952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969251" y="0"/>
            <a:ext cx="3222749" cy="34290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98A9427A-B40D-7B18-7F44-ACC05CB6917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969251" y="3429000"/>
            <a:ext cx="3222749" cy="3429000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3840FC0F-30D3-1A2E-0070-82896F2B890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749925" y="0"/>
            <a:ext cx="3219326" cy="3429000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2D12CC19-50A2-A36F-6422-E9BE131E82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3240335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554243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6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D6A2E74-AC57-AF7E-7DC0-69BEAD40D52D}"/>
              </a:ext>
            </a:extLst>
          </p:cNvPr>
          <p:cNvSpPr/>
          <p:nvPr userDrawn="1"/>
        </p:nvSpPr>
        <p:spPr>
          <a:xfrm>
            <a:off x="3476625" y="0"/>
            <a:ext cx="871537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49E84B-D332-9A0D-4A0F-80351E5EC134}"/>
              </a:ext>
            </a:extLst>
          </p:cNvPr>
          <p:cNvSpPr/>
          <p:nvPr userDrawn="1"/>
        </p:nvSpPr>
        <p:spPr>
          <a:xfrm>
            <a:off x="0" y="0"/>
            <a:ext cx="34766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CA76F56-7A82-9F16-E1F1-8C70941073C6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 dirty="0">
                <a:solidFill>
                  <a:schemeClr val="tx1">
                    <a:lumMod val="7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 dirty="0">
                <a:solidFill>
                  <a:schemeClr val="tx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Internal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3F34DD4-6C38-2829-50C7-D2C3FD7BF85A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 dirty="0">
              <a:solidFill>
                <a:schemeClr val="tx1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Picture Placeholder 13">
            <a:extLst>
              <a:ext uri="{FF2B5EF4-FFF2-40B4-BE49-F238E27FC236}">
                <a16:creationId xmlns:a16="http://schemas.microsoft.com/office/drawing/2014/main" id="{91347789-91DD-8BAB-C965-15B9AD23802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476625" y="3428999"/>
            <a:ext cx="2903970" cy="3429002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71126BC0-ACDB-A63C-30FF-060BBADFC2A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382905" y="3428999"/>
            <a:ext cx="2903970" cy="3429002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BB5538B8-D304-A6FE-E229-6BA4E24C2CC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288030" y="3428999"/>
            <a:ext cx="2903970" cy="3429002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1BA72DF4-89E9-84A2-C2CB-42ACD6DB794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382905" y="1"/>
            <a:ext cx="2903970" cy="3429002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49" name="Picture Placeholder 13">
            <a:extLst>
              <a:ext uri="{FF2B5EF4-FFF2-40B4-BE49-F238E27FC236}">
                <a16:creationId xmlns:a16="http://schemas.microsoft.com/office/drawing/2014/main" id="{81113856-26A5-94C8-0833-80FD9616F2D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288030" y="1"/>
            <a:ext cx="2903970" cy="3429002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AE2214D4-13C2-A3B3-B673-6C90FB5CD0A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3862461"/>
            <a:ext cx="2754312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accusantik</a:t>
            </a:r>
            <a:endParaRPr lang="en-US" dirty="0"/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6C03DDC9-1215-58A7-966E-1F225C5E51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605035"/>
            <a:ext cx="2735891" cy="2108579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500" b="0"/>
            </a:lvl1pPr>
          </a:lstStyle>
          <a:p>
            <a:r>
              <a:rPr lang="en-US" dirty="0"/>
              <a:t>Slide title here over multiple lines if required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66E0F71D-367D-EF12-86F9-A9181132A97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476625" y="1"/>
            <a:ext cx="2903970" cy="3429002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78066613-8544-14DA-CE5B-A0653A86EF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27620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Navigation section</a:t>
            </a:r>
          </a:p>
        </p:txBody>
      </p:sp>
    </p:spTree>
    <p:extLst>
      <p:ext uri="{BB962C8B-B14F-4D97-AF65-F5344CB8AC3E}">
        <p14:creationId xmlns:p14="http://schemas.microsoft.com/office/powerpoint/2010/main" val="867537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02E06AA-C604-B254-0548-842563B995CE}"/>
              </a:ext>
            </a:extLst>
          </p:cNvPr>
          <p:cNvSpPr/>
          <p:nvPr userDrawn="1"/>
        </p:nvSpPr>
        <p:spPr>
          <a:xfrm>
            <a:off x="3476624" y="0"/>
            <a:ext cx="871537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Poppins" panose="00000500000000000000" pitchFamily="2" charset="0"/>
            </a:endParaRP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3840FC0F-30D3-1A2E-0070-82896F2B890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476625" y="0"/>
            <a:ext cx="8715374" cy="68580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>
                    <a:lumMod val="95000"/>
                    <a:lumOff val="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49E84B-D332-9A0D-4A0F-80351E5EC134}"/>
              </a:ext>
            </a:extLst>
          </p:cNvPr>
          <p:cNvSpPr/>
          <p:nvPr userDrawn="1"/>
        </p:nvSpPr>
        <p:spPr>
          <a:xfrm>
            <a:off x="0" y="0"/>
            <a:ext cx="34766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CA76F56-7A82-9F16-E1F1-8C70941073C6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 dirty="0">
                <a:solidFill>
                  <a:schemeClr val="tx1">
                    <a:lumMod val="7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 dirty="0">
                <a:solidFill>
                  <a:schemeClr val="tx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Internal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3F34DD4-6C38-2829-50C7-D2C3FD7BF85A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 dirty="0">
              <a:solidFill>
                <a:schemeClr val="tx1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0CA601A-B2F8-3621-C7A6-74F05BD40A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3862461"/>
            <a:ext cx="2754312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accusantik</a:t>
            </a:r>
            <a:endParaRPr lang="en-US" dirty="0"/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2861F4E7-707B-6EAB-0166-74548368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605035"/>
            <a:ext cx="2735891" cy="2108579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500" b="0"/>
            </a:lvl1pPr>
          </a:lstStyle>
          <a:p>
            <a:r>
              <a:rPr lang="en-US" dirty="0"/>
              <a:t>Slide title here over multiple lines if required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3F8D3E6-BB80-8FF2-511F-2702C5F3F0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27620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Navigation section</a:t>
            </a:r>
          </a:p>
        </p:txBody>
      </p:sp>
    </p:spTree>
    <p:extLst>
      <p:ext uri="{BB962C8B-B14F-4D97-AF65-F5344CB8AC3E}">
        <p14:creationId xmlns:p14="http://schemas.microsoft.com/office/powerpoint/2010/main" val="2957633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eft +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0248DE-1B33-702A-19EE-36BD47456B0A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Poppins" panose="00000500000000000000" pitchFamily="2" charset="0"/>
            </a:endParaRPr>
          </a:p>
        </p:txBody>
      </p:sp>
      <p:sp>
        <p:nvSpPr>
          <p:cNvPr id="12" name="Picture Placeholder 14">
            <a:extLst>
              <a:ext uri="{FF2B5EF4-FFF2-40B4-BE49-F238E27FC236}">
                <a16:creationId xmlns:a16="http://schemas.microsoft.com/office/drawing/2014/main" id="{FD387F8D-8C3F-FF40-223D-B4A1BC7AD22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>
                    <a:lumMod val="95000"/>
                    <a:lumOff val="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D72AC6E4-E155-A422-F772-AF6A8D3DED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Navigation section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353F30A-956E-6F05-EF51-ED2E85383C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Secondary heading goes here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694BF05-4B90-51C7-13D2-008DB91101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03440" y="3522192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 err="1"/>
              <a:t>Inctur</a:t>
            </a:r>
            <a:r>
              <a:rPr lang="en-US" dirty="0"/>
              <a:t>? </a:t>
            </a:r>
            <a:r>
              <a:rPr lang="en-US" dirty="0" err="1"/>
              <a:t>Otatur</a:t>
            </a:r>
            <a:r>
              <a:rPr lang="en-US" dirty="0"/>
              <a:t> </a:t>
            </a:r>
            <a:r>
              <a:rPr lang="en-US" dirty="0" err="1"/>
              <a:t>sendes</a:t>
            </a:r>
            <a:r>
              <a:rPr lang="en-US" dirty="0"/>
              <a:t> </a:t>
            </a:r>
            <a:r>
              <a:rPr lang="en-US" dirty="0" err="1"/>
              <a:t>sinctestest</a:t>
            </a:r>
            <a:r>
              <a:rPr lang="en-US" dirty="0"/>
              <a:t> et ex et </a:t>
            </a:r>
            <a:r>
              <a:rPr lang="en-US" dirty="0" err="1"/>
              <a:t>vollab</a:t>
            </a:r>
            <a:r>
              <a:rPr lang="en-US" dirty="0"/>
              <a:t> is del id </a:t>
            </a:r>
            <a:r>
              <a:rPr lang="en-US" dirty="0" err="1"/>
              <a:t>quaecust</a:t>
            </a:r>
            <a:r>
              <a:rPr lang="en-US" dirty="0"/>
              <a:t>, </a:t>
            </a:r>
            <a:r>
              <a:rPr lang="en-US" dirty="0" err="1"/>
              <a:t>inctemquam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Ne </a:t>
            </a:r>
            <a:r>
              <a:rPr lang="en-US" dirty="0" err="1"/>
              <a:t>pror</a:t>
            </a:r>
            <a:r>
              <a:rPr lang="en-US" dirty="0"/>
              <a:t> </a:t>
            </a:r>
            <a:r>
              <a:rPr lang="en-US" dirty="0" err="1"/>
              <a:t>arcia</a:t>
            </a:r>
            <a:r>
              <a:rPr lang="en-US" dirty="0"/>
              <a:t> nus </a:t>
            </a:r>
            <a:r>
              <a:rPr lang="en-US" dirty="0" err="1"/>
              <a:t>diti</a:t>
            </a:r>
            <a:endParaRPr lang="en-US" dirty="0"/>
          </a:p>
          <a:p>
            <a:pPr lvl="0"/>
            <a:r>
              <a:rPr lang="en-US" dirty="0"/>
              <a:t>Sones que </a:t>
            </a:r>
            <a:r>
              <a:rPr lang="en-US" dirty="0" err="1"/>
              <a:t>voloribus</a:t>
            </a:r>
            <a:r>
              <a:rPr lang="en-US" dirty="0"/>
              <a:t>, </a:t>
            </a:r>
            <a:r>
              <a:rPr lang="en-US" dirty="0" err="1"/>
              <a:t>sitati</a:t>
            </a:r>
            <a:r>
              <a:rPr lang="en-US" dirty="0"/>
              <a:t> </a:t>
            </a:r>
            <a:r>
              <a:rPr lang="en-US" dirty="0" err="1"/>
              <a:t>nimet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unt</a:t>
            </a:r>
            <a:r>
              <a:rPr lang="en-US" dirty="0"/>
              <a:t> </a:t>
            </a:r>
            <a:r>
              <a:rPr lang="en-US" dirty="0" err="1"/>
              <a:t>aris</a:t>
            </a:r>
            <a:r>
              <a:rPr lang="en-US" dirty="0"/>
              <a:t> </a:t>
            </a:r>
            <a:r>
              <a:rPr lang="en-US" dirty="0" err="1"/>
              <a:t>corest</a:t>
            </a:r>
            <a:endParaRPr lang="en-US" dirty="0"/>
          </a:p>
          <a:p>
            <a:pPr lvl="0"/>
            <a:r>
              <a:rPr lang="en-US" dirty="0" err="1"/>
              <a:t>Explaborit</a:t>
            </a:r>
            <a:r>
              <a:rPr lang="en-US" dirty="0"/>
              <a:t> </a:t>
            </a:r>
            <a:r>
              <a:rPr lang="en-US" dirty="0" err="1"/>
              <a:t>labo</a:t>
            </a:r>
            <a:r>
              <a:rPr lang="en-US" dirty="0"/>
              <a:t>. </a:t>
            </a:r>
            <a:r>
              <a:rPr lang="en-US" dirty="0" err="1"/>
              <a:t>Bor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offic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re </a:t>
            </a:r>
            <a:r>
              <a:rPr lang="en-US" dirty="0" err="1"/>
              <a:t>repratatem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il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vollaut</a:t>
            </a:r>
            <a:r>
              <a:rPr lang="en-US" dirty="0"/>
              <a:t> </a:t>
            </a:r>
            <a:r>
              <a:rPr lang="en-US" dirty="0" err="1"/>
              <a:t>volupta</a:t>
            </a:r>
            <a:endParaRPr lang="en-US" dirty="0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70B93A6B-D323-B374-BBF9-45B3A349CD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03439" y="1605035"/>
            <a:ext cx="5040860" cy="1461431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 dirty="0"/>
              <a:t>Slide title goes </a:t>
            </a:r>
            <a:br>
              <a:rPr lang="en-US" dirty="0"/>
            </a:br>
            <a:r>
              <a:rPr lang="en-US" dirty="0"/>
              <a:t>here over multiple</a:t>
            </a:r>
            <a:br>
              <a:rPr lang="en-US" dirty="0"/>
            </a:br>
            <a:r>
              <a:rPr lang="en-US" dirty="0"/>
              <a:t>lines if required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469555E3-3700-CDC2-01FE-CDE5F1EF916E}"/>
              </a:ext>
            </a:extLst>
          </p:cNvPr>
          <p:cNvSpPr txBox="1">
            <a:spLocks/>
          </p:cNvSpPr>
          <p:nvPr userDrawn="1"/>
        </p:nvSpPr>
        <p:spPr>
          <a:xfrm>
            <a:off x="6724075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 dirty="0">
                <a:solidFill>
                  <a:schemeClr val="tx1">
                    <a:lumMod val="7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 dirty="0">
                <a:solidFill>
                  <a:schemeClr val="tx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Internal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DDC0077-BAD4-0229-4E1A-2E7B4B30A6D0}"/>
              </a:ext>
            </a:extLst>
          </p:cNvPr>
          <p:cNvSpPr txBox="1">
            <a:spLocks/>
          </p:cNvSpPr>
          <p:nvPr userDrawn="1"/>
        </p:nvSpPr>
        <p:spPr>
          <a:xfrm>
            <a:off x="6503439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 dirty="0">
              <a:solidFill>
                <a:schemeClr val="tx1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527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9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right + 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79C6999-857C-3B9C-1BA1-40386C14E843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Poppins" panose="00000500000000000000" pitchFamily="2" charset="0"/>
            </a:endParaRP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FF4B8D96-22BA-0C1F-5162-2AC5105DDF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Navigation Section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AE087739-C541-8865-EA98-5C2F15B5C0F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Secondary heading goes here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18DDFC6-3BD8-E99E-B3E1-EEF133BD70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8" y="3431023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 err="1"/>
              <a:t>Inctur</a:t>
            </a:r>
            <a:r>
              <a:rPr lang="en-US" dirty="0"/>
              <a:t>? </a:t>
            </a:r>
            <a:r>
              <a:rPr lang="en-US" dirty="0" err="1"/>
              <a:t>Otatur</a:t>
            </a:r>
            <a:r>
              <a:rPr lang="en-US" dirty="0"/>
              <a:t> </a:t>
            </a:r>
            <a:r>
              <a:rPr lang="en-US" dirty="0" err="1"/>
              <a:t>sendes</a:t>
            </a:r>
            <a:r>
              <a:rPr lang="en-US" dirty="0"/>
              <a:t> </a:t>
            </a:r>
            <a:r>
              <a:rPr lang="en-US" dirty="0" err="1"/>
              <a:t>sinctestest</a:t>
            </a:r>
            <a:r>
              <a:rPr lang="en-US" dirty="0"/>
              <a:t> et ex et </a:t>
            </a:r>
            <a:r>
              <a:rPr lang="en-US" dirty="0" err="1"/>
              <a:t>vollab</a:t>
            </a:r>
            <a:r>
              <a:rPr lang="en-US" dirty="0"/>
              <a:t> is del id </a:t>
            </a:r>
            <a:r>
              <a:rPr lang="en-US" dirty="0" err="1"/>
              <a:t>quaecust</a:t>
            </a:r>
            <a:r>
              <a:rPr lang="en-US" dirty="0"/>
              <a:t>, </a:t>
            </a:r>
            <a:r>
              <a:rPr lang="en-US" dirty="0" err="1"/>
              <a:t>inctemquam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Ne </a:t>
            </a:r>
            <a:r>
              <a:rPr lang="en-US" dirty="0" err="1"/>
              <a:t>pror</a:t>
            </a:r>
            <a:r>
              <a:rPr lang="en-US" dirty="0"/>
              <a:t> </a:t>
            </a:r>
            <a:r>
              <a:rPr lang="en-US" dirty="0" err="1"/>
              <a:t>arcia</a:t>
            </a:r>
            <a:r>
              <a:rPr lang="en-US" dirty="0"/>
              <a:t> nus </a:t>
            </a:r>
            <a:r>
              <a:rPr lang="en-US" dirty="0" err="1"/>
              <a:t>diti</a:t>
            </a:r>
            <a:endParaRPr lang="en-US" dirty="0"/>
          </a:p>
          <a:p>
            <a:pPr lvl="0"/>
            <a:r>
              <a:rPr lang="en-US" dirty="0"/>
              <a:t>Sones que </a:t>
            </a:r>
            <a:r>
              <a:rPr lang="en-US" dirty="0" err="1"/>
              <a:t>voloribus</a:t>
            </a:r>
            <a:r>
              <a:rPr lang="en-US" dirty="0"/>
              <a:t>, </a:t>
            </a:r>
            <a:r>
              <a:rPr lang="en-US" dirty="0" err="1"/>
              <a:t>sitati</a:t>
            </a:r>
            <a:r>
              <a:rPr lang="en-US" dirty="0"/>
              <a:t> </a:t>
            </a:r>
            <a:r>
              <a:rPr lang="en-US" dirty="0" err="1"/>
              <a:t>nimet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unt</a:t>
            </a:r>
            <a:r>
              <a:rPr lang="en-US" dirty="0"/>
              <a:t> </a:t>
            </a:r>
            <a:r>
              <a:rPr lang="en-US" dirty="0" err="1"/>
              <a:t>aris</a:t>
            </a:r>
            <a:r>
              <a:rPr lang="en-US" dirty="0"/>
              <a:t> </a:t>
            </a:r>
            <a:r>
              <a:rPr lang="en-US" dirty="0" err="1"/>
              <a:t>corest</a:t>
            </a:r>
            <a:endParaRPr lang="en-US" dirty="0"/>
          </a:p>
          <a:p>
            <a:pPr lvl="0"/>
            <a:r>
              <a:rPr lang="en-US" dirty="0" err="1"/>
              <a:t>Explaborit</a:t>
            </a:r>
            <a:r>
              <a:rPr lang="en-US" dirty="0"/>
              <a:t> </a:t>
            </a:r>
            <a:r>
              <a:rPr lang="en-US" dirty="0" err="1"/>
              <a:t>labo</a:t>
            </a:r>
            <a:r>
              <a:rPr lang="en-US" dirty="0"/>
              <a:t>. </a:t>
            </a:r>
            <a:r>
              <a:rPr lang="en-US" dirty="0" err="1"/>
              <a:t>Bor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offic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re </a:t>
            </a:r>
            <a:r>
              <a:rPr lang="en-US" dirty="0" err="1"/>
              <a:t>repratatem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il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vollaut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D14FD709-AB27-B41E-E4BB-293B593773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7514" y="1608657"/>
            <a:ext cx="5040860" cy="1454634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 dirty="0"/>
              <a:t>Slide title goes </a:t>
            </a:r>
            <a:br>
              <a:rPr lang="en-US" dirty="0"/>
            </a:br>
            <a:r>
              <a:rPr lang="en-US" dirty="0"/>
              <a:t>here over multiple</a:t>
            </a:r>
            <a:br>
              <a:rPr lang="en-US" dirty="0"/>
            </a:br>
            <a:r>
              <a:rPr lang="en-US" dirty="0"/>
              <a:t>lines if required</a:t>
            </a:r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FD387F8D-8C3F-FF40-223D-B4A1BC7AD22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>
                    <a:lumMod val="95000"/>
                    <a:lumOff val="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2" name="Footer Placeholder 7">
            <a:extLst>
              <a:ext uri="{FF2B5EF4-FFF2-40B4-BE49-F238E27FC236}">
                <a16:creationId xmlns:a16="http://schemas.microsoft.com/office/drawing/2014/main" id="{3AF60DD6-FFC3-0965-E53C-A4DA65843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3240335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4271005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9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image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21245394-80EC-F0AD-009D-284FEEB2B03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91300" y="1652127"/>
            <a:ext cx="5048250" cy="4748128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6209300-539C-8152-5982-7DA48EAEC0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Navigation Section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358361DA-1C1F-7622-FED8-6465D492B71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Secondary heading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A473332-A069-A755-63D0-8559BB4E5DB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8" y="3431023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 err="1"/>
              <a:t>Inctur</a:t>
            </a:r>
            <a:r>
              <a:rPr lang="en-US" dirty="0"/>
              <a:t>? </a:t>
            </a:r>
            <a:r>
              <a:rPr lang="en-US" dirty="0" err="1"/>
              <a:t>Otatur</a:t>
            </a:r>
            <a:r>
              <a:rPr lang="en-US" dirty="0"/>
              <a:t> </a:t>
            </a:r>
            <a:r>
              <a:rPr lang="en-US" dirty="0" err="1"/>
              <a:t>sendes</a:t>
            </a:r>
            <a:r>
              <a:rPr lang="en-US" dirty="0"/>
              <a:t> </a:t>
            </a:r>
            <a:r>
              <a:rPr lang="en-US" dirty="0" err="1"/>
              <a:t>sinctestest</a:t>
            </a:r>
            <a:r>
              <a:rPr lang="en-US" dirty="0"/>
              <a:t> et ex et </a:t>
            </a:r>
            <a:r>
              <a:rPr lang="en-US" dirty="0" err="1"/>
              <a:t>vollab</a:t>
            </a:r>
            <a:r>
              <a:rPr lang="en-US" dirty="0"/>
              <a:t> is del id </a:t>
            </a:r>
            <a:r>
              <a:rPr lang="en-US" dirty="0" err="1"/>
              <a:t>quaecust</a:t>
            </a:r>
            <a:r>
              <a:rPr lang="en-US" dirty="0"/>
              <a:t>, </a:t>
            </a:r>
            <a:r>
              <a:rPr lang="en-US" dirty="0" err="1"/>
              <a:t>inctemquam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Ne </a:t>
            </a:r>
            <a:r>
              <a:rPr lang="en-US" dirty="0" err="1"/>
              <a:t>pror</a:t>
            </a:r>
            <a:r>
              <a:rPr lang="en-US" dirty="0"/>
              <a:t> </a:t>
            </a:r>
            <a:r>
              <a:rPr lang="en-US" dirty="0" err="1"/>
              <a:t>arcia</a:t>
            </a:r>
            <a:r>
              <a:rPr lang="en-US" dirty="0"/>
              <a:t> nus </a:t>
            </a:r>
            <a:r>
              <a:rPr lang="en-US" dirty="0" err="1"/>
              <a:t>diti</a:t>
            </a:r>
            <a:endParaRPr lang="en-US" dirty="0"/>
          </a:p>
          <a:p>
            <a:pPr lvl="0"/>
            <a:r>
              <a:rPr lang="en-US" dirty="0"/>
              <a:t>Sones que </a:t>
            </a:r>
            <a:r>
              <a:rPr lang="en-US" dirty="0" err="1"/>
              <a:t>voloribus</a:t>
            </a:r>
            <a:r>
              <a:rPr lang="en-US" dirty="0"/>
              <a:t>, </a:t>
            </a:r>
            <a:r>
              <a:rPr lang="en-US" dirty="0" err="1"/>
              <a:t>sitati</a:t>
            </a:r>
            <a:r>
              <a:rPr lang="en-US" dirty="0"/>
              <a:t> </a:t>
            </a:r>
            <a:r>
              <a:rPr lang="en-US" dirty="0" err="1"/>
              <a:t>nimet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unt</a:t>
            </a:r>
            <a:r>
              <a:rPr lang="en-US" dirty="0"/>
              <a:t> </a:t>
            </a:r>
            <a:r>
              <a:rPr lang="en-US" dirty="0" err="1"/>
              <a:t>aris</a:t>
            </a:r>
            <a:r>
              <a:rPr lang="en-US" dirty="0"/>
              <a:t> </a:t>
            </a:r>
            <a:r>
              <a:rPr lang="en-US" dirty="0" err="1"/>
              <a:t>corest</a:t>
            </a:r>
            <a:endParaRPr lang="en-US" dirty="0"/>
          </a:p>
          <a:p>
            <a:pPr lvl="0"/>
            <a:r>
              <a:rPr lang="en-US" dirty="0" err="1"/>
              <a:t>Explaborit</a:t>
            </a:r>
            <a:r>
              <a:rPr lang="en-US" dirty="0"/>
              <a:t> </a:t>
            </a:r>
            <a:r>
              <a:rPr lang="en-US" dirty="0" err="1"/>
              <a:t>labo</a:t>
            </a:r>
            <a:r>
              <a:rPr lang="en-US" dirty="0"/>
              <a:t>. </a:t>
            </a:r>
            <a:r>
              <a:rPr lang="en-US" dirty="0" err="1"/>
              <a:t>Bor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offic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re </a:t>
            </a:r>
            <a:r>
              <a:rPr lang="en-US" dirty="0" err="1"/>
              <a:t>repratatem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il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vollaut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46245C49-A606-4225-6F82-7EA58D2F64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7514" y="1608657"/>
            <a:ext cx="5040860" cy="1454634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 dirty="0"/>
              <a:t>Slide title goes </a:t>
            </a:r>
            <a:br>
              <a:rPr lang="en-US" dirty="0"/>
            </a:br>
            <a:r>
              <a:rPr lang="en-US" dirty="0"/>
              <a:t>here over multiple</a:t>
            </a:r>
            <a:br>
              <a:rPr lang="en-US" dirty="0"/>
            </a:br>
            <a:r>
              <a:rPr lang="en-US" dirty="0"/>
              <a:t>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2358267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  <p15:guide id="5" orient="horz" pos="1865">
          <p15:clr>
            <a:srgbClr val="FBAE40"/>
          </p15:clr>
        </p15:guide>
        <p15:guide id="6" orient="horz" pos="1593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3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20FAEFE-DCEA-C11E-9CD8-5BAE7ECD0A84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Poppins" panose="00000500000000000000" pitchFamily="2" charset="0"/>
            </a:endParaRPr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2A42E699-C892-2CB8-E3D4-0CE9521EA92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13626" y="0"/>
            <a:ext cx="6078373" cy="2282024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F4C96FE9-C037-14C3-012B-B741623D23DD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113626" y="2282023"/>
            <a:ext cx="6078373" cy="2294813"/>
          </a:xfrm>
          <a:prstGeom prst="rect">
            <a:avLst/>
          </a:prstGeom>
          <a:solidFill>
            <a:schemeClr val="bg2">
              <a:lumMod val="25000"/>
              <a:lumOff val="7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07DF25DC-1055-D2B2-98AF-5F29BBD47E9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113626" y="4575977"/>
            <a:ext cx="6078373" cy="2282024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DD790FE4-BFEC-9756-BEB4-6B96B0DF6EE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Navigation Section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E2FD68F5-B296-0C2B-59DB-54BBD7D001C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Secondary heading goes here</a:t>
            </a: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B3D111EC-D128-EB01-30D0-3F5DA8E362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1682705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 dirty="0"/>
              <a:t>Slide title goes here over multiple lines if required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595F731-0F02-28C1-AF72-7799DA7D72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2894274"/>
            <a:ext cx="5066587" cy="30382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1200"/>
              </a:spcBef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1200"/>
              </a:spcBef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5386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2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990E8F-3F86-019E-7259-C5DF5D006B8A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Poppins" panose="00000500000000000000" pitchFamily="2" charset="0"/>
            </a:endParaRP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0BA635FC-A312-CDFD-CEE2-71AE69C703CA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00050" y="4014788"/>
            <a:ext cx="5027613" cy="1963737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97CDDFA3-A77C-84F6-C805-0F704B7EA5C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613341" y="4014788"/>
            <a:ext cx="5027613" cy="1963737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536B57A2-10F0-6C44-3C29-83B0D55775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Navigation Section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CEAE77CD-9E4A-7D74-E4B4-4AD390F68B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Secondary heading goes here</a:t>
            </a:r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56EFC393-F3E0-61E8-169E-22AB3A81B1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1682705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 dirty="0"/>
              <a:t>Slide title goes here over multiple lines if required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0D3881B2-2CB5-BFB7-3D69-DB30616B86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7988" y="2960689"/>
            <a:ext cx="5040860" cy="8559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 err="1"/>
              <a:t>Inctur</a:t>
            </a:r>
            <a:r>
              <a:rPr lang="en-US" dirty="0"/>
              <a:t>? </a:t>
            </a:r>
            <a:r>
              <a:rPr lang="en-US" dirty="0" err="1"/>
              <a:t>Otatur</a:t>
            </a:r>
            <a:r>
              <a:rPr lang="en-US" dirty="0"/>
              <a:t> </a:t>
            </a:r>
            <a:r>
              <a:rPr lang="en-US" dirty="0" err="1"/>
              <a:t>sendes</a:t>
            </a:r>
            <a:r>
              <a:rPr lang="en-US" dirty="0"/>
              <a:t> </a:t>
            </a:r>
            <a:r>
              <a:rPr lang="en-US" dirty="0" err="1"/>
              <a:t>sinctestest</a:t>
            </a:r>
            <a:r>
              <a:rPr lang="en-US" dirty="0"/>
              <a:t> et ex et </a:t>
            </a:r>
            <a:r>
              <a:rPr lang="en-US" dirty="0" err="1"/>
              <a:t>vollab</a:t>
            </a:r>
            <a:r>
              <a:rPr lang="en-US" dirty="0"/>
              <a:t> is del id </a:t>
            </a:r>
            <a:r>
              <a:rPr lang="en-US" dirty="0" err="1"/>
              <a:t>quaecust</a:t>
            </a:r>
            <a:r>
              <a:rPr lang="en-US" dirty="0"/>
              <a:t>, </a:t>
            </a:r>
            <a:r>
              <a:rPr lang="en-US" dirty="0" err="1"/>
              <a:t>inctemquam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Ne </a:t>
            </a:r>
            <a:r>
              <a:rPr lang="en-US" dirty="0" err="1"/>
              <a:t>pror</a:t>
            </a:r>
            <a:r>
              <a:rPr lang="en-US" dirty="0"/>
              <a:t> </a:t>
            </a:r>
            <a:r>
              <a:rPr lang="en-US" dirty="0" err="1"/>
              <a:t>arcia</a:t>
            </a:r>
            <a:r>
              <a:rPr lang="en-US" dirty="0"/>
              <a:t> nus </a:t>
            </a:r>
            <a:r>
              <a:rPr lang="en-US" dirty="0" err="1"/>
              <a:t>diti</a:t>
            </a:r>
            <a:r>
              <a:rPr lang="en-US" dirty="0"/>
              <a:t> cones que </a:t>
            </a:r>
            <a:r>
              <a:rPr lang="en-US" dirty="0" err="1"/>
              <a:t>voloribus</a:t>
            </a:r>
            <a:r>
              <a:rPr lang="en-US" dirty="0"/>
              <a:t>, </a:t>
            </a:r>
            <a:r>
              <a:rPr lang="en-US" dirty="0" err="1"/>
              <a:t>sitati</a:t>
            </a:r>
            <a:r>
              <a:rPr lang="en-US" dirty="0"/>
              <a:t> </a:t>
            </a:r>
            <a:r>
              <a:rPr lang="en-US" dirty="0" err="1"/>
              <a:t>nimet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unt</a:t>
            </a:r>
            <a:r>
              <a:rPr lang="en-US" dirty="0"/>
              <a:t> </a:t>
            </a:r>
            <a:r>
              <a:rPr lang="en-US" dirty="0" err="1"/>
              <a:t>aris</a:t>
            </a:r>
            <a:r>
              <a:rPr lang="en-US" dirty="0"/>
              <a:t> </a:t>
            </a:r>
            <a:r>
              <a:rPr lang="en-US" dirty="0" err="1"/>
              <a:t>corest</a:t>
            </a:r>
            <a:endParaRPr lang="en-US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90AB17C-2820-B52E-E6A5-744B267555B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00094" y="2960689"/>
            <a:ext cx="5040860" cy="8559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 err="1"/>
              <a:t>Inctur</a:t>
            </a:r>
            <a:r>
              <a:rPr lang="en-US" dirty="0"/>
              <a:t>? </a:t>
            </a:r>
            <a:r>
              <a:rPr lang="en-US" dirty="0" err="1"/>
              <a:t>Otatur</a:t>
            </a:r>
            <a:r>
              <a:rPr lang="en-US" dirty="0"/>
              <a:t> </a:t>
            </a:r>
            <a:r>
              <a:rPr lang="en-US" dirty="0" err="1"/>
              <a:t>sendes</a:t>
            </a:r>
            <a:r>
              <a:rPr lang="en-US" dirty="0"/>
              <a:t> </a:t>
            </a:r>
            <a:r>
              <a:rPr lang="en-US" dirty="0" err="1"/>
              <a:t>sinctestest</a:t>
            </a:r>
            <a:r>
              <a:rPr lang="en-US" dirty="0"/>
              <a:t> et ex et </a:t>
            </a:r>
            <a:r>
              <a:rPr lang="en-US" dirty="0" err="1"/>
              <a:t>vollab</a:t>
            </a:r>
            <a:r>
              <a:rPr lang="en-US" dirty="0"/>
              <a:t> is del id </a:t>
            </a:r>
            <a:r>
              <a:rPr lang="en-US" dirty="0" err="1"/>
              <a:t>quaecust</a:t>
            </a:r>
            <a:r>
              <a:rPr lang="en-US" dirty="0"/>
              <a:t>, </a:t>
            </a:r>
            <a:r>
              <a:rPr lang="en-US" dirty="0" err="1"/>
              <a:t>inctemquam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Ne </a:t>
            </a:r>
            <a:r>
              <a:rPr lang="en-US" dirty="0" err="1"/>
              <a:t>pror</a:t>
            </a:r>
            <a:r>
              <a:rPr lang="en-US" dirty="0"/>
              <a:t> </a:t>
            </a:r>
            <a:r>
              <a:rPr lang="en-US" dirty="0" err="1"/>
              <a:t>arcia</a:t>
            </a:r>
            <a:r>
              <a:rPr lang="en-US" dirty="0"/>
              <a:t> nus </a:t>
            </a:r>
            <a:r>
              <a:rPr lang="en-US" dirty="0" err="1"/>
              <a:t>diti</a:t>
            </a:r>
            <a:r>
              <a:rPr lang="en-US" dirty="0"/>
              <a:t> cones que </a:t>
            </a:r>
            <a:r>
              <a:rPr lang="en-US" dirty="0" err="1"/>
              <a:t>voloribus</a:t>
            </a:r>
            <a:r>
              <a:rPr lang="en-US" dirty="0"/>
              <a:t>, </a:t>
            </a:r>
            <a:r>
              <a:rPr lang="en-US" dirty="0" err="1"/>
              <a:t>sitati</a:t>
            </a:r>
            <a:r>
              <a:rPr lang="en-US" dirty="0"/>
              <a:t> </a:t>
            </a:r>
            <a:r>
              <a:rPr lang="en-US" dirty="0" err="1"/>
              <a:t>nimet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unt</a:t>
            </a:r>
            <a:r>
              <a:rPr lang="en-US" dirty="0"/>
              <a:t> </a:t>
            </a:r>
            <a:r>
              <a:rPr lang="en-US" dirty="0" err="1"/>
              <a:t>aris</a:t>
            </a:r>
            <a:r>
              <a:rPr lang="en-US" dirty="0"/>
              <a:t> </a:t>
            </a:r>
            <a:r>
              <a:rPr lang="en-US" dirty="0" err="1"/>
              <a:t>corest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572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char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48D8654F-C79C-9C2C-7718-1FD0D86A466F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6516805" y="879475"/>
            <a:ext cx="5179327" cy="5057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344AED7-4EA8-8B56-18D5-B3B9CE19079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endParaRPr lang="en-US" dirty="0"/>
          </a:p>
          <a:p>
            <a:pPr lvl="0"/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</a:t>
            </a:r>
          </a:p>
          <a:p>
            <a:pPr lvl="0"/>
            <a:r>
              <a:rPr lang="en-US" dirty="0"/>
              <a:t>To beatae vitae dicta sunt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</a:t>
            </a:r>
          </a:p>
          <a:p>
            <a:pPr lvl="0"/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6DFBBF1E-A3F6-F451-4829-D1E3F074E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856309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 dirty="0"/>
              <a:t>Slide title goes here over multiple lines if required</a:t>
            </a:r>
          </a:p>
        </p:txBody>
      </p:sp>
      <p:sp>
        <p:nvSpPr>
          <p:cNvPr id="2" name="Footer Placeholder 7">
            <a:extLst>
              <a:ext uri="{FF2B5EF4-FFF2-40B4-BE49-F238E27FC236}">
                <a16:creationId xmlns:a16="http://schemas.microsoft.com/office/drawing/2014/main" id="{2FF29363-7825-3F5A-BEA2-C9B0A9230A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1652645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chart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EB4605-05A5-FFF7-6BEB-8F2A1CCAFFA1}"/>
              </a:ext>
            </a:extLst>
          </p:cNvPr>
          <p:cNvSpPr/>
          <p:nvPr userDrawn="1"/>
        </p:nvSpPr>
        <p:spPr>
          <a:xfrm>
            <a:off x="6096000" y="-1"/>
            <a:ext cx="6096000" cy="6858001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7F0AF6-74AA-451B-425A-6C1E0C4BB1EE}"/>
              </a:ext>
            </a:extLst>
          </p:cNvPr>
          <p:cNvSpPr/>
          <p:nvPr userDrawn="1"/>
        </p:nvSpPr>
        <p:spPr>
          <a:xfrm>
            <a:off x="6096000" y="-1"/>
            <a:ext cx="6096000" cy="6858001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solidFill>
                <a:schemeClr val="bg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48D8654F-C79C-9C2C-7718-1FD0D86A466F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6516805" y="879475"/>
            <a:ext cx="5179327" cy="5057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344AED7-4EA8-8B56-18D5-B3B9CE19079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endParaRPr lang="en-US" dirty="0"/>
          </a:p>
          <a:p>
            <a:pPr lvl="0"/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</a:t>
            </a:r>
          </a:p>
          <a:p>
            <a:pPr lvl="0"/>
            <a:r>
              <a:rPr lang="en-US" dirty="0"/>
              <a:t>To beatae vitae dicta sunt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</a:t>
            </a:r>
          </a:p>
          <a:p>
            <a:pPr lvl="0"/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6DFBBF1E-A3F6-F451-4829-D1E3F074E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856309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 dirty="0"/>
              <a:t>Slide title goes here over multiple lines if required</a:t>
            </a:r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AAB0D92D-86F3-7AF3-45BC-19114C142C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42447" y="6229255"/>
            <a:ext cx="3606401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2774572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23876A-96D1-F0AE-F0F2-8AF6DB2F3681}"/>
              </a:ext>
            </a:extLst>
          </p:cNvPr>
          <p:cNvSpPr/>
          <p:nvPr userDrawn="1"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7F0AF6-74AA-451B-425A-6C1E0C4BB1EE}"/>
              </a:ext>
            </a:extLst>
          </p:cNvPr>
          <p:cNvSpPr/>
          <p:nvPr userDrawn="1"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A829F01-12EB-11E7-CB79-22971CD455C3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 dirty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Internal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193D7AF-C152-458B-C821-B576A22C3EA5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0922529C-6040-DCAB-4A00-BEF58343F003}"/>
              </a:ext>
            </a:extLst>
          </p:cNvPr>
          <p:cNvSpPr>
            <a:spLocks noGrp="1"/>
          </p:cNvSpPr>
          <p:nvPr>
            <p:ph type="tbl" sz="quarter" idx="22" hasCustomPrompt="1"/>
          </p:nvPr>
        </p:nvSpPr>
        <p:spPr>
          <a:xfrm>
            <a:off x="347663" y="855663"/>
            <a:ext cx="5240337" cy="50815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3A5EC604-C69A-8891-1B53-E11149E2F5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03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endParaRPr lang="en-US" dirty="0"/>
          </a:p>
          <a:p>
            <a:pPr lvl="0"/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</a:p>
          <a:p>
            <a:pPr lvl="0"/>
            <a:r>
              <a:rPr lang="en-US" dirty="0"/>
              <a:t>To beatae vitae dicta sunt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</a:t>
            </a:r>
          </a:p>
          <a:p>
            <a:pPr lvl="0"/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</a:t>
            </a:r>
          </a:p>
          <a:p>
            <a:pPr lvl="0"/>
            <a:endParaRPr lang="en-US" dirty="0"/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0AE43D4D-B5C0-4755-F0CF-B819394BD8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2073" y="856309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 dirty="0"/>
              <a:t>Slide title goes here over multiple lines if required</a:t>
            </a:r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78E4A644-9CDA-47FD-DDA4-9911AA1D62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03988" y="6229255"/>
            <a:ext cx="5059388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10747957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E345A99-368B-79E6-434B-BA1C0CA50C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C10890-84F3-53AF-97F6-1391EB331A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6624" y="0"/>
            <a:ext cx="5675376" cy="68580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E0FACD63-E388-B5D1-F0B8-3433B5EC588C}"/>
              </a:ext>
            </a:extLst>
          </p:cNvPr>
          <p:cNvGrpSpPr/>
          <p:nvPr/>
        </p:nvGrpSpPr>
        <p:grpSpPr>
          <a:xfrm>
            <a:off x="532238" y="532263"/>
            <a:ext cx="1522954" cy="515204"/>
            <a:chOff x="532238" y="532263"/>
            <a:chExt cx="1522954" cy="515204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6CDF47C-C325-BB7F-C4C7-3D26C8895BA9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anose="00000500000000000000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A662EDF-F39B-15A1-566D-412FDA49117E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anose="00000500000000000000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D7E18CE-E236-624D-A553-0F4E7177EEC5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EAF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anose="00000500000000000000" pitchFamily="2" charset="0"/>
              </a:endParaRPr>
            </a:p>
          </p:txBody>
        </p:sp>
      </p:grp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F4F899F3-4A81-1BED-FC34-96E0CF1E0B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42652" y="5223518"/>
            <a:ext cx="5062912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If required goes here | speaker title, date and/or additional information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07D2A9-EA64-7655-994E-7F1A46D1A8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2652" y="4695137"/>
            <a:ext cx="5062912" cy="42315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18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Subheading or speaker name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F1F12CB4-23BC-65BB-21C5-8EB7AC7F287C}"/>
              </a:ext>
            </a:extLst>
          </p:cNvPr>
          <p:cNvSpPr txBox="1">
            <a:spLocks/>
          </p:cNvSpPr>
          <p:nvPr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Confidential  |  </a:t>
            </a:r>
            <a:r>
              <a:rPr lang="en-US" sz="8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2024 NXP B.V.</a:t>
            </a:r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8AF1407E-E8DD-506D-ABAE-03BCC68F5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2652" y="1616531"/>
            <a:ext cx="5122863" cy="2610984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4200" b="1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The Presentation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11164204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t in tou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6B2404B-61EC-F3F7-AAAA-6B9C2AF8CB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CA34AD9-89DA-D6F2-3157-0B00CCF74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6624" y="0"/>
            <a:ext cx="5675376" cy="6858000"/>
          </a:xfrm>
          <a:prstGeom prst="rect">
            <a:avLst/>
          </a:prstGeom>
        </p:spPr>
      </p:pic>
      <p:sp>
        <p:nvSpPr>
          <p:cNvPr id="12" name="Rectangle: Rounded Corners 11">
            <a:hlinkClick r:id="rId3"/>
            <a:extLst>
              <a:ext uri="{FF2B5EF4-FFF2-40B4-BE49-F238E27FC236}">
                <a16:creationId xmlns:a16="http://schemas.microsoft.com/office/drawing/2014/main" id="{75A8E5E3-17F6-9917-83F2-08D1544F023A}"/>
              </a:ext>
            </a:extLst>
          </p:cNvPr>
          <p:cNvSpPr/>
          <p:nvPr/>
        </p:nvSpPr>
        <p:spPr>
          <a:xfrm>
            <a:off x="1342652" y="5351951"/>
            <a:ext cx="1509927" cy="305544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nxp.com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4BD66F51-07B2-8F1A-36BF-9A36550A0381}"/>
              </a:ext>
            </a:extLst>
          </p:cNvPr>
          <p:cNvSpPr txBox="1">
            <a:spLocks/>
          </p:cNvSpPr>
          <p:nvPr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Confidential  |  </a:t>
            </a:r>
            <a:r>
              <a:rPr lang="en-US" sz="8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2024 NXP B.V.</a:t>
            </a:r>
          </a:p>
        </p:txBody>
      </p:sp>
      <p:sp>
        <p:nvSpPr>
          <p:cNvPr id="14" name="Title 6">
            <a:extLst>
              <a:ext uri="{FF2B5EF4-FFF2-40B4-BE49-F238E27FC236}">
                <a16:creationId xmlns:a16="http://schemas.microsoft.com/office/drawing/2014/main" id="{AD22C40A-025C-3A65-C23E-81F44AD3D9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2650" y="2122688"/>
            <a:ext cx="5122863" cy="1593836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4200" b="1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Get in touch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3AF13F-9AC9-D9C7-4132-82EBF52AEA7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42650" y="4184148"/>
            <a:ext cx="5122863" cy="42315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50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507C134-47D6-3A51-C496-34B2B2CFCF7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42650" y="4685635"/>
            <a:ext cx="5122863" cy="531824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email@nxp.com</a:t>
            </a:r>
          </a:p>
          <a:p>
            <a:pPr lvl="0"/>
            <a:r>
              <a:rPr lang="en-US" dirty="0"/>
              <a:t>+00 000 000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5EC22B7-AC50-3533-ED12-C2CA0A67E113}"/>
              </a:ext>
            </a:extLst>
          </p:cNvPr>
          <p:cNvGrpSpPr/>
          <p:nvPr/>
        </p:nvGrpSpPr>
        <p:grpSpPr>
          <a:xfrm>
            <a:off x="532238" y="532263"/>
            <a:ext cx="1522954" cy="515204"/>
            <a:chOff x="532238" y="532263"/>
            <a:chExt cx="1522954" cy="515204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F54202B-6604-81FD-EFD4-BD64CAFE0D1D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anose="00000500000000000000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1BFDC21-8E21-AA5D-658E-54E8B310028F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anose="00000500000000000000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9209123-D416-9ED3-EDB4-22B8716724A4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EAF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5227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XP +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A084577-DDF3-0832-E5ED-5FF10B2E3F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2" name="Rectangle: Rounded Corners 11">
            <a:hlinkClick r:id="rId2"/>
            <a:extLst>
              <a:ext uri="{FF2B5EF4-FFF2-40B4-BE49-F238E27FC236}">
                <a16:creationId xmlns:a16="http://schemas.microsoft.com/office/drawing/2014/main" id="{75A8E5E3-17F6-9917-83F2-08D1544F023A}"/>
              </a:ext>
            </a:extLst>
          </p:cNvPr>
          <p:cNvSpPr/>
          <p:nvPr/>
        </p:nvSpPr>
        <p:spPr>
          <a:xfrm>
            <a:off x="1342652" y="5761384"/>
            <a:ext cx="1509927" cy="305544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nxp.com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CC26F959-7025-876F-2A7E-2AB97F839FF3}"/>
              </a:ext>
            </a:extLst>
          </p:cNvPr>
          <p:cNvSpPr txBox="1">
            <a:spLocks/>
          </p:cNvSpPr>
          <p:nvPr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Confidential  |  </a:t>
            </a:r>
            <a:r>
              <a:rPr lang="en-US" sz="8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2024 NXP B.V.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6DAC96A-0843-10D1-2813-982D4B120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3340" y="0"/>
            <a:ext cx="8328660" cy="68580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5FAFE7F-AEF0-56AE-7B4A-483342818015}"/>
              </a:ext>
            </a:extLst>
          </p:cNvPr>
          <p:cNvGrpSpPr/>
          <p:nvPr/>
        </p:nvGrpSpPr>
        <p:grpSpPr>
          <a:xfrm>
            <a:off x="1329004" y="2629430"/>
            <a:ext cx="2894619" cy="979228"/>
            <a:chOff x="532238" y="532263"/>
            <a:chExt cx="1522954" cy="515204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D955D61-89AD-68BF-11BE-DC3C64CA2E04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anose="00000500000000000000" pitchFamily="2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3D381AC-9A91-27C3-372C-83904DA3EC10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anose="00000500000000000000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86545B6-1A77-CD99-D604-0CBE2C8A50BC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EAF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99294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0F1C6B1E-C608-FC8D-A582-DC3E562834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806825"/>
            <a:ext cx="11432485" cy="44644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Second line subtitle of slide goes here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F7DBDFB-B1CE-5E8E-F55C-5F56AF0CE3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1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First line title of slide goes here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6D04279-28E6-3CA1-3456-666F8629C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2144673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+ bur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C028A98-A4AF-A265-70EA-A82E35D968B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1B927F5D-4721-0803-59FF-213A55372D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486750"/>
            <a:ext cx="752219" cy="4838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01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AB92F9B-E6FB-0A22-91E7-5E1B2C56C9C5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 dirty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Confidential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88B9B8F1-41B0-48AB-1747-F71A0EC43090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513CE2-40F0-F7E4-DA6D-B5D08E6B8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47004" y="0"/>
            <a:ext cx="6444996" cy="6858000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CEB8687C-1C5D-5DB1-5AE5-7DA6E4DB29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2" y="1828800"/>
            <a:ext cx="4230687" cy="2374900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3600" b="1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Section divider header goes here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76DBD690-7FE4-A0C7-A98D-0449F9C135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9412" y="4504637"/>
            <a:ext cx="4230687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Secondary header</a:t>
            </a:r>
          </a:p>
        </p:txBody>
      </p:sp>
    </p:spTree>
    <p:extLst>
      <p:ext uri="{BB962C8B-B14F-4D97-AF65-F5344CB8AC3E}">
        <p14:creationId xmlns:p14="http://schemas.microsoft.com/office/powerpoint/2010/main" val="696026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DA28DB-65F2-4DB0-0C58-B4F4081D094E}"/>
              </a:ext>
            </a:extLst>
          </p:cNvPr>
          <p:cNvSpPr/>
          <p:nvPr userDrawn="1"/>
        </p:nvSpPr>
        <p:spPr>
          <a:xfrm>
            <a:off x="0" y="0"/>
            <a:ext cx="5749636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218CD4-45FF-0363-DBBA-8A93B3364196}"/>
              </a:ext>
            </a:extLst>
          </p:cNvPr>
          <p:cNvSpPr/>
          <p:nvPr userDrawn="1"/>
        </p:nvSpPr>
        <p:spPr>
          <a:xfrm>
            <a:off x="5749636" y="0"/>
            <a:ext cx="6442364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1B927F5D-4721-0803-59FF-213A55372D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486750"/>
            <a:ext cx="752219" cy="4838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02</a:t>
            </a:r>
          </a:p>
        </p:txBody>
      </p:sp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3617F25B-C3B5-1DAC-669D-F0AAE4EADCF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49636" y="0"/>
            <a:ext cx="6442364" cy="6858000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F2F2590-8080-7A0A-2EDC-896BD896BD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2" y="1828800"/>
            <a:ext cx="4230687" cy="2374900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3600" b="1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Section divider header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B637A51-3E92-0DE4-3715-E6129025CD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9412" y="4504637"/>
            <a:ext cx="4230687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Secondary header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75AE513-F025-3E23-FBCB-AD34DB5AA7E0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 dirty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Confidential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27F9690-CB6B-6CBA-C6A2-7915CE6FEF25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827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99B762FB-EC77-2CB7-44E6-7F109E56A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6777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1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Title of slide goes here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DECCA3C-D0CD-3DAC-72B9-289377CBB6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2620651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9DF2FD-8939-B595-5D9D-F404E5575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1150938"/>
            <a:ext cx="11433175" cy="47815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403CA76-C645-B9AC-7B46-CD595E660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6777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1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Title of slide goes here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6182BEF-2AF4-4343-1BA4-64A2C8E1A6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2912433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0F1C6B1E-C608-FC8D-A582-DC3E562834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806825"/>
            <a:ext cx="11432485" cy="44644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Second line subtitle of slide goes here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F7DBDFB-B1CE-5E8E-F55C-5F56AF0CE3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1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First line title of slide goes here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6D04279-28E6-3CA1-3456-666F8629C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186603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9DF2FD-8939-B595-5D9D-F404E5575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1405218"/>
            <a:ext cx="11433175" cy="45272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403CA76-C645-B9AC-7B46-CD595E660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1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Title of slide goes here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A751461-EDE6-6A69-28E3-7DE3B1F289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806825"/>
            <a:ext cx="11432485" cy="44644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Second line subtitle of slide goes here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951A046-90B1-093D-5147-C0959CBAD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515026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9A005E92-D3AC-C136-D88B-4E4CAFF299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2046090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78025A-AB06-6766-72ED-7AB54A2FC637}"/>
              </a:ext>
            </a:extLst>
          </p:cNvPr>
          <p:cNvSpPr/>
          <p:nvPr userDrawn="1"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2A42E699-C892-2CB8-E3D4-0CE9521EA92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FontTx/>
              <a:buNone/>
              <a:defRPr sz="13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4195DF01-9D0D-7532-1195-7E763F0CDE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1734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Navigation Section</a:t>
            </a: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A2CF2C2A-6861-B755-0D80-9B629CD0F7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3204" y="1786952"/>
            <a:ext cx="5040860" cy="483934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A3FDDD5-8639-18E9-8B3B-8437AADE25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96543" y="2667156"/>
            <a:ext cx="5066587" cy="30382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FontTx/>
              <a:buNone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171450" indent="0">
              <a:lnSpc>
                <a:spcPct val="110000"/>
              </a:lnSpc>
              <a:spcBef>
                <a:spcPts val="1200"/>
              </a:spcBef>
              <a:buFontTx/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10000"/>
              </a:lnSpc>
              <a:spcBef>
                <a:spcPts val="1200"/>
              </a:spcBef>
              <a:buFontTx/>
              <a:buNone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15937" indent="0">
              <a:lnSpc>
                <a:spcPct val="110000"/>
              </a:lnSpc>
              <a:spcBef>
                <a:spcPts val="1200"/>
              </a:spcBef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688975" indent="0">
              <a:lnSpc>
                <a:spcPct val="110000"/>
              </a:lnSpc>
              <a:spcBef>
                <a:spcPts val="1200"/>
              </a:spcBef>
              <a:buFontTx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r>
              <a:rPr lang="en-US" dirty="0"/>
              <a:t>First line item here</a:t>
            </a:r>
          </a:p>
          <a:p>
            <a:r>
              <a:rPr lang="en-US" dirty="0"/>
              <a:t>Second line item here</a:t>
            </a:r>
          </a:p>
          <a:p>
            <a:r>
              <a:rPr lang="en-US" dirty="0"/>
              <a:t>Third line item here</a:t>
            </a:r>
          </a:p>
          <a:p>
            <a:r>
              <a:rPr lang="en-US" dirty="0"/>
              <a:t>Fourth line item here</a:t>
            </a:r>
          </a:p>
          <a:p>
            <a:r>
              <a:rPr lang="en-US" dirty="0"/>
              <a:t>Fifth line item here</a:t>
            </a:r>
          </a:p>
          <a:p>
            <a:r>
              <a:rPr lang="en-US" dirty="0"/>
              <a:t>Sixth line item here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BB48F6D-14A5-635A-DC4D-89D0AA382D13}"/>
              </a:ext>
            </a:extLst>
          </p:cNvPr>
          <p:cNvSpPr txBox="1">
            <a:spLocks/>
          </p:cNvSpPr>
          <p:nvPr userDrawn="1"/>
        </p:nvSpPr>
        <p:spPr>
          <a:xfrm>
            <a:off x="6917179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 dirty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Confidential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1F97677-1386-DB8B-8AD4-E3A78A867485}"/>
              </a:ext>
            </a:extLst>
          </p:cNvPr>
          <p:cNvSpPr txBox="1">
            <a:spLocks/>
          </p:cNvSpPr>
          <p:nvPr userDrawn="1"/>
        </p:nvSpPr>
        <p:spPr>
          <a:xfrm>
            <a:off x="6696543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99FA02D-A203-27C1-0EC4-1A02C504CC4F}"/>
              </a:ext>
            </a:extLst>
          </p:cNvPr>
          <p:cNvSpPr/>
          <p:nvPr userDrawn="1"/>
        </p:nvSpPr>
        <p:spPr>
          <a:xfrm rot="5400000" flipH="1">
            <a:off x="9191467" y="-51409"/>
            <a:ext cx="47869" cy="504086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50000">
                <a:schemeClr val="accent3"/>
              </a:gs>
              <a:gs pos="85000">
                <a:schemeClr val="accent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809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D6F25606-0761-3C29-5D82-41070C98E9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1" i="0" kern="1200" dirty="0">
                <a:solidFill>
                  <a:schemeClr val="tx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Title of slide goes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8246F63-DBF7-BA9E-DE09-BB511C2FF5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1330" y="2099144"/>
            <a:ext cx="3524856" cy="38333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00000"/>
              </a:lnSpc>
              <a:spcBef>
                <a:spcPts val="1200"/>
              </a:spcBef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6102E59-0FA0-7A60-BB45-BEB114BAD5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9410" y="1121135"/>
            <a:ext cx="3748695" cy="707666"/>
          </a:xfrm>
          <a:prstGeom prst="rect">
            <a:avLst/>
          </a:prstGeom>
          <a:solidFill>
            <a:srgbClr val="E9E9E9"/>
          </a:solidFill>
        </p:spPr>
        <p:txBody>
          <a:bodyPr lIns="91440" tIns="91440" rIns="91440" bIns="9144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Add heading here</a:t>
            </a:r>
            <a:br>
              <a:rPr lang="en-US" dirty="0"/>
            </a:br>
            <a:r>
              <a:rPr lang="en-US" dirty="0"/>
              <a:t>+ choose a color fill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F3BE122-47AE-F619-8C18-8F09842C51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19890" y="1121135"/>
            <a:ext cx="3748695" cy="707666"/>
          </a:xfrm>
          <a:prstGeom prst="rect">
            <a:avLst/>
          </a:prstGeom>
          <a:solidFill>
            <a:srgbClr val="E9E9E9"/>
          </a:solidFill>
        </p:spPr>
        <p:txBody>
          <a:bodyPr lIns="91440" tIns="91440" rIns="91440" bIns="9144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Add heading here</a:t>
            </a:r>
            <a:br>
              <a:rPr lang="en-US" dirty="0"/>
            </a:br>
            <a:r>
              <a:rPr lang="en-US" dirty="0"/>
              <a:t>+ choose a color fill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A4932F7-4E15-7A95-6A37-BE437ADFA3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60369" y="1121135"/>
            <a:ext cx="3751526" cy="707666"/>
          </a:xfrm>
          <a:prstGeom prst="rect">
            <a:avLst/>
          </a:prstGeom>
          <a:solidFill>
            <a:srgbClr val="E9E9E9"/>
          </a:solidFill>
        </p:spPr>
        <p:txBody>
          <a:bodyPr lIns="91440" tIns="91440" rIns="91440" bIns="9144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Add heading here</a:t>
            </a:r>
            <a:br>
              <a:rPr lang="en-US" dirty="0"/>
            </a:br>
            <a:r>
              <a:rPr lang="en-US" dirty="0"/>
              <a:t>+ choose a color fill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67183DBA-C322-F521-0FEA-D0705826F7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40178" y="2099144"/>
            <a:ext cx="3524856" cy="38333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00000"/>
              </a:lnSpc>
              <a:spcBef>
                <a:spcPts val="1200"/>
              </a:spcBef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6454434-B42A-EA15-7566-94C00AAC2CF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71097" y="2099144"/>
            <a:ext cx="3524856" cy="38333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00000"/>
              </a:lnSpc>
              <a:spcBef>
                <a:spcPts val="1200"/>
              </a:spcBef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FE935B81-FE27-A4F0-CCF1-3C60749CB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3950911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4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3483E2-ADB0-033C-1F39-22DCD3B522CC}"/>
              </a:ext>
            </a:extLst>
          </p:cNvPr>
          <p:cNvSpPr/>
          <p:nvPr userDrawn="1"/>
        </p:nvSpPr>
        <p:spPr>
          <a:xfrm>
            <a:off x="5751676" y="0"/>
            <a:ext cx="6440324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3B3E693C-3D79-A935-FDC8-22E5D73369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Navigation Section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0AF2B029-0503-D969-EAF9-C0904EE5AD5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Secondary heading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202CEB-949E-C60C-92EC-3436B6B3CC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995686"/>
            <a:ext cx="5040860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endParaRPr lang="en-US" dirty="0"/>
          </a:p>
          <a:p>
            <a:pPr lvl="0"/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architect</a:t>
            </a:r>
          </a:p>
          <a:p>
            <a:pPr lvl="0"/>
            <a:r>
              <a:rPr lang="en-US" dirty="0"/>
              <a:t>To beatae vitae dicta sunt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3840FC0F-30D3-1A2E-0070-82896F2B890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749925" y="0"/>
            <a:ext cx="3219326" cy="3429000"/>
          </a:xfrm>
          <a:prstGeom prst="rect">
            <a:avLst/>
          </a:prstGeom>
          <a:solidFill>
            <a:srgbClr val="EAEAEA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19" name="Picture Placeholder 13">
            <a:extLst>
              <a:ext uri="{FF2B5EF4-FFF2-40B4-BE49-F238E27FC236}">
                <a16:creationId xmlns:a16="http://schemas.microsoft.com/office/drawing/2014/main" id="{5C81A9FE-8AC2-A3C2-BCBA-74E635BCD7E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749925" y="3429000"/>
            <a:ext cx="3219326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72EABCE6-311A-F405-61EF-5A43EFCC952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972674" y="0"/>
            <a:ext cx="3219326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98A9427A-B40D-7B18-7F44-ACC05CB6917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972674" y="3429000"/>
            <a:ext cx="3219326" cy="3429000"/>
          </a:xfrm>
          <a:prstGeom prst="rect">
            <a:avLst/>
          </a:prstGeom>
          <a:solidFill>
            <a:srgbClr val="EAEAEA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9B9CC07D-4BCD-9854-9272-3F05092B40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3" y="1682705"/>
            <a:ext cx="5059927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2800" b="1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pPr lvl="0"/>
            <a:r>
              <a:rPr lang="en-GB" dirty="0"/>
              <a:t>Slide title goes here over multiple lines if required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E2F10693-95DC-E116-617D-95CC760592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3239642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1916784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6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49E84B-D332-9A0D-4A0F-80351E5EC134}"/>
              </a:ext>
            </a:extLst>
          </p:cNvPr>
          <p:cNvSpPr/>
          <p:nvPr userDrawn="1"/>
        </p:nvSpPr>
        <p:spPr>
          <a:xfrm>
            <a:off x="0" y="0"/>
            <a:ext cx="3476625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202CEB-949E-C60C-92EC-3436B6B3CC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3862461"/>
            <a:ext cx="2754312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accusantik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CA76F56-7A82-9F16-E1F1-8C70941073C6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 dirty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Confidential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3F34DD4-6C38-2829-50C7-D2C3FD7BF85A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Picture Placeholder 13">
            <a:extLst>
              <a:ext uri="{FF2B5EF4-FFF2-40B4-BE49-F238E27FC236}">
                <a16:creationId xmlns:a16="http://schemas.microsoft.com/office/drawing/2014/main" id="{91347789-91DD-8BAB-C965-15B9AD23802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476626" y="3428999"/>
            <a:ext cx="2903970" cy="34290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71126BC0-ACDB-A63C-30FF-060BBADFC2A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382905" y="3428999"/>
            <a:ext cx="2903970" cy="3429002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BB5538B8-D304-A6FE-E229-6BA4E24C2CC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288030" y="3428999"/>
            <a:ext cx="2903970" cy="34290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66E0F71D-367D-EF12-86F9-A9181132A97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476626" y="1"/>
            <a:ext cx="2903970" cy="3429002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1BA72DF4-89E9-84A2-C2CB-42ACD6DB794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382905" y="1"/>
            <a:ext cx="2903970" cy="3429002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49" name="Picture Placeholder 13">
            <a:extLst>
              <a:ext uri="{FF2B5EF4-FFF2-40B4-BE49-F238E27FC236}">
                <a16:creationId xmlns:a16="http://schemas.microsoft.com/office/drawing/2014/main" id="{81113856-26A5-94C8-0833-80FD9616F2D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288030" y="1"/>
            <a:ext cx="2903970" cy="3429002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10F94516-D36C-2727-50A5-CF74F2E8E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605035"/>
            <a:ext cx="2735891" cy="2108579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500"/>
            </a:lvl1pPr>
          </a:lstStyle>
          <a:p>
            <a:r>
              <a:rPr lang="en-US" dirty="0"/>
              <a:t>Slide title here over multiple lines if required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661897CC-AACF-2829-F832-0A49122D14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27620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Navigation Section</a:t>
            </a:r>
          </a:p>
        </p:txBody>
      </p:sp>
    </p:spTree>
    <p:extLst>
      <p:ext uri="{BB962C8B-B14F-4D97-AF65-F5344CB8AC3E}">
        <p14:creationId xmlns:p14="http://schemas.microsoft.com/office/powerpoint/2010/main" val="3246873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49E84B-D332-9A0D-4A0F-80351E5EC134}"/>
              </a:ext>
            </a:extLst>
          </p:cNvPr>
          <p:cNvSpPr/>
          <p:nvPr userDrawn="1"/>
        </p:nvSpPr>
        <p:spPr>
          <a:xfrm>
            <a:off x="0" y="0"/>
            <a:ext cx="3476625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202CEB-949E-C60C-92EC-3436B6B3CC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3862461"/>
            <a:ext cx="2754312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accusantik</a:t>
            </a:r>
            <a:endParaRPr lang="en-US" dirty="0"/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3840FC0F-30D3-1A2E-0070-82896F2B890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476625" y="0"/>
            <a:ext cx="8715374" cy="6858000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CA76F56-7A82-9F16-E1F1-8C70941073C6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 dirty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Confidential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3F34DD4-6C38-2829-50C7-D2C3FD7BF85A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2DF415B5-BC03-D284-0472-96078327D7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605035"/>
            <a:ext cx="2735891" cy="2108579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500"/>
            </a:lvl1pPr>
          </a:lstStyle>
          <a:p>
            <a:r>
              <a:rPr lang="en-US" dirty="0"/>
              <a:t>Slide title here over multiple lines if required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61A6108F-688D-00CE-1F0C-96CC714BBE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27620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Navigation Section</a:t>
            </a:r>
          </a:p>
        </p:txBody>
      </p:sp>
    </p:spTree>
    <p:extLst>
      <p:ext uri="{BB962C8B-B14F-4D97-AF65-F5344CB8AC3E}">
        <p14:creationId xmlns:p14="http://schemas.microsoft.com/office/powerpoint/2010/main" val="3381213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eft +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2D6636-D6A0-C337-4A05-2425732FF2B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D387F8D-8C3F-FF40-223D-B4A1BC7AD22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8D833D0-D1EA-0453-7C67-5B1CE3BAD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Navigation Section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9264E6B0-F9AE-B1F9-93AC-8A519A4A5E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Secondary heading goes here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D516C67-2149-579A-F47C-55BEB51847A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03440" y="3522192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 err="1"/>
              <a:t>Inctur</a:t>
            </a:r>
            <a:r>
              <a:rPr lang="en-US" dirty="0"/>
              <a:t>? </a:t>
            </a:r>
            <a:r>
              <a:rPr lang="en-US" dirty="0" err="1"/>
              <a:t>Otatur</a:t>
            </a:r>
            <a:r>
              <a:rPr lang="en-US" dirty="0"/>
              <a:t> </a:t>
            </a:r>
            <a:r>
              <a:rPr lang="en-US" dirty="0" err="1"/>
              <a:t>sendes</a:t>
            </a:r>
            <a:r>
              <a:rPr lang="en-US" dirty="0"/>
              <a:t> </a:t>
            </a:r>
            <a:r>
              <a:rPr lang="en-US" dirty="0" err="1"/>
              <a:t>sinctestest</a:t>
            </a:r>
            <a:r>
              <a:rPr lang="en-US" dirty="0"/>
              <a:t> et ex et </a:t>
            </a:r>
            <a:r>
              <a:rPr lang="en-US" dirty="0" err="1"/>
              <a:t>vollab</a:t>
            </a:r>
            <a:r>
              <a:rPr lang="en-US" dirty="0"/>
              <a:t> is del id </a:t>
            </a:r>
            <a:r>
              <a:rPr lang="en-US" dirty="0" err="1"/>
              <a:t>quaecust</a:t>
            </a:r>
            <a:r>
              <a:rPr lang="en-US" dirty="0"/>
              <a:t>, </a:t>
            </a:r>
            <a:r>
              <a:rPr lang="en-US" dirty="0" err="1"/>
              <a:t>inctemquam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Ne </a:t>
            </a:r>
            <a:r>
              <a:rPr lang="en-US" dirty="0" err="1"/>
              <a:t>pror</a:t>
            </a:r>
            <a:r>
              <a:rPr lang="en-US" dirty="0"/>
              <a:t> </a:t>
            </a:r>
            <a:r>
              <a:rPr lang="en-US" dirty="0" err="1"/>
              <a:t>arcia</a:t>
            </a:r>
            <a:r>
              <a:rPr lang="en-US" dirty="0"/>
              <a:t> nus </a:t>
            </a:r>
            <a:r>
              <a:rPr lang="en-US" dirty="0" err="1"/>
              <a:t>diti</a:t>
            </a:r>
            <a:endParaRPr lang="en-US" dirty="0"/>
          </a:p>
          <a:p>
            <a:pPr lvl="0"/>
            <a:r>
              <a:rPr lang="en-US" dirty="0"/>
              <a:t>Sones que </a:t>
            </a:r>
            <a:r>
              <a:rPr lang="en-US" dirty="0" err="1"/>
              <a:t>voloribus</a:t>
            </a:r>
            <a:r>
              <a:rPr lang="en-US" dirty="0"/>
              <a:t>, </a:t>
            </a:r>
            <a:r>
              <a:rPr lang="en-US" dirty="0" err="1"/>
              <a:t>sitati</a:t>
            </a:r>
            <a:r>
              <a:rPr lang="en-US" dirty="0"/>
              <a:t> </a:t>
            </a:r>
            <a:r>
              <a:rPr lang="en-US" dirty="0" err="1"/>
              <a:t>nimet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unt</a:t>
            </a:r>
            <a:r>
              <a:rPr lang="en-US" dirty="0"/>
              <a:t> </a:t>
            </a:r>
            <a:r>
              <a:rPr lang="en-US" dirty="0" err="1"/>
              <a:t>aris</a:t>
            </a:r>
            <a:r>
              <a:rPr lang="en-US" dirty="0"/>
              <a:t> </a:t>
            </a:r>
            <a:r>
              <a:rPr lang="en-US" dirty="0" err="1"/>
              <a:t>corest</a:t>
            </a:r>
            <a:endParaRPr lang="en-US" dirty="0"/>
          </a:p>
          <a:p>
            <a:pPr lvl="0"/>
            <a:r>
              <a:rPr lang="en-US" dirty="0" err="1"/>
              <a:t>Explaborit</a:t>
            </a:r>
            <a:r>
              <a:rPr lang="en-US" dirty="0"/>
              <a:t> </a:t>
            </a:r>
            <a:r>
              <a:rPr lang="en-US" dirty="0" err="1"/>
              <a:t>labo</a:t>
            </a:r>
            <a:r>
              <a:rPr lang="en-US" dirty="0"/>
              <a:t>. </a:t>
            </a:r>
            <a:r>
              <a:rPr lang="en-US" dirty="0" err="1"/>
              <a:t>Bor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offic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re </a:t>
            </a:r>
            <a:r>
              <a:rPr lang="en-US" dirty="0" err="1"/>
              <a:t>repratatem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il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vollaut</a:t>
            </a:r>
            <a:r>
              <a:rPr lang="en-US" dirty="0"/>
              <a:t> </a:t>
            </a:r>
            <a:r>
              <a:rPr lang="en-US" dirty="0" err="1"/>
              <a:t>volupta</a:t>
            </a:r>
            <a:endParaRPr lang="en-US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1A826A35-5634-6413-36C2-AEB0FFCA23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03439" y="1605035"/>
            <a:ext cx="5040860" cy="1461431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Slide title goes </a:t>
            </a:r>
            <a:br>
              <a:rPr lang="en-US" dirty="0"/>
            </a:br>
            <a:r>
              <a:rPr lang="en-US" dirty="0"/>
              <a:t>here over multiple</a:t>
            </a:r>
            <a:br>
              <a:rPr lang="en-US" dirty="0"/>
            </a:br>
            <a:r>
              <a:rPr lang="en-US" dirty="0"/>
              <a:t>lines if required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A5B9995-81AD-8AA9-683A-78DBE91BF8D1}"/>
              </a:ext>
            </a:extLst>
          </p:cNvPr>
          <p:cNvSpPr txBox="1">
            <a:spLocks/>
          </p:cNvSpPr>
          <p:nvPr userDrawn="1"/>
        </p:nvSpPr>
        <p:spPr>
          <a:xfrm>
            <a:off x="6724075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 dirty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Confidential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CDFBD57-209D-51C7-4616-FF4C6F00C443}"/>
              </a:ext>
            </a:extLst>
          </p:cNvPr>
          <p:cNvSpPr txBox="1">
            <a:spLocks/>
          </p:cNvSpPr>
          <p:nvPr userDrawn="1"/>
        </p:nvSpPr>
        <p:spPr>
          <a:xfrm>
            <a:off x="6503439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978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9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right + 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FF3C8D76-C793-E670-BDE5-146FB59F9F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3239642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B93ABC-DF5B-7122-E497-8DAC3BDA3DFA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D387F8D-8C3F-FF40-223D-B4A1BC7AD22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B3237A92-0813-4C72-03F2-E999D7F7C3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15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Navigation Section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A93FC714-6301-1455-CB53-C2884948376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Secondary heading goes here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EF90636A-148D-D1E5-3FF5-12C46A7F7B6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8" y="3431023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 err="1"/>
              <a:t>Inctur</a:t>
            </a:r>
            <a:r>
              <a:rPr lang="en-US" dirty="0"/>
              <a:t>? </a:t>
            </a:r>
            <a:r>
              <a:rPr lang="en-US" dirty="0" err="1"/>
              <a:t>Otatur</a:t>
            </a:r>
            <a:r>
              <a:rPr lang="en-US" dirty="0"/>
              <a:t> </a:t>
            </a:r>
            <a:r>
              <a:rPr lang="en-US" dirty="0" err="1"/>
              <a:t>sendes</a:t>
            </a:r>
            <a:r>
              <a:rPr lang="en-US" dirty="0"/>
              <a:t> </a:t>
            </a:r>
            <a:r>
              <a:rPr lang="en-US" dirty="0" err="1"/>
              <a:t>sinctestest</a:t>
            </a:r>
            <a:r>
              <a:rPr lang="en-US" dirty="0"/>
              <a:t> et ex et </a:t>
            </a:r>
            <a:r>
              <a:rPr lang="en-US" dirty="0" err="1"/>
              <a:t>vollab</a:t>
            </a:r>
            <a:r>
              <a:rPr lang="en-US" dirty="0"/>
              <a:t> is del id </a:t>
            </a:r>
            <a:r>
              <a:rPr lang="en-US" dirty="0" err="1"/>
              <a:t>quaecust</a:t>
            </a:r>
            <a:r>
              <a:rPr lang="en-US" dirty="0"/>
              <a:t>, </a:t>
            </a:r>
            <a:r>
              <a:rPr lang="en-US" dirty="0" err="1"/>
              <a:t>inctemquam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Ne </a:t>
            </a:r>
            <a:r>
              <a:rPr lang="en-US" dirty="0" err="1"/>
              <a:t>pror</a:t>
            </a:r>
            <a:r>
              <a:rPr lang="en-US" dirty="0"/>
              <a:t> </a:t>
            </a:r>
            <a:r>
              <a:rPr lang="en-US" dirty="0" err="1"/>
              <a:t>arcia</a:t>
            </a:r>
            <a:r>
              <a:rPr lang="en-US" dirty="0"/>
              <a:t> nus </a:t>
            </a:r>
            <a:r>
              <a:rPr lang="en-US" dirty="0" err="1"/>
              <a:t>diti</a:t>
            </a:r>
            <a:endParaRPr lang="en-US" dirty="0"/>
          </a:p>
          <a:p>
            <a:pPr lvl="0"/>
            <a:r>
              <a:rPr lang="en-US" dirty="0"/>
              <a:t>Sones que </a:t>
            </a:r>
            <a:r>
              <a:rPr lang="en-US" dirty="0" err="1"/>
              <a:t>voloribus</a:t>
            </a:r>
            <a:r>
              <a:rPr lang="en-US" dirty="0"/>
              <a:t>, </a:t>
            </a:r>
            <a:r>
              <a:rPr lang="en-US" dirty="0" err="1"/>
              <a:t>sitati</a:t>
            </a:r>
            <a:r>
              <a:rPr lang="en-US" dirty="0"/>
              <a:t> </a:t>
            </a:r>
            <a:r>
              <a:rPr lang="en-US" dirty="0" err="1"/>
              <a:t>nimet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unt</a:t>
            </a:r>
            <a:r>
              <a:rPr lang="en-US" dirty="0"/>
              <a:t> </a:t>
            </a:r>
            <a:r>
              <a:rPr lang="en-US" dirty="0" err="1"/>
              <a:t>aris</a:t>
            </a:r>
            <a:r>
              <a:rPr lang="en-US" dirty="0"/>
              <a:t> </a:t>
            </a:r>
            <a:r>
              <a:rPr lang="en-US" dirty="0" err="1"/>
              <a:t>corest</a:t>
            </a:r>
            <a:endParaRPr lang="en-US" dirty="0"/>
          </a:p>
          <a:p>
            <a:pPr lvl="0"/>
            <a:r>
              <a:rPr lang="en-US" dirty="0" err="1"/>
              <a:t>Explaborit</a:t>
            </a:r>
            <a:r>
              <a:rPr lang="en-US" dirty="0"/>
              <a:t> </a:t>
            </a:r>
            <a:r>
              <a:rPr lang="en-US" dirty="0" err="1"/>
              <a:t>labo</a:t>
            </a:r>
            <a:r>
              <a:rPr lang="en-US" dirty="0"/>
              <a:t>. </a:t>
            </a:r>
            <a:r>
              <a:rPr lang="en-US" dirty="0" err="1"/>
              <a:t>Bor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offic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re </a:t>
            </a:r>
            <a:r>
              <a:rPr lang="en-US" dirty="0" err="1"/>
              <a:t>repratatem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il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vollaut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9028FE14-75D2-C23C-6FE7-530C1FD73C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7514" y="1608657"/>
            <a:ext cx="5040860" cy="1454634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Slide title goes </a:t>
            </a:r>
            <a:br>
              <a:rPr lang="en-US" dirty="0"/>
            </a:br>
            <a:r>
              <a:rPr lang="en-US" dirty="0"/>
              <a:t>here over multiple</a:t>
            </a:r>
            <a:br>
              <a:rPr lang="en-US" dirty="0"/>
            </a:br>
            <a:r>
              <a:rPr lang="en-US" dirty="0"/>
              <a:t>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1752140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9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image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2D7682D-4DE4-4B99-3A29-AED2B60445F6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21245394-80EC-F0AD-009D-284FEEB2B03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91300" y="1652127"/>
            <a:ext cx="5048250" cy="47481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0D70F547-8B83-B174-3270-794B37206E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Navigation Section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02BFD391-315F-7AC1-72E9-50EF2689B0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Secondary heading goes here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6218B57-AD97-875E-74F8-922F32AFF7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8" y="3431023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 err="1"/>
              <a:t>Inctur</a:t>
            </a:r>
            <a:r>
              <a:rPr lang="en-US" dirty="0"/>
              <a:t>? </a:t>
            </a:r>
            <a:r>
              <a:rPr lang="en-US" dirty="0" err="1"/>
              <a:t>Otatur</a:t>
            </a:r>
            <a:r>
              <a:rPr lang="en-US" dirty="0"/>
              <a:t> </a:t>
            </a:r>
            <a:r>
              <a:rPr lang="en-US" dirty="0" err="1"/>
              <a:t>sendes</a:t>
            </a:r>
            <a:r>
              <a:rPr lang="en-US" dirty="0"/>
              <a:t> </a:t>
            </a:r>
            <a:r>
              <a:rPr lang="en-US" dirty="0" err="1"/>
              <a:t>sinctestest</a:t>
            </a:r>
            <a:r>
              <a:rPr lang="en-US" dirty="0"/>
              <a:t> et ex et </a:t>
            </a:r>
            <a:r>
              <a:rPr lang="en-US" dirty="0" err="1"/>
              <a:t>vollab</a:t>
            </a:r>
            <a:r>
              <a:rPr lang="en-US" dirty="0"/>
              <a:t> is del id </a:t>
            </a:r>
            <a:r>
              <a:rPr lang="en-US" dirty="0" err="1"/>
              <a:t>quaecust</a:t>
            </a:r>
            <a:r>
              <a:rPr lang="en-US" dirty="0"/>
              <a:t>, </a:t>
            </a:r>
            <a:r>
              <a:rPr lang="en-US" dirty="0" err="1"/>
              <a:t>inctemquam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Ne </a:t>
            </a:r>
            <a:r>
              <a:rPr lang="en-US" dirty="0" err="1"/>
              <a:t>pror</a:t>
            </a:r>
            <a:r>
              <a:rPr lang="en-US" dirty="0"/>
              <a:t> </a:t>
            </a:r>
            <a:r>
              <a:rPr lang="en-US" dirty="0" err="1"/>
              <a:t>arcia</a:t>
            </a:r>
            <a:r>
              <a:rPr lang="en-US" dirty="0"/>
              <a:t> nus </a:t>
            </a:r>
            <a:r>
              <a:rPr lang="en-US" dirty="0" err="1"/>
              <a:t>diti</a:t>
            </a:r>
            <a:endParaRPr lang="en-US" dirty="0"/>
          </a:p>
          <a:p>
            <a:pPr lvl="0"/>
            <a:r>
              <a:rPr lang="en-US" dirty="0"/>
              <a:t>Sones que </a:t>
            </a:r>
            <a:r>
              <a:rPr lang="en-US" dirty="0" err="1"/>
              <a:t>voloribus</a:t>
            </a:r>
            <a:r>
              <a:rPr lang="en-US" dirty="0"/>
              <a:t>, </a:t>
            </a:r>
            <a:r>
              <a:rPr lang="en-US" dirty="0" err="1"/>
              <a:t>sitati</a:t>
            </a:r>
            <a:r>
              <a:rPr lang="en-US" dirty="0"/>
              <a:t> </a:t>
            </a:r>
            <a:r>
              <a:rPr lang="en-US" dirty="0" err="1"/>
              <a:t>nimet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unt</a:t>
            </a:r>
            <a:r>
              <a:rPr lang="en-US" dirty="0"/>
              <a:t> </a:t>
            </a:r>
            <a:r>
              <a:rPr lang="en-US" dirty="0" err="1"/>
              <a:t>aris</a:t>
            </a:r>
            <a:r>
              <a:rPr lang="en-US" dirty="0"/>
              <a:t> </a:t>
            </a:r>
            <a:r>
              <a:rPr lang="en-US" dirty="0" err="1"/>
              <a:t>corest</a:t>
            </a:r>
            <a:endParaRPr lang="en-US" dirty="0"/>
          </a:p>
          <a:p>
            <a:pPr lvl="0"/>
            <a:r>
              <a:rPr lang="en-US" dirty="0" err="1"/>
              <a:t>Explaborit</a:t>
            </a:r>
            <a:r>
              <a:rPr lang="en-US" dirty="0"/>
              <a:t> </a:t>
            </a:r>
            <a:r>
              <a:rPr lang="en-US" dirty="0" err="1"/>
              <a:t>labo</a:t>
            </a:r>
            <a:r>
              <a:rPr lang="en-US" dirty="0"/>
              <a:t>. </a:t>
            </a:r>
            <a:r>
              <a:rPr lang="en-US" dirty="0" err="1"/>
              <a:t>Bor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offic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re </a:t>
            </a:r>
            <a:r>
              <a:rPr lang="en-US" dirty="0" err="1"/>
              <a:t>repratatem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il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vollaut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8BA229B9-D9CA-C3D4-0C1C-2304030829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7514" y="1608657"/>
            <a:ext cx="5040860" cy="1454634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Slide title goes </a:t>
            </a:r>
            <a:br>
              <a:rPr lang="en-US" dirty="0"/>
            </a:br>
            <a:r>
              <a:rPr lang="en-US" dirty="0"/>
              <a:t>here over multiple</a:t>
            </a:r>
            <a:br>
              <a:rPr lang="en-US" dirty="0"/>
            </a:br>
            <a:r>
              <a:rPr lang="en-US" dirty="0"/>
              <a:t>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2573588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  <p15:guide id="5" orient="horz" pos="1865">
          <p15:clr>
            <a:srgbClr val="FBAE40"/>
          </p15:clr>
        </p15:guide>
        <p15:guide id="6" orient="horz" pos="1593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3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4195DF01-9D0D-7532-1195-7E763F0CDE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Navigation Section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AE905AA-AFA2-0B96-B385-D32652EF1B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Secondary heading goes here</a:t>
            </a: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A2CF2C2A-6861-B755-0D80-9B629CD0F7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1682705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Slide title goes here over multiple lines if required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A3FDDD5-8639-18E9-8B3B-8437AADE25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2894274"/>
            <a:ext cx="5066587" cy="30382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1200"/>
              </a:spcBef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1200"/>
              </a:spcBef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2A42E699-C892-2CB8-E3D4-0CE9521EA92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13626" y="0"/>
            <a:ext cx="6078373" cy="2282024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FontTx/>
              <a:buNone/>
              <a:defRPr sz="13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F4C96FE9-C037-14C3-012B-B741623D23DD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113626" y="2287988"/>
            <a:ext cx="6078373" cy="22820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07DF25DC-1055-D2B2-98AF-5F29BBD47E9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113626" y="4575977"/>
            <a:ext cx="6078373" cy="2282024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FontTx/>
              <a:buNone/>
              <a:defRPr sz="13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17834823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2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E9953E-1F03-B222-CC62-12EAF44E2ECD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D952218D-93A7-0B20-45B9-5277563E2A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Navigation Section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D4924678-329C-366B-4CA0-9F35F6C04F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Secondary heading goes here</a:t>
            </a: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5E9CC677-B687-DC73-8B66-FBAC46F9B3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1682705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Slide title goes here over multiple lines if required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35C9E828-1F1C-47CB-0CA6-96FD8BB6A5B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7988" y="2960689"/>
            <a:ext cx="5040860" cy="8559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 err="1"/>
              <a:t>Inctur</a:t>
            </a:r>
            <a:r>
              <a:rPr lang="en-US" dirty="0"/>
              <a:t>? </a:t>
            </a:r>
            <a:r>
              <a:rPr lang="en-US" dirty="0" err="1"/>
              <a:t>Otatur</a:t>
            </a:r>
            <a:r>
              <a:rPr lang="en-US" dirty="0"/>
              <a:t> </a:t>
            </a:r>
            <a:r>
              <a:rPr lang="en-US" dirty="0" err="1"/>
              <a:t>sendes</a:t>
            </a:r>
            <a:r>
              <a:rPr lang="en-US" dirty="0"/>
              <a:t> </a:t>
            </a:r>
            <a:r>
              <a:rPr lang="en-US" dirty="0" err="1"/>
              <a:t>sinctestest</a:t>
            </a:r>
            <a:r>
              <a:rPr lang="en-US" dirty="0"/>
              <a:t> et ex et </a:t>
            </a:r>
            <a:r>
              <a:rPr lang="en-US" dirty="0" err="1"/>
              <a:t>vollab</a:t>
            </a:r>
            <a:r>
              <a:rPr lang="en-US" dirty="0"/>
              <a:t> is del id </a:t>
            </a:r>
            <a:r>
              <a:rPr lang="en-US" dirty="0" err="1"/>
              <a:t>quaecust</a:t>
            </a:r>
            <a:r>
              <a:rPr lang="en-US" dirty="0"/>
              <a:t>, </a:t>
            </a:r>
            <a:r>
              <a:rPr lang="en-US" dirty="0" err="1"/>
              <a:t>inctemquam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Ne </a:t>
            </a:r>
            <a:r>
              <a:rPr lang="en-US" dirty="0" err="1"/>
              <a:t>pror</a:t>
            </a:r>
            <a:r>
              <a:rPr lang="en-US" dirty="0"/>
              <a:t> </a:t>
            </a:r>
            <a:r>
              <a:rPr lang="en-US" dirty="0" err="1"/>
              <a:t>arcia</a:t>
            </a:r>
            <a:r>
              <a:rPr lang="en-US" dirty="0"/>
              <a:t> nus </a:t>
            </a:r>
            <a:r>
              <a:rPr lang="en-US" dirty="0" err="1"/>
              <a:t>diti</a:t>
            </a:r>
            <a:r>
              <a:rPr lang="en-US" dirty="0"/>
              <a:t> cones que </a:t>
            </a:r>
            <a:r>
              <a:rPr lang="en-US" dirty="0" err="1"/>
              <a:t>voloribus</a:t>
            </a:r>
            <a:r>
              <a:rPr lang="en-US" dirty="0"/>
              <a:t>, </a:t>
            </a:r>
            <a:r>
              <a:rPr lang="en-US" dirty="0" err="1"/>
              <a:t>sitati</a:t>
            </a:r>
            <a:r>
              <a:rPr lang="en-US" dirty="0"/>
              <a:t> </a:t>
            </a:r>
            <a:r>
              <a:rPr lang="en-US" dirty="0" err="1"/>
              <a:t>nimet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unt</a:t>
            </a:r>
            <a:r>
              <a:rPr lang="en-US" dirty="0"/>
              <a:t> </a:t>
            </a:r>
            <a:r>
              <a:rPr lang="en-US" dirty="0" err="1"/>
              <a:t>aris</a:t>
            </a:r>
            <a:r>
              <a:rPr lang="en-US" dirty="0"/>
              <a:t> </a:t>
            </a:r>
            <a:r>
              <a:rPr lang="en-US" dirty="0" err="1"/>
              <a:t>corest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F931AB8-713E-C852-8385-691C99CC079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00094" y="2960689"/>
            <a:ext cx="5040860" cy="8559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 err="1"/>
              <a:t>Inctur</a:t>
            </a:r>
            <a:r>
              <a:rPr lang="en-US" dirty="0"/>
              <a:t>? </a:t>
            </a:r>
            <a:r>
              <a:rPr lang="en-US" dirty="0" err="1"/>
              <a:t>Otatur</a:t>
            </a:r>
            <a:r>
              <a:rPr lang="en-US" dirty="0"/>
              <a:t> </a:t>
            </a:r>
            <a:r>
              <a:rPr lang="en-US" dirty="0" err="1"/>
              <a:t>sendes</a:t>
            </a:r>
            <a:r>
              <a:rPr lang="en-US" dirty="0"/>
              <a:t> </a:t>
            </a:r>
            <a:r>
              <a:rPr lang="en-US" dirty="0" err="1"/>
              <a:t>sinctestest</a:t>
            </a:r>
            <a:r>
              <a:rPr lang="en-US" dirty="0"/>
              <a:t> et ex et </a:t>
            </a:r>
            <a:r>
              <a:rPr lang="en-US" dirty="0" err="1"/>
              <a:t>vollab</a:t>
            </a:r>
            <a:r>
              <a:rPr lang="en-US" dirty="0"/>
              <a:t> is del id </a:t>
            </a:r>
            <a:r>
              <a:rPr lang="en-US" dirty="0" err="1"/>
              <a:t>quaecust</a:t>
            </a:r>
            <a:r>
              <a:rPr lang="en-US" dirty="0"/>
              <a:t>, </a:t>
            </a:r>
            <a:r>
              <a:rPr lang="en-US" dirty="0" err="1"/>
              <a:t>inctemquam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Ne </a:t>
            </a:r>
            <a:r>
              <a:rPr lang="en-US" dirty="0" err="1"/>
              <a:t>pror</a:t>
            </a:r>
            <a:r>
              <a:rPr lang="en-US" dirty="0"/>
              <a:t> </a:t>
            </a:r>
            <a:r>
              <a:rPr lang="en-US" dirty="0" err="1"/>
              <a:t>arcia</a:t>
            </a:r>
            <a:r>
              <a:rPr lang="en-US" dirty="0"/>
              <a:t> nus </a:t>
            </a:r>
            <a:r>
              <a:rPr lang="en-US" dirty="0" err="1"/>
              <a:t>diti</a:t>
            </a:r>
            <a:r>
              <a:rPr lang="en-US" dirty="0"/>
              <a:t> cones que </a:t>
            </a:r>
            <a:r>
              <a:rPr lang="en-US" dirty="0" err="1"/>
              <a:t>voloribus</a:t>
            </a:r>
            <a:r>
              <a:rPr lang="en-US" dirty="0"/>
              <a:t>, </a:t>
            </a:r>
            <a:r>
              <a:rPr lang="en-US" dirty="0" err="1"/>
              <a:t>sitati</a:t>
            </a:r>
            <a:r>
              <a:rPr lang="en-US" dirty="0"/>
              <a:t> </a:t>
            </a:r>
            <a:r>
              <a:rPr lang="en-US" dirty="0" err="1"/>
              <a:t>nimet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unt</a:t>
            </a:r>
            <a:r>
              <a:rPr lang="en-US" dirty="0"/>
              <a:t> </a:t>
            </a:r>
            <a:r>
              <a:rPr lang="en-US" dirty="0" err="1"/>
              <a:t>aris</a:t>
            </a:r>
            <a:r>
              <a:rPr lang="en-US" dirty="0"/>
              <a:t> </a:t>
            </a:r>
            <a:r>
              <a:rPr lang="en-US" dirty="0" err="1"/>
              <a:t>corest</a:t>
            </a:r>
            <a:endParaRPr lang="en-US" dirty="0"/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0BA635FC-A312-CDFD-CEE2-71AE69C703CA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00050" y="4014788"/>
            <a:ext cx="5027613" cy="1963737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FontTx/>
              <a:buNone/>
              <a:defRPr sz="13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97CDDFA3-A77C-84F6-C805-0F704B7EA5C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613341" y="4014788"/>
            <a:ext cx="5027613" cy="19637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61170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char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4CB21D0-309A-8549-2E95-F4ECA7D61980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Poppins" panose="00000500000000000000" pitchFamily="2" charset="0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900FB82-C8FF-91FA-02E0-EFFBDBA211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</a:p>
          <a:p>
            <a:pPr lvl="0"/>
            <a:r>
              <a:rPr lang="en-US" dirty="0"/>
              <a:t>To beatae vitae dicta sunt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</a:t>
            </a:r>
          </a:p>
          <a:p>
            <a:pPr lvl="0"/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48D8654F-C79C-9C2C-7718-1FD0D86A466F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6516805" y="879475"/>
            <a:ext cx="5179327" cy="5057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F8A78F56-3208-0B1B-F4D6-5D837A0404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856309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Slide title goes here over multiple lines if required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8539C609-7056-CF23-8C8B-48A01C5323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22270112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chart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71BEE4-760E-ACDE-C810-291B26FBC1FD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CB21D0-309A-8549-2E95-F4ECA7D61980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Poppins" panose="00000500000000000000" pitchFamily="2" charset="0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900FB82-C8FF-91FA-02E0-EFFBDBA211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endParaRPr lang="en-US" dirty="0"/>
          </a:p>
          <a:p>
            <a:pPr lvl="0"/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</a:t>
            </a:r>
          </a:p>
          <a:p>
            <a:pPr lvl="0"/>
            <a:r>
              <a:rPr lang="en-US" dirty="0"/>
              <a:t>To beatae vitae dicta sunt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</a:t>
            </a:r>
          </a:p>
          <a:p>
            <a:pPr lvl="0"/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48D8654F-C79C-9C2C-7718-1FD0D86A466F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6516805" y="879475"/>
            <a:ext cx="5179327" cy="5057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BE7A7B9D-0596-435F-260E-F986AD70309C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 dirty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Confidential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5F03E6F-5303-0DBD-3EBD-9F67494B3E0B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969FB07F-BB62-D658-9816-1E1BD86A29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856309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Slide title goes here over multiple lines if required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BF12AD3F-EA62-0DBF-75E9-F16434EAA4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16805" y="6229255"/>
            <a:ext cx="517932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560276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F38267D-D61B-F75E-86C1-3337F26300DD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900FB82-C8FF-91FA-02E0-EFFBDBA211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03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endParaRPr lang="en-US" dirty="0"/>
          </a:p>
          <a:p>
            <a:pPr lvl="0"/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</a:p>
          <a:p>
            <a:pPr lvl="0"/>
            <a:r>
              <a:rPr lang="en-US" dirty="0"/>
              <a:t>To beatae vitae dicta sunt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</a:t>
            </a:r>
          </a:p>
          <a:p>
            <a:pPr lvl="0"/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</a:t>
            </a:r>
          </a:p>
          <a:p>
            <a:pPr lvl="0"/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193D7AF-C152-458B-C821-B576A22C3EA5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0922529C-6040-DCAB-4A00-BEF58343F003}"/>
              </a:ext>
            </a:extLst>
          </p:cNvPr>
          <p:cNvSpPr>
            <a:spLocks noGrp="1"/>
          </p:cNvSpPr>
          <p:nvPr>
            <p:ph type="tbl" sz="quarter" idx="22" hasCustomPrompt="1"/>
          </p:nvPr>
        </p:nvSpPr>
        <p:spPr>
          <a:xfrm>
            <a:off x="347663" y="855663"/>
            <a:ext cx="5240337" cy="50815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3B5149C6-63EE-0A45-E5D3-310AF131E7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2073" y="856309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Slide title here goes over multiple lines if required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40D0B0E0-4167-6A10-1CB8-CFFD4B3D3D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82073" y="6229255"/>
            <a:ext cx="5062776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1233804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5DE6BC-6B74-FFE9-0E4C-5E8D1AE5E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422359-AACD-76DE-7A23-757824F23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BD5782-1221-42EC-DB9D-F77025F29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1C186-B363-4837-BAE1-47939F0DBC61}" type="datetimeFigureOut">
              <a:rPr lang="zh-CN" altLang="en-US" smtClean="0"/>
              <a:t>2026/1/15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33C420-1888-04E1-2FEF-9B6052031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BDF26A-A412-7822-3F5A-5CF950361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4ABF-B77C-422F-A79E-8DAF2D2D64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954171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49372B4-79FF-1568-B3D6-7FCAAA20B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6624" y="0"/>
            <a:ext cx="5675376" cy="6858000"/>
          </a:xfrm>
          <a:prstGeom prst="rect">
            <a:avLst/>
          </a:prstGeom>
        </p:spPr>
      </p:pic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61CC271-180C-648D-087D-DEC613F81762}"/>
              </a:ext>
            </a:extLst>
          </p:cNvPr>
          <p:cNvSpPr txBox="1">
            <a:spLocks/>
          </p:cNvSpPr>
          <p:nvPr userDrawn="1"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 dirty="0">
                <a:solidFill>
                  <a:schemeClr val="tx1">
                    <a:lumMod val="50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Confidential  |  </a:t>
            </a:r>
            <a:r>
              <a:rPr lang="en-US" sz="800" b="0" i="0" dirty="0">
                <a:solidFill>
                  <a:schemeClr val="tx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 dirty="0">
                <a:solidFill>
                  <a:schemeClr val="tx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 dirty="0">
                <a:solidFill>
                  <a:schemeClr val="tx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2024 NXP B.V.</a:t>
            </a:r>
          </a:p>
        </p:txBody>
      </p:sp>
      <p:sp>
        <p:nvSpPr>
          <p:cNvPr id="19" name="Title 17">
            <a:extLst>
              <a:ext uri="{FF2B5EF4-FFF2-40B4-BE49-F238E27FC236}">
                <a16:creationId xmlns:a16="http://schemas.microsoft.com/office/drawing/2014/main" id="{7604B72C-3E22-5D39-D192-EC4666871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3025" y="1616532"/>
            <a:ext cx="5062539" cy="2610984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lang="en-US" sz="4200" dirty="0"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1000"/>
              </a:spcBef>
              <a:buFontTx/>
            </a:pPr>
            <a:r>
              <a:rPr lang="en-US" dirty="0"/>
              <a:t>The Presentation Title Goes Here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83503EB8-22AC-2652-541F-328652BFB8E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42652" y="4695137"/>
            <a:ext cx="5062539" cy="42315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FontTx/>
              <a:buNone/>
              <a:defRPr sz="1800"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Subheading or speaker 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D8507CC8-D535-4BC6-E58E-11FA855D0C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42652" y="5223518"/>
            <a:ext cx="5062539" cy="847618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FontTx/>
              <a:buNone/>
              <a:defRPr sz="1500"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If required goes here | speaker title, date and/or additional information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BEB20A5-EF9D-B4CD-8327-7B9564DB7690}"/>
              </a:ext>
            </a:extLst>
          </p:cNvPr>
          <p:cNvGrpSpPr/>
          <p:nvPr userDrawn="1"/>
        </p:nvGrpSpPr>
        <p:grpSpPr>
          <a:xfrm>
            <a:off x="532238" y="532263"/>
            <a:ext cx="1522954" cy="515204"/>
            <a:chOff x="532238" y="532263"/>
            <a:chExt cx="1522954" cy="515204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B8B0E0D-A07D-CED0-324D-F6B0BD7878E5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anose="00000500000000000000" pitchFamily="2" charset="0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4B9C520-802F-607D-CD32-293B8F5FF939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anose="00000500000000000000" pitchFamily="2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CCDBBF9-3E97-0881-79C2-B541C6F19CD2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EAF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4224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t in tou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hlinkClick r:id="rId2"/>
            <a:extLst>
              <a:ext uri="{FF2B5EF4-FFF2-40B4-BE49-F238E27FC236}">
                <a16:creationId xmlns:a16="http://schemas.microsoft.com/office/drawing/2014/main" id="{0E20C2A2-7AA6-B5F7-298D-A81D64A664DD}"/>
              </a:ext>
            </a:extLst>
          </p:cNvPr>
          <p:cNvSpPr/>
          <p:nvPr userDrawn="1"/>
        </p:nvSpPr>
        <p:spPr>
          <a:xfrm>
            <a:off x="1342652" y="5351951"/>
            <a:ext cx="1509927" cy="3055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sz="13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nxp.com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945055-7586-B6AD-BFB3-A2A251B30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6624" y="0"/>
            <a:ext cx="5675376" cy="6858000"/>
          </a:xfrm>
          <a:prstGeom prst="rect">
            <a:avLst/>
          </a:prstGeom>
        </p:spPr>
      </p:pic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FE5A13CC-41AD-B8D9-9E1B-73CEF87EF7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42650" y="4184148"/>
            <a:ext cx="5122488" cy="42315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FontTx/>
              <a:buNone/>
              <a:defRPr sz="1500"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3128669A-EC9C-6B64-81BD-C3297B9263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42652" y="4685635"/>
            <a:ext cx="5122486" cy="531824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500"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email@nxp.com</a:t>
            </a:r>
          </a:p>
          <a:p>
            <a:pPr lvl="0"/>
            <a:r>
              <a:rPr lang="en-US" dirty="0"/>
              <a:t>+00 000 000</a:t>
            </a:r>
          </a:p>
          <a:p>
            <a:pPr lvl="0"/>
            <a:endParaRPr lang="en-US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04C421D2-45C3-344D-F5A9-B20EDBE60D16}"/>
              </a:ext>
            </a:extLst>
          </p:cNvPr>
          <p:cNvSpPr txBox="1">
            <a:spLocks/>
          </p:cNvSpPr>
          <p:nvPr userDrawn="1"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 dirty="0">
                <a:solidFill>
                  <a:schemeClr val="tx1">
                    <a:lumMod val="50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Confidential  |  </a:t>
            </a:r>
            <a:r>
              <a:rPr lang="en-US" sz="800" b="0" i="0" dirty="0">
                <a:solidFill>
                  <a:schemeClr val="tx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 dirty="0">
                <a:solidFill>
                  <a:schemeClr val="tx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 dirty="0">
                <a:solidFill>
                  <a:schemeClr val="tx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2024 NXP B.V.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407169C-F128-91C7-AC49-586C9613B8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2650" y="2122688"/>
            <a:ext cx="5122863" cy="1593836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4200" b="1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Get in touch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AEF5EDE-2021-9571-F58B-D3AF5A979807}"/>
              </a:ext>
            </a:extLst>
          </p:cNvPr>
          <p:cNvGrpSpPr/>
          <p:nvPr userDrawn="1"/>
        </p:nvGrpSpPr>
        <p:grpSpPr>
          <a:xfrm>
            <a:off x="532238" y="532263"/>
            <a:ext cx="1522954" cy="515204"/>
            <a:chOff x="532238" y="532263"/>
            <a:chExt cx="1522954" cy="515204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5109736-310E-A974-DDC5-8F49907B1669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anose="00000500000000000000" pitchFamily="2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F7413E9-6D3A-96D8-051C-13A354A5AA14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anose="00000500000000000000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D78B0F1-E317-7DC9-E5B0-502657A7FAD0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EAF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9542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XP +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591696F-04D1-9B06-1237-744CE5322B65}"/>
              </a:ext>
            </a:extLst>
          </p:cNvPr>
          <p:cNvGrpSpPr/>
          <p:nvPr userDrawn="1"/>
        </p:nvGrpSpPr>
        <p:grpSpPr>
          <a:xfrm>
            <a:off x="1329004" y="2629430"/>
            <a:ext cx="2894619" cy="979228"/>
            <a:chOff x="532238" y="532263"/>
            <a:chExt cx="1522954" cy="515204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12B66B9-7611-B714-8794-C580ADF153EF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anose="00000500000000000000" pitchFamily="2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BB59CCC-1A5B-6EE8-1831-4D7D0F91EA95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anose="00000500000000000000" pitchFamily="2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0A97240-CCE8-5488-76AC-CF0E9B035643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EAF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anose="00000500000000000000" pitchFamily="2" charset="0"/>
              </a:endParaRPr>
            </a:p>
          </p:txBody>
        </p:sp>
      </p:grpSp>
      <p:sp>
        <p:nvSpPr>
          <p:cNvPr id="12" name="Rectangle: Rounded Corners 11">
            <a:hlinkClick r:id="rId2"/>
            <a:extLst>
              <a:ext uri="{FF2B5EF4-FFF2-40B4-BE49-F238E27FC236}">
                <a16:creationId xmlns:a16="http://schemas.microsoft.com/office/drawing/2014/main" id="{75A8E5E3-17F6-9917-83F2-08D1544F023A}"/>
              </a:ext>
            </a:extLst>
          </p:cNvPr>
          <p:cNvSpPr/>
          <p:nvPr userDrawn="1"/>
        </p:nvSpPr>
        <p:spPr>
          <a:xfrm>
            <a:off x="1342652" y="5761384"/>
            <a:ext cx="1509927" cy="3055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sz="1300" dirty="0">
                <a:solidFill>
                  <a:schemeClr val="tx2">
                    <a:lumMod val="10000"/>
                    <a:lumOff val="90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nxp.com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73A6ED-42EE-B8D0-D9FF-38A04D959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3340" y="0"/>
            <a:ext cx="8328660" cy="6858000"/>
          </a:xfrm>
          <a:prstGeom prst="rect">
            <a:avLst/>
          </a:prstGeom>
        </p:spPr>
      </p:pic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430BA5F-BFE6-F50D-6334-D0BC11439464}"/>
              </a:ext>
            </a:extLst>
          </p:cNvPr>
          <p:cNvSpPr txBox="1">
            <a:spLocks/>
          </p:cNvSpPr>
          <p:nvPr userDrawn="1"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 dirty="0">
                <a:solidFill>
                  <a:schemeClr val="tx1">
                    <a:lumMod val="50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Confidential  |  </a:t>
            </a:r>
            <a:r>
              <a:rPr lang="en-US" sz="800" b="0" i="0" dirty="0">
                <a:solidFill>
                  <a:schemeClr val="tx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 dirty="0">
                <a:solidFill>
                  <a:schemeClr val="tx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 dirty="0">
                <a:solidFill>
                  <a:schemeClr val="tx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2024 NXP B.V.</a:t>
            </a:r>
          </a:p>
        </p:txBody>
      </p:sp>
    </p:spTree>
    <p:extLst>
      <p:ext uri="{BB962C8B-B14F-4D97-AF65-F5344CB8AC3E}">
        <p14:creationId xmlns:p14="http://schemas.microsoft.com/office/powerpoint/2010/main" val="435251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+ bur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87E304-5434-443E-1E5A-68E18069E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47004" y="0"/>
            <a:ext cx="6444996" cy="6858000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A8611E8-2A99-51CF-0406-11504A28D8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9412" y="486751"/>
            <a:ext cx="780795" cy="4838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01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DD939FD6-7900-9BF1-E007-980EAA410D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2" y="1828800"/>
            <a:ext cx="4230687" cy="2374900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3600" b="1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Section divider header goes here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8F625206-8EC0-F346-26E8-1D3C64F070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9412" y="4504637"/>
            <a:ext cx="4230687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Secondary header</a:t>
            </a:r>
          </a:p>
        </p:txBody>
      </p:sp>
    </p:spTree>
    <p:extLst>
      <p:ext uri="{BB962C8B-B14F-4D97-AF65-F5344CB8AC3E}">
        <p14:creationId xmlns:p14="http://schemas.microsoft.com/office/powerpoint/2010/main" val="2768665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26F4DAE-6FA9-F587-560D-0669A5EC086F}"/>
              </a:ext>
            </a:extLst>
          </p:cNvPr>
          <p:cNvSpPr/>
          <p:nvPr userDrawn="1"/>
        </p:nvSpPr>
        <p:spPr>
          <a:xfrm>
            <a:off x="5749636" y="0"/>
            <a:ext cx="6442364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3617F25B-C3B5-1DAC-669D-F0AAE4EADCF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49636" y="0"/>
            <a:ext cx="6442364" cy="68580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9616F50-FFFA-28DD-FAAC-BFE320B809C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9412" y="486751"/>
            <a:ext cx="780795" cy="4838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02</a:t>
            </a:r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7AFE2D78-CAEC-0B0E-1654-64661C5FBC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2" y="1828800"/>
            <a:ext cx="4230687" cy="2374900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3600" b="1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Section divider header goes here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266D53C-CFF6-8F3E-0319-03AABB6E57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9412" y="4504637"/>
            <a:ext cx="4230687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Secondary header</a:t>
            </a:r>
          </a:p>
        </p:txBody>
      </p:sp>
    </p:spTree>
    <p:extLst>
      <p:ext uri="{BB962C8B-B14F-4D97-AF65-F5344CB8AC3E}">
        <p14:creationId xmlns:p14="http://schemas.microsoft.com/office/powerpoint/2010/main" val="4205155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99B762FB-EC77-2CB7-44E6-7F109E56A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6777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1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Title of slide goes here</a:t>
            </a:r>
          </a:p>
        </p:txBody>
      </p:sp>
      <p:sp>
        <p:nvSpPr>
          <p:cNvPr id="2" name="Footer Placeholder 7">
            <a:extLst>
              <a:ext uri="{FF2B5EF4-FFF2-40B4-BE49-F238E27FC236}">
                <a16:creationId xmlns:a16="http://schemas.microsoft.com/office/drawing/2014/main" id="{5639739A-31D0-FE65-C933-0C49124C4B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2229056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9DF2FD-8939-B595-5D9D-F404E5575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1150938"/>
            <a:ext cx="11433175" cy="47815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403CA76-C645-B9AC-7B46-CD595E660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6777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1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Title of slide goes here</a:t>
            </a:r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B4A12A3-E68B-B5F9-ECD4-384E6D7D58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1116816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0F1C6B1E-C608-FC8D-A582-DC3E562834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806825"/>
            <a:ext cx="11432485" cy="44644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Second line subtitle of slide goes here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F7DBDFB-B1CE-5E8E-F55C-5F56AF0CE3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1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First line title of slide goes here</a:t>
            </a:r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EAF38828-6081-4C3A-2DD3-B22FC32805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2309080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9DF2FD-8939-B595-5D9D-F404E5575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1405218"/>
            <a:ext cx="11433175" cy="45272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403CA76-C645-B9AC-7B46-CD595E660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1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Title of slide goes here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A751461-EDE6-6A69-28E3-7DE3B1F289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806825"/>
            <a:ext cx="11432485" cy="44644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Second line subtitle of slide goes here</a:t>
            </a:r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2A855893-2639-83FD-38A0-E8FDCF1A6A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1719425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CB64443A-120A-C698-0B12-196C4D5898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29108232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78025A-AB06-6766-72ED-7AB54A2FC637}"/>
              </a:ext>
            </a:extLst>
          </p:cNvPr>
          <p:cNvSpPr/>
          <p:nvPr userDrawn="1"/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DB2D6F07-9B0E-549D-BBFE-AA93E1F032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1734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Navigation Section</a:t>
            </a:r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1FFD9AB6-FF46-01F9-652C-2D9FC9D156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3204" y="1786952"/>
            <a:ext cx="5040860" cy="483934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1228EF09-8E57-C2CC-B793-565FED72C0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96543" y="2667156"/>
            <a:ext cx="5066587" cy="30382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FontTx/>
              <a:buNone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171450" indent="0">
              <a:lnSpc>
                <a:spcPct val="110000"/>
              </a:lnSpc>
              <a:spcBef>
                <a:spcPts val="1200"/>
              </a:spcBef>
              <a:buFontTx/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10000"/>
              </a:lnSpc>
              <a:spcBef>
                <a:spcPts val="1200"/>
              </a:spcBef>
              <a:buFontTx/>
              <a:buNone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15937" indent="0">
              <a:lnSpc>
                <a:spcPct val="110000"/>
              </a:lnSpc>
              <a:spcBef>
                <a:spcPts val="1200"/>
              </a:spcBef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688975" indent="0">
              <a:lnSpc>
                <a:spcPct val="110000"/>
              </a:lnSpc>
              <a:spcBef>
                <a:spcPts val="1200"/>
              </a:spcBef>
              <a:buFontTx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r>
              <a:rPr lang="en-US" dirty="0"/>
              <a:t>First line item here</a:t>
            </a:r>
          </a:p>
          <a:p>
            <a:r>
              <a:rPr lang="en-US" dirty="0"/>
              <a:t>Second line item here</a:t>
            </a:r>
          </a:p>
          <a:p>
            <a:r>
              <a:rPr lang="en-US" dirty="0"/>
              <a:t>Third line item here</a:t>
            </a:r>
          </a:p>
          <a:p>
            <a:r>
              <a:rPr lang="en-US" dirty="0"/>
              <a:t>Fourth line item here</a:t>
            </a:r>
          </a:p>
          <a:p>
            <a:r>
              <a:rPr lang="en-US" dirty="0"/>
              <a:t>Fifth line item here</a:t>
            </a:r>
          </a:p>
          <a:p>
            <a:r>
              <a:rPr lang="en-US" dirty="0"/>
              <a:t>Sixth line item here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026CF5C1-649B-88BF-6A75-227309B989C3}"/>
              </a:ext>
            </a:extLst>
          </p:cNvPr>
          <p:cNvSpPr txBox="1">
            <a:spLocks/>
          </p:cNvSpPr>
          <p:nvPr userDrawn="1"/>
        </p:nvSpPr>
        <p:spPr>
          <a:xfrm>
            <a:off x="6917179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 dirty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Confidential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A99A06D-BAB2-8CCE-BFE3-23F117AD327D}"/>
              </a:ext>
            </a:extLst>
          </p:cNvPr>
          <p:cNvSpPr txBox="1">
            <a:spLocks/>
          </p:cNvSpPr>
          <p:nvPr userDrawn="1"/>
        </p:nvSpPr>
        <p:spPr>
          <a:xfrm>
            <a:off x="6696543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DBCD6A5-3544-1C5F-3D4D-230ED5EF936C}"/>
              </a:ext>
            </a:extLst>
          </p:cNvPr>
          <p:cNvSpPr/>
          <p:nvPr userDrawn="1"/>
        </p:nvSpPr>
        <p:spPr>
          <a:xfrm rot="5400000" flipH="1">
            <a:off x="9191467" y="-51409"/>
            <a:ext cx="47869" cy="504086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50000">
                <a:schemeClr val="accent3"/>
              </a:gs>
              <a:gs pos="85000">
                <a:schemeClr val="accent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6" name="Picture Placeholder 7">
            <a:extLst>
              <a:ext uri="{FF2B5EF4-FFF2-40B4-BE49-F238E27FC236}">
                <a16:creationId xmlns:a16="http://schemas.microsoft.com/office/drawing/2014/main" id="{2A42E699-C892-2CB8-E3D4-0CE9521EA92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1056716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B4C5309F-0EB8-12D7-C5F0-0B3DD3A087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1" i="0" kern="1200" dirty="0">
                <a:solidFill>
                  <a:schemeClr val="tx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Title of slide goes here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9757A7F-A06F-BD29-B262-6E60E244B0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1330" y="2099144"/>
            <a:ext cx="3524856" cy="38333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00000"/>
              </a:lnSpc>
              <a:spcBef>
                <a:spcPts val="1200"/>
              </a:spcBef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30F607D-A85B-7100-34BB-D854B9E85D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9410" y="1121135"/>
            <a:ext cx="3748695" cy="70766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txBody>
          <a:bodyPr lIns="91440" tIns="91440" rIns="91440" bIns="9144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Add heading here</a:t>
            </a:r>
            <a:br>
              <a:rPr lang="en-US" dirty="0"/>
            </a:br>
            <a:r>
              <a:rPr lang="en-US" dirty="0"/>
              <a:t>+ choose a color fill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255DF262-18AB-6874-1D10-A93587E94B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19890" y="1121135"/>
            <a:ext cx="3748695" cy="70766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txBody>
          <a:bodyPr lIns="91440" tIns="91440" rIns="91440" bIns="9144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Add heading here</a:t>
            </a:r>
            <a:br>
              <a:rPr lang="en-US" dirty="0"/>
            </a:br>
            <a:r>
              <a:rPr lang="en-US" dirty="0"/>
              <a:t>+ choose a color fill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42AF305-B078-622A-386E-B7208B0444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60369" y="1121135"/>
            <a:ext cx="3751526" cy="70766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txBody>
          <a:bodyPr lIns="91440" tIns="91440" rIns="91440" bIns="9144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Add heading here</a:t>
            </a:r>
            <a:br>
              <a:rPr lang="en-US" dirty="0"/>
            </a:br>
            <a:r>
              <a:rPr lang="en-US" dirty="0"/>
              <a:t>+ choose a color fill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6F36683-D877-58F5-F47A-1992BE7489F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40178" y="2099144"/>
            <a:ext cx="3524856" cy="38333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00000"/>
              </a:lnSpc>
              <a:spcBef>
                <a:spcPts val="1200"/>
              </a:spcBef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BD7C3C5-FB5F-DD84-5D21-842EBC55A8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71097" y="2099144"/>
            <a:ext cx="3524856" cy="38333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00000"/>
              </a:lnSpc>
              <a:spcBef>
                <a:spcPts val="1200"/>
              </a:spcBef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6BDD1E7-6359-07B6-A6A3-4F56BC2F43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2598796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4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7E305DC-0F8F-0D07-0119-6D6146541934}"/>
              </a:ext>
            </a:extLst>
          </p:cNvPr>
          <p:cNvSpPr/>
          <p:nvPr userDrawn="1"/>
        </p:nvSpPr>
        <p:spPr>
          <a:xfrm>
            <a:off x="5749925" y="0"/>
            <a:ext cx="644207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0D007F8A-9F07-EC1B-CBDC-4AC0B31CF4D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Navigation section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878F7B6-F89E-2106-EE45-FAF6654634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Secondary heading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7DC2AB5-EB2D-A40E-EB58-C9E35D99D3E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995686"/>
            <a:ext cx="5040860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endParaRPr lang="en-US" dirty="0"/>
          </a:p>
          <a:p>
            <a:pPr lvl="0"/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architect</a:t>
            </a:r>
          </a:p>
          <a:p>
            <a:pPr lvl="0"/>
            <a:r>
              <a:rPr lang="en-US" dirty="0"/>
              <a:t>To beatae vitae dicta sunt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57809B83-6C93-C9EF-7A62-25E509BC89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3" y="1682705"/>
            <a:ext cx="5059927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2800" b="1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pPr lvl="0"/>
            <a:r>
              <a:rPr lang="en-GB" dirty="0"/>
              <a:t>Slide title goes here over multiple lines if required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5C81A9FE-8AC2-A3C2-BCBA-74E635BCD7E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749925" y="3429000"/>
            <a:ext cx="3219326" cy="34290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2EABCE6-311A-F405-61EF-5A43EFCC952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969251" y="0"/>
            <a:ext cx="3222749" cy="34290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98A9427A-B40D-7B18-7F44-ACC05CB6917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969251" y="3429000"/>
            <a:ext cx="3222749" cy="3429000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3840FC0F-30D3-1A2E-0070-82896F2B890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749925" y="0"/>
            <a:ext cx="3219326" cy="3429000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2D12CC19-50A2-A36F-6422-E9BE131E82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3240335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2057989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6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D6A2E74-AC57-AF7E-7DC0-69BEAD40D52D}"/>
              </a:ext>
            </a:extLst>
          </p:cNvPr>
          <p:cNvSpPr/>
          <p:nvPr userDrawn="1"/>
        </p:nvSpPr>
        <p:spPr>
          <a:xfrm>
            <a:off x="3476625" y="0"/>
            <a:ext cx="871537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49E84B-D332-9A0D-4A0F-80351E5EC134}"/>
              </a:ext>
            </a:extLst>
          </p:cNvPr>
          <p:cNvSpPr/>
          <p:nvPr userDrawn="1"/>
        </p:nvSpPr>
        <p:spPr>
          <a:xfrm>
            <a:off x="0" y="0"/>
            <a:ext cx="34766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CA76F56-7A82-9F16-E1F1-8C70941073C6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 dirty="0">
                <a:solidFill>
                  <a:schemeClr val="tx2">
                    <a:lumMod val="25000"/>
                    <a:lumOff val="7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 dirty="0">
                <a:solidFill>
                  <a:schemeClr val="tx2">
                    <a:lumMod val="25000"/>
                    <a:lumOff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Confidential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3F34DD4-6C38-2829-50C7-D2C3FD7BF85A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2">
                    <a:lumMod val="25000"/>
                    <a:lumOff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 dirty="0">
              <a:solidFill>
                <a:schemeClr val="tx2">
                  <a:lumMod val="25000"/>
                  <a:lumOff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Picture Placeholder 13">
            <a:extLst>
              <a:ext uri="{FF2B5EF4-FFF2-40B4-BE49-F238E27FC236}">
                <a16:creationId xmlns:a16="http://schemas.microsoft.com/office/drawing/2014/main" id="{91347789-91DD-8BAB-C965-15B9AD23802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476625" y="3428999"/>
            <a:ext cx="2903970" cy="3429002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71126BC0-ACDB-A63C-30FF-060BBADFC2A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382905" y="3428999"/>
            <a:ext cx="2903970" cy="3429002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BB5538B8-D304-A6FE-E229-6BA4E24C2CC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288030" y="3428999"/>
            <a:ext cx="2903970" cy="3429002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1BA72DF4-89E9-84A2-C2CB-42ACD6DB794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382905" y="1"/>
            <a:ext cx="2903970" cy="3429002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49" name="Picture Placeholder 13">
            <a:extLst>
              <a:ext uri="{FF2B5EF4-FFF2-40B4-BE49-F238E27FC236}">
                <a16:creationId xmlns:a16="http://schemas.microsoft.com/office/drawing/2014/main" id="{81113856-26A5-94C8-0833-80FD9616F2D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288030" y="1"/>
            <a:ext cx="2903970" cy="3429002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AE2214D4-13C2-A3B3-B673-6C90FB5CD0A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3862461"/>
            <a:ext cx="2754312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accusantik</a:t>
            </a:r>
            <a:endParaRPr lang="en-US" dirty="0"/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6C03DDC9-1215-58A7-966E-1F225C5E51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605035"/>
            <a:ext cx="2735891" cy="2108579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500"/>
            </a:lvl1pPr>
          </a:lstStyle>
          <a:p>
            <a:r>
              <a:rPr lang="en-US" dirty="0"/>
              <a:t>Slide title here over multiple lines if required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66E0F71D-367D-EF12-86F9-A9181132A97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476625" y="1"/>
            <a:ext cx="2903970" cy="3429002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78066613-8544-14DA-CE5B-A0653A86EF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27620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Navigation section</a:t>
            </a:r>
          </a:p>
        </p:txBody>
      </p:sp>
    </p:spTree>
    <p:extLst>
      <p:ext uri="{BB962C8B-B14F-4D97-AF65-F5344CB8AC3E}">
        <p14:creationId xmlns:p14="http://schemas.microsoft.com/office/powerpoint/2010/main" val="3262499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02E06AA-C604-B254-0548-842563B995CE}"/>
              </a:ext>
            </a:extLst>
          </p:cNvPr>
          <p:cNvSpPr/>
          <p:nvPr userDrawn="1"/>
        </p:nvSpPr>
        <p:spPr>
          <a:xfrm>
            <a:off x="3476624" y="0"/>
            <a:ext cx="871537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Poppins" panose="00000500000000000000" pitchFamily="2" charset="0"/>
            </a:endParaRP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3840FC0F-30D3-1A2E-0070-82896F2B890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476625" y="0"/>
            <a:ext cx="8715374" cy="68580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>
                    <a:lumMod val="95000"/>
                    <a:lumOff val="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49E84B-D332-9A0D-4A0F-80351E5EC134}"/>
              </a:ext>
            </a:extLst>
          </p:cNvPr>
          <p:cNvSpPr/>
          <p:nvPr userDrawn="1"/>
        </p:nvSpPr>
        <p:spPr>
          <a:xfrm>
            <a:off x="0" y="0"/>
            <a:ext cx="34766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CA76F56-7A82-9F16-E1F1-8C70941073C6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 dirty="0">
                <a:solidFill>
                  <a:schemeClr val="tx2">
                    <a:lumMod val="25000"/>
                    <a:lumOff val="7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 dirty="0">
                <a:solidFill>
                  <a:schemeClr val="tx2">
                    <a:lumMod val="25000"/>
                    <a:lumOff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Confidential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3F34DD4-6C38-2829-50C7-D2C3FD7BF85A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2">
                    <a:lumMod val="25000"/>
                    <a:lumOff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 dirty="0">
              <a:solidFill>
                <a:schemeClr val="tx2">
                  <a:lumMod val="25000"/>
                  <a:lumOff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0CA601A-B2F8-3621-C7A6-74F05BD40A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3862461"/>
            <a:ext cx="2754312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accusantik</a:t>
            </a:r>
            <a:endParaRPr lang="en-US" dirty="0"/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2861F4E7-707B-6EAB-0166-74548368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605035"/>
            <a:ext cx="2735891" cy="2108579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500"/>
            </a:lvl1pPr>
          </a:lstStyle>
          <a:p>
            <a:r>
              <a:rPr lang="en-US" dirty="0"/>
              <a:t>Slide title here over multiple lines if required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3F8D3E6-BB80-8FF2-511F-2702C5F3F0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27620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Navigation section</a:t>
            </a:r>
          </a:p>
        </p:txBody>
      </p:sp>
    </p:spTree>
    <p:extLst>
      <p:ext uri="{BB962C8B-B14F-4D97-AF65-F5344CB8AC3E}">
        <p14:creationId xmlns:p14="http://schemas.microsoft.com/office/powerpoint/2010/main" val="403382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eft +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0248DE-1B33-702A-19EE-36BD47456B0A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Poppins" panose="00000500000000000000" pitchFamily="2" charset="0"/>
            </a:endParaRPr>
          </a:p>
        </p:txBody>
      </p:sp>
      <p:sp>
        <p:nvSpPr>
          <p:cNvPr id="12" name="Picture Placeholder 14">
            <a:extLst>
              <a:ext uri="{FF2B5EF4-FFF2-40B4-BE49-F238E27FC236}">
                <a16:creationId xmlns:a16="http://schemas.microsoft.com/office/drawing/2014/main" id="{FD387F8D-8C3F-FF40-223D-B4A1BC7AD22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>
                    <a:lumMod val="95000"/>
                    <a:lumOff val="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D72AC6E4-E155-A422-F772-AF6A8D3DED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Navigation section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353F30A-956E-6F05-EF51-ED2E85383C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Secondary heading goes here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694BF05-4B90-51C7-13D2-008DB91101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03440" y="3522192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 err="1"/>
              <a:t>Inctur</a:t>
            </a:r>
            <a:r>
              <a:rPr lang="en-US" dirty="0"/>
              <a:t>? </a:t>
            </a:r>
            <a:r>
              <a:rPr lang="en-US" dirty="0" err="1"/>
              <a:t>Otatur</a:t>
            </a:r>
            <a:r>
              <a:rPr lang="en-US" dirty="0"/>
              <a:t> </a:t>
            </a:r>
            <a:r>
              <a:rPr lang="en-US" dirty="0" err="1"/>
              <a:t>sendes</a:t>
            </a:r>
            <a:r>
              <a:rPr lang="en-US" dirty="0"/>
              <a:t> </a:t>
            </a:r>
            <a:r>
              <a:rPr lang="en-US" dirty="0" err="1"/>
              <a:t>sinctestest</a:t>
            </a:r>
            <a:r>
              <a:rPr lang="en-US" dirty="0"/>
              <a:t> et ex et </a:t>
            </a:r>
            <a:r>
              <a:rPr lang="en-US" dirty="0" err="1"/>
              <a:t>vollab</a:t>
            </a:r>
            <a:r>
              <a:rPr lang="en-US" dirty="0"/>
              <a:t> is del id </a:t>
            </a:r>
            <a:r>
              <a:rPr lang="en-US" dirty="0" err="1"/>
              <a:t>quaecust</a:t>
            </a:r>
            <a:r>
              <a:rPr lang="en-US" dirty="0"/>
              <a:t>, </a:t>
            </a:r>
            <a:r>
              <a:rPr lang="en-US" dirty="0" err="1"/>
              <a:t>inctemquam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Ne </a:t>
            </a:r>
            <a:r>
              <a:rPr lang="en-US" dirty="0" err="1"/>
              <a:t>pror</a:t>
            </a:r>
            <a:r>
              <a:rPr lang="en-US" dirty="0"/>
              <a:t> </a:t>
            </a:r>
            <a:r>
              <a:rPr lang="en-US" dirty="0" err="1"/>
              <a:t>arcia</a:t>
            </a:r>
            <a:r>
              <a:rPr lang="en-US" dirty="0"/>
              <a:t> nus </a:t>
            </a:r>
            <a:r>
              <a:rPr lang="en-US" dirty="0" err="1"/>
              <a:t>diti</a:t>
            </a:r>
            <a:endParaRPr lang="en-US" dirty="0"/>
          </a:p>
          <a:p>
            <a:pPr lvl="0"/>
            <a:r>
              <a:rPr lang="en-US" dirty="0"/>
              <a:t>Sones que </a:t>
            </a:r>
            <a:r>
              <a:rPr lang="en-US" dirty="0" err="1"/>
              <a:t>voloribus</a:t>
            </a:r>
            <a:r>
              <a:rPr lang="en-US" dirty="0"/>
              <a:t>, </a:t>
            </a:r>
            <a:r>
              <a:rPr lang="en-US" dirty="0" err="1"/>
              <a:t>sitati</a:t>
            </a:r>
            <a:r>
              <a:rPr lang="en-US" dirty="0"/>
              <a:t> </a:t>
            </a:r>
            <a:r>
              <a:rPr lang="en-US" dirty="0" err="1"/>
              <a:t>nimet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unt</a:t>
            </a:r>
            <a:r>
              <a:rPr lang="en-US" dirty="0"/>
              <a:t> </a:t>
            </a:r>
            <a:r>
              <a:rPr lang="en-US" dirty="0" err="1"/>
              <a:t>aris</a:t>
            </a:r>
            <a:r>
              <a:rPr lang="en-US" dirty="0"/>
              <a:t> </a:t>
            </a:r>
            <a:r>
              <a:rPr lang="en-US" dirty="0" err="1"/>
              <a:t>corest</a:t>
            </a:r>
            <a:endParaRPr lang="en-US" dirty="0"/>
          </a:p>
          <a:p>
            <a:pPr lvl="0"/>
            <a:r>
              <a:rPr lang="en-US" dirty="0" err="1"/>
              <a:t>Explaborit</a:t>
            </a:r>
            <a:r>
              <a:rPr lang="en-US" dirty="0"/>
              <a:t> </a:t>
            </a:r>
            <a:r>
              <a:rPr lang="en-US" dirty="0" err="1"/>
              <a:t>labo</a:t>
            </a:r>
            <a:r>
              <a:rPr lang="en-US" dirty="0"/>
              <a:t>. </a:t>
            </a:r>
            <a:r>
              <a:rPr lang="en-US" dirty="0" err="1"/>
              <a:t>Bor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offic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re </a:t>
            </a:r>
            <a:r>
              <a:rPr lang="en-US" dirty="0" err="1"/>
              <a:t>repratatem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il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vollaut</a:t>
            </a:r>
            <a:r>
              <a:rPr lang="en-US" dirty="0"/>
              <a:t> </a:t>
            </a:r>
            <a:r>
              <a:rPr lang="en-US" dirty="0" err="1"/>
              <a:t>volupta</a:t>
            </a:r>
            <a:endParaRPr lang="en-US" dirty="0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70B93A6B-D323-B374-BBF9-45B3A349CD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03439" y="1605035"/>
            <a:ext cx="5040860" cy="1461431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Slide title goes </a:t>
            </a:r>
            <a:br>
              <a:rPr lang="en-US" dirty="0"/>
            </a:br>
            <a:r>
              <a:rPr lang="en-US" dirty="0"/>
              <a:t>here over multiple</a:t>
            </a:r>
            <a:br>
              <a:rPr lang="en-US" dirty="0"/>
            </a:br>
            <a:r>
              <a:rPr lang="en-US" dirty="0"/>
              <a:t>lines if required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469555E3-3700-CDC2-01FE-CDE5F1EF916E}"/>
              </a:ext>
            </a:extLst>
          </p:cNvPr>
          <p:cNvSpPr txBox="1">
            <a:spLocks/>
          </p:cNvSpPr>
          <p:nvPr userDrawn="1"/>
        </p:nvSpPr>
        <p:spPr>
          <a:xfrm>
            <a:off x="6724075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 dirty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Confidential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DDC0077-BAD4-0229-4E1A-2E7B4B30A6D0}"/>
              </a:ext>
            </a:extLst>
          </p:cNvPr>
          <p:cNvSpPr txBox="1">
            <a:spLocks/>
          </p:cNvSpPr>
          <p:nvPr userDrawn="1"/>
        </p:nvSpPr>
        <p:spPr>
          <a:xfrm>
            <a:off x="6503439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69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9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right + 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79C6999-857C-3B9C-1BA1-40386C14E843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Poppins" panose="00000500000000000000" pitchFamily="2" charset="0"/>
            </a:endParaRP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FF4B8D96-22BA-0C1F-5162-2AC5105DDF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15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Navigation Section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AE087739-C541-8865-EA98-5C2F15B5C0F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Secondary heading goes here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18DDFC6-3BD8-E99E-B3E1-EEF133BD70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8" y="3431023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 err="1"/>
              <a:t>Inctur</a:t>
            </a:r>
            <a:r>
              <a:rPr lang="en-US" dirty="0"/>
              <a:t>? </a:t>
            </a:r>
            <a:r>
              <a:rPr lang="en-US" dirty="0" err="1"/>
              <a:t>Otatur</a:t>
            </a:r>
            <a:r>
              <a:rPr lang="en-US" dirty="0"/>
              <a:t> </a:t>
            </a:r>
            <a:r>
              <a:rPr lang="en-US" dirty="0" err="1"/>
              <a:t>sendes</a:t>
            </a:r>
            <a:r>
              <a:rPr lang="en-US" dirty="0"/>
              <a:t> </a:t>
            </a:r>
            <a:r>
              <a:rPr lang="en-US" dirty="0" err="1"/>
              <a:t>sinctestest</a:t>
            </a:r>
            <a:r>
              <a:rPr lang="en-US" dirty="0"/>
              <a:t> et ex et </a:t>
            </a:r>
            <a:r>
              <a:rPr lang="en-US" dirty="0" err="1"/>
              <a:t>vollab</a:t>
            </a:r>
            <a:r>
              <a:rPr lang="en-US" dirty="0"/>
              <a:t> is del id </a:t>
            </a:r>
            <a:r>
              <a:rPr lang="en-US" dirty="0" err="1"/>
              <a:t>quaecust</a:t>
            </a:r>
            <a:r>
              <a:rPr lang="en-US" dirty="0"/>
              <a:t>, </a:t>
            </a:r>
            <a:r>
              <a:rPr lang="en-US" dirty="0" err="1"/>
              <a:t>inctemquam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Ne </a:t>
            </a:r>
            <a:r>
              <a:rPr lang="en-US" dirty="0" err="1"/>
              <a:t>pror</a:t>
            </a:r>
            <a:r>
              <a:rPr lang="en-US" dirty="0"/>
              <a:t> </a:t>
            </a:r>
            <a:r>
              <a:rPr lang="en-US" dirty="0" err="1"/>
              <a:t>arcia</a:t>
            </a:r>
            <a:r>
              <a:rPr lang="en-US" dirty="0"/>
              <a:t> nus </a:t>
            </a:r>
            <a:r>
              <a:rPr lang="en-US" dirty="0" err="1"/>
              <a:t>diti</a:t>
            </a:r>
            <a:endParaRPr lang="en-US" dirty="0"/>
          </a:p>
          <a:p>
            <a:pPr lvl="0"/>
            <a:r>
              <a:rPr lang="en-US" dirty="0"/>
              <a:t>Sones que </a:t>
            </a:r>
            <a:r>
              <a:rPr lang="en-US" dirty="0" err="1"/>
              <a:t>voloribus</a:t>
            </a:r>
            <a:r>
              <a:rPr lang="en-US" dirty="0"/>
              <a:t>, </a:t>
            </a:r>
            <a:r>
              <a:rPr lang="en-US" dirty="0" err="1"/>
              <a:t>sitati</a:t>
            </a:r>
            <a:r>
              <a:rPr lang="en-US" dirty="0"/>
              <a:t> </a:t>
            </a:r>
            <a:r>
              <a:rPr lang="en-US" dirty="0" err="1"/>
              <a:t>nimet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unt</a:t>
            </a:r>
            <a:r>
              <a:rPr lang="en-US" dirty="0"/>
              <a:t> </a:t>
            </a:r>
            <a:r>
              <a:rPr lang="en-US" dirty="0" err="1"/>
              <a:t>aris</a:t>
            </a:r>
            <a:r>
              <a:rPr lang="en-US" dirty="0"/>
              <a:t> </a:t>
            </a:r>
            <a:r>
              <a:rPr lang="en-US" dirty="0" err="1"/>
              <a:t>corest</a:t>
            </a:r>
            <a:endParaRPr lang="en-US" dirty="0"/>
          </a:p>
          <a:p>
            <a:pPr lvl="0"/>
            <a:r>
              <a:rPr lang="en-US" dirty="0" err="1"/>
              <a:t>Explaborit</a:t>
            </a:r>
            <a:r>
              <a:rPr lang="en-US" dirty="0"/>
              <a:t> </a:t>
            </a:r>
            <a:r>
              <a:rPr lang="en-US" dirty="0" err="1"/>
              <a:t>labo</a:t>
            </a:r>
            <a:r>
              <a:rPr lang="en-US" dirty="0"/>
              <a:t>. </a:t>
            </a:r>
            <a:r>
              <a:rPr lang="en-US" dirty="0" err="1"/>
              <a:t>Bor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offic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re </a:t>
            </a:r>
            <a:r>
              <a:rPr lang="en-US" dirty="0" err="1"/>
              <a:t>repratatem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il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vollaut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D14FD709-AB27-B41E-E4BB-293B593773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7514" y="1608657"/>
            <a:ext cx="5040860" cy="1454634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Slide title goes </a:t>
            </a:r>
            <a:br>
              <a:rPr lang="en-US" dirty="0"/>
            </a:br>
            <a:r>
              <a:rPr lang="en-US" dirty="0"/>
              <a:t>here over multiple</a:t>
            </a:r>
            <a:br>
              <a:rPr lang="en-US" dirty="0"/>
            </a:br>
            <a:r>
              <a:rPr lang="en-US" dirty="0"/>
              <a:t>lines if required</a:t>
            </a:r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FD387F8D-8C3F-FF40-223D-B4A1BC7AD22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>
                    <a:lumMod val="95000"/>
                    <a:lumOff val="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2" name="Footer Placeholder 7">
            <a:extLst>
              <a:ext uri="{FF2B5EF4-FFF2-40B4-BE49-F238E27FC236}">
                <a16:creationId xmlns:a16="http://schemas.microsoft.com/office/drawing/2014/main" id="{3AF60DD6-FFC3-0965-E53C-A4DA65843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3240335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35560356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9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image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21245394-80EC-F0AD-009D-284FEEB2B03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91300" y="1652127"/>
            <a:ext cx="5048250" cy="4748128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6209300-539C-8152-5982-7DA48EAEC0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Navigation Section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358361DA-1C1F-7622-FED8-6465D492B71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Secondary heading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A473332-A069-A755-63D0-8559BB4E5DB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8" y="3431023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 err="1"/>
              <a:t>Inctur</a:t>
            </a:r>
            <a:r>
              <a:rPr lang="en-US" dirty="0"/>
              <a:t>? </a:t>
            </a:r>
            <a:r>
              <a:rPr lang="en-US" dirty="0" err="1"/>
              <a:t>Otatur</a:t>
            </a:r>
            <a:r>
              <a:rPr lang="en-US" dirty="0"/>
              <a:t> </a:t>
            </a:r>
            <a:r>
              <a:rPr lang="en-US" dirty="0" err="1"/>
              <a:t>sendes</a:t>
            </a:r>
            <a:r>
              <a:rPr lang="en-US" dirty="0"/>
              <a:t> </a:t>
            </a:r>
            <a:r>
              <a:rPr lang="en-US" dirty="0" err="1"/>
              <a:t>sinctestest</a:t>
            </a:r>
            <a:r>
              <a:rPr lang="en-US" dirty="0"/>
              <a:t> et ex et </a:t>
            </a:r>
            <a:r>
              <a:rPr lang="en-US" dirty="0" err="1"/>
              <a:t>vollab</a:t>
            </a:r>
            <a:r>
              <a:rPr lang="en-US" dirty="0"/>
              <a:t> is del id </a:t>
            </a:r>
            <a:r>
              <a:rPr lang="en-US" dirty="0" err="1"/>
              <a:t>quaecust</a:t>
            </a:r>
            <a:r>
              <a:rPr lang="en-US" dirty="0"/>
              <a:t>, </a:t>
            </a:r>
            <a:r>
              <a:rPr lang="en-US" dirty="0" err="1"/>
              <a:t>inctemquam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Ne </a:t>
            </a:r>
            <a:r>
              <a:rPr lang="en-US" dirty="0" err="1"/>
              <a:t>pror</a:t>
            </a:r>
            <a:r>
              <a:rPr lang="en-US" dirty="0"/>
              <a:t> </a:t>
            </a:r>
            <a:r>
              <a:rPr lang="en-US" dirty="0" err="1"/>
              <a:t>arcia</a:t>
            </a:r>
            <a:r>
              <a:rPr lang="en-US" dirty="0"/>
              <a:t> nus </a:t>
            </a:r>
            <a:r>
              <a:rPr lang="en-US" dirty="0" err="1"/>
              <a:t>diti</a:t>
            </a:r>
            <a:endParaRPr lang="en-US" dirty="0"/>
          </a:p>
          <a:p>
            <a:pPr lvl="0"/>
            <a:r>
              <a:rPr lang="en-US" dirty="0"/>
              <a:t>Sones que </a:t>
            </a:r>
            <a:r>
              <a:rPr lang="en-US" dirty="0" err="1"/>
              <a:t>voloribus</a:t>
            </a:r>
            <a:r>
              <a:rPr lang="en-US" dirty="0"/>
              <a:t>, </a:t>
            </a:r>
            <a:r>
              <a:rPr lang="en-US" dirty="0" err="1"/>
              <a:t>sitati</a:t>
            </a:r>
            <a:r>
              <a:rPr lang="en-US" dirty="0"/>
              <a:t> </a:t>
            </a:r>
            <a:r>
              <a:rPr lang="en-US" dirty="0" err="1"/>
              <a:t>nimet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unt</a:t>
            </a:r>
            <a:r>
              <a:rPr lang="en-US" dirty="0"/>
              <a:t> </a:t>
            </a:r>
            <a:r>
              <a:rPr lang="en-US" dirty="0" err="1"/>
              <a:t>aris</a:t>
            </a:r>
            <a:r>
              <a:rPr lang="en-US" dirty="0"/>
              <a:t> </a:t>
            </a:r>
            <a:r>
              <a:rPr lang="en-US" dirty="0" err="1"/>
              <a:t>corest</a:t>
            </a:r>
            <a:endParaRPr lang="en-US" dirty="0"/>
          </a:p>
          <a:p>
            <a:pPr lvl="0"/>
            <a:r>
              <a:rPr lang="en-US" dirty="0" err="1"/>
              <a:t>Explaborit</a:t>
            </a:r>
            <a:r>
              <a:rPr lang="en-US" dirty="0"/>
              <a:t> </a:t>
            </a:r>
            <a:r>
              <a:rPr lang="en-US" dirty="0" err="1"/>
              <a:t>labo</a:t>
            </a:r>
            <a:r>
              <a:rPr lang="en-US" dirty="0"/>
              <a:t>. </a:t>
            </a:r>
            <a:r>
              <a:rPr lang="en-US" dirty="0" err="1"/>
              <a:t>Bor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offic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re </a:t>
            </a:r>
            <a:r>
              <a:rPr lang="en-US" dirty="0" err="1"/>
              <a:t>repratatem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il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vollaut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46245C49-A606-4225-6F82-7EA58D2F64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7514" y="1608657"/>
            <a:ext cx="5040860" cy="1454634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Slide title goes </a:t>
            </a:r>
            <a:br>
              <a:rPr lang="en-US" dirty="0"/>
            </a:br>
            <a:r>
              <a:rPr lang="en-US" dirty="0"/>
              <a:t>here over multiple</a:t>
            </a:r>
            <a:br>
              <a:rPr lang="en-US" dirty="0"/>
            </a:br>
            <a:r>
              <a:rPr lang="en-US" dirty="0"/>
              <a:t>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1388769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  <p15:guide id="5" orient="horz" pos="1865">
          <p15:clr>
            <a:srgbClr val="FBAE40"/>
          </p15:clr>
        </p15:guide>
        <p15:guide id="6" orient="horz" pos="1593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3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20FAEFE-DCEA-C11E-9CD8-5BAE7ECD0A84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Poppins" panose="00000500000000000000" pitchFamily="2" charset="0"/>
            </a:endParaRPr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2A42E699-C892-2CB8-E3D4-0CE9521EA92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13626" y="0"/>
            <a:ext cx="6078373" cy="2282024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F4C96FE9-C037-14C3-012B-B741623D23DD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113626" y="2282023"/>
            <a:ext cx="6078373" cy="2294813"/>
          </a:xfrm>
          <a:prstGeom prst="rect">
            <a:avLst/>
          </a:prstGeom>
          <a:solidFill>
            <a:schemeClr val="bg2">
              <a:lumMod val="25000"/>
              <a:lumOff val="7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07DF25DC-1055-D2B2-98AF-5F29BBD47E9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113626" y="4575977"/>
            <a:ext cx="6078373" cy="2282024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DD790FE4-BFEC-9756-BEB4-6B96B0DF6EE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Navigation Section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E2FD68F5-B296-0C2B-59DB-54BBD7D001C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Secondary heading goes here</a:t>
            </a: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B3D111EC-D128-EB01-30D0-3F5DA8E362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1682705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Slide title goes here over multiple lines if required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595F731-0F02-28C1-AF72-7799DA7D72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2894274"/>
            <a:ext cx="5066587" cy="30382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1200"/>
              </a:spcBef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1200"/>
              </a:spcBef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add 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6524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2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990E8F-3F86-019E-7259-C5DF5D006B8A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Poppins" panose="00000500000000000000" pitchFamily="2" charset="0"/>
            </a:endParaRP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0BA635FC-A312-CDFD-CEE2-71AE69C703CA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00050" y="4014788"/>
            <a:ext cx="5027613" cy="1963737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97CDDFA3-A77C-84F6-C805-0F704B7EA5C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613341" y="4014788"/>
            <a:ext cx="5027613" cy="1963737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536B57A2-10F0-6C44-3C29-83B0D55775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Navigation Section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CEAE77CD-9E4A-7D74-E4B4-4AD390F68B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 dirty="0"/>
              <a:t>Secondary heading goes here</a:t>
            </a:r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56EFC393-F3E0-61E8-169E-22AB3A81B1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1682705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Slide title goes here over multiple lines if required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0D3881B2-2CB5-BFB7-3D69-DB30616B86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7988" y="2960689"/>
            <a:ext cx="5040860" cy="8559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 err="1"/>
              <a:t>Inctur</a:t>
            </a:r>
            <a:r>
              <a:rPr lang="en-US" dirty="0"/>
              <a:t>? </a:t>
            </a:r>
            <a:r>
              <a:rPr lang="en-US" dirty="0" err="1"/>
              <a:t>Otatur</a:t>
            </a:r>
            <a:r>
              <a:rPr lang="en-US" dirty="0"/>
              <a:t> </a:t>
            </a:r>
            <a:r>
              <a:rPr lang="en-US" dirty="0" err="1"/>
              <a:t>sendes</a:t>
            </a:r>
            <a:r>
              <a:rPr lang="en-US" dirty="0"/>
              <a:t> </a:t>
            </a:r>
            <a:r>
              <a:rPr lang="en-US" dirty="0" err="1"/>
              <a:t>sinctestest</a:t>
            </a:r>
            <a:r>
              <a:rPr lang="en-US" dirty="0"/>
              <a:t> et ex et </a:t>
            </a:r>
            <a:r>
              <a:rPr lang="en-US" dirty="0" err="1"/>
              <a:t>vollab</a:t>
            </a:r>
            <a:r>
              <a:rPr lang="en-US" dirty="0"/>
              <a:t> is del id </a:t>
            </a:r>
            <a:r>
              <a:rPr lang="en-US" dirty="0" err="1"/>
              <a:t>quaecust</a:t>
            </a:r>
            <a:r>
              <a:rPr lang="en-US" dirty="0"/>
              <a:t>, </a:t>
            </a:r>
            <a:r>
              <a:rPr lang="en-US" dirty="0" err="1"/>
              <a:t>inctemquam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Ne </a:t>
            </a:r>
            <a:r>
              <a:rPr lang="en-US" dirty="0" err="1"/>
              <a:t>pror</a:t>
            </a:r>
            <a:r>
              <a:rPr lang="en-US" dirty="0"/>
              <a:t> </a:t>
            </a:r>
            <a:r>
              <a:rPr lang="en-US" dirty="0" err="1"/>
              <a:t>arcia</a:t>
            </a:r>
            <a:r>
              <a:rPr lang="en-US" dirty="0"/>
              <a:t> nus </a:t>
            </a:r>
            <a:r>
              <a:rPr lang="en-US" dirty="0" err="1"/>
              <a:t>diti</a:t>
            </a:r>
            <a:r>
              <a:rPr lang="en-US" dirty="0"/>
              <a:t> cones que </a:t>
            </a:r>
            <a:r>
              <a:rPr lang="en-US" dirty="0" err="1"/>
              <a:t>voloribus</a:t>
            </a:r>
            <a:r>
              <a:rPr lang="en-US" dirty="0"/>
              <a:t>, </a:t>
            </a:r>
            <a:r>
              <a:rPr lang="en-US" dirty="0" err="1"/>
              <a:t>sitati</a:t>
            </a:r>
            <a:r>
              <a:rPr lang="en-US" dirty="0"/>
              <a:t> </a:t>
            </a:r>
            <a:r>
              <a:rPr lang="en-US" dirty="0" err="1"/>
              <a:t>nimet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unt</a:t>
            </a:r>
            <a:r>
              <a:rPr lang="en-US" dirty="0"/>
              <a:t> </a:t>
            </a:r>
            <a:r>
              <a:rPr lang="en-US" dirty="0" err="1"/>
              <a:t>aris</a:t>
            </a:r>
            <a:r>
              <a:rPr lang="en-US" dirty="0"/>
              <a:t> </a:t>
            </a:r>
            <a:r>
              <a:rPr lang="en-US" dirty="0" err="1"/>
              <a:t>corest</a:t>
            </a:r>
            <a:endParaRPr lang="en-US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90AB17C-2820-B52E-E6A5-744B267555B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00094" y="2960689"/>
            <a:ext cx="5040860" cy="8559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 err="1"/>
              <a:t>Inctur</a:t>
            </a:r>
            <a:r>
              <a:rPr lang="en-US" dirty="0"/>
              <a:t>? </a:t>
            </a:r>
            <a:r>
              <a:rPr lang="en-US" dirty="0" err="1"/>
              <a:t>Otatur</a:t>
            </a:r>
            <a:r>
              <a:rPr lang="en-US" dirty="0"/>
              <a:t> </a:t>
            </a:r>
            <a:r>
              <a:rPr lang="en-US" dirty="0" err="1"/>
              <a:t>sendes</a:t>
            </a:r>
            <a:r>
              <a:rPr lang="en-US" dirty="0"/>
              <a:t> </a:t>
            </a:r>
            <a:r>
              <a:rPr lang="en-US" dirty="0" err="1"/>
              <a:t>sinctestest</a:t>
            </a:r>
            <a:r>
              <a:rPr lang="en-US" dirty="0"/>
              <a:t> et ex et </a:t>
            </a:r>
            <a:r>
              <a:rPr lang="en-US" dirty="0" err="1"/>
              <a:t>vollab</a:t>
            </a:r>
            <a:r>
              <a:rPr lang="en-US" dirty="0"/>
              <a:t> is del id </a:t>
            </a:r>
            <a:r>
              <a:rPr lang="en-US" dirty="0" err="1"/>
              <a:t>quaecust</a:t>
            </a:r>
            <a:r>
              <a:rPr lang="en-US" dirty="0"/>
              <a:t>, </a:t>
            </a:r>
            <a:r>
              <a:rPr lang="en-US" dirty="0" err="1"/>
              <a:t>inctemquam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Ne </a:t>
            </a:r>
            <a:r>
              <a:rPr lang="en-US" dirty="0" err="1"/>
              <a:t>pror</a:t>
            </a:r>
            <a:r>
              <a:rPr lang="en-US" dirty="0"/>
              <a:t> </a:t>
            </a:r>
            <a:r>
              <a:rPr lang="en-US" dirty="0" err="1"/>
              <a:t>arcia</a:t>
            </a:r>
            <a:r>
              <a:rPr lang="en-US" dirty="0"/>
              <a:t> nus </a:t>
            </a:r>
            <a:r>
              <a:rPr lang="en-US" dirty="0" err="1"/>
              <a:t>diti</a:t>
            </a:r>
            <a:r>
              <a:rPr lang="en-US" dirty="0"/>
              <a:t> cones que </a:t>
            </a:r>
            <a:r>
              <a:rPr lang="en-US" dirty="0" err="1"/>
              <a:t>voloribus</a:t>
            </a:r>
            <a:r>
              <a:rPr lang="en-US" dirty="0"/>
              <a:t>, </a:t>
            </a:r>
            <a:r>
              <a:rPr lang="en-US" dirty="0" err="1"/>
              <a:t>sitati</a:t>
            </a:r>
            <a:r>
              <a:rPr lang="en-US" dirty="0"/>
              <a:t> </a:t>
            </a:r>
            <a:r>
              <a:rPr lang="en-US" dirty="0" err="1"/>
              <a:t>nimet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unt</a:t>
            </a:r>
            <a:r>
              <a:rPr lang="en-US" dirty="0"/>
              <a:t> </a:t>
            </a:r>
            <a:r>
              <a:rPr lang="en-US" dirty="0" err="1"/>
              <a:t>aris</a:t>
            </a:r>
            <a:r>
              <a:rPr lang="en-US" dirty="0"/>
              <a:t> </a:t>
            </a:r>
            <a:r>
              <a:rPr lang="en-US" dirty="0" err="1"/>
              <a:t>corest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2406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char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48D8654F-C79C-9C2C-7718-1FD0D86A466F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6516805" y="879475"/>
            <a:ext cx="5179327" cy="5057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344AED7-4EA8-8B56-18D5-B3B9CE19079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endParaRPr lang="en-US" dirty="0"/>
          </a:p>
          <a:p>
            <a:pPr lvl="0"/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</a:t>
            </a:r>
          </a:p>
          <a:p>
            <a:pPr lvl="0"/>
            <a:r>
              <a:rPr lang="en-US" dirty="0"/>
              <a:t>To beatae vitae dicta sunt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</a:t>
            </a:r>
          </a:p>
          <a:p>
            <a:pPr lvl="0"/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6DFBBF1E-A3F6-F451-4829-D1E3F074E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856309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Slide title goes here over multiple lines if required</a:t>
            </a:r>
          </a:p>
        </p:txBody>
      </p:sp>
      <p:sp>
        <p:nvSpPr>
          <p:cNvPr id="2" name="Footer Placeholder 7">
            <a:extLst>
              <a:ext uri="{FF2B5EF4-FFF2-40B4-BE49-F238E27FC236}">
                <a16:creationId xmlns:a16="http://schemas.microsoft.com/office/drawing/2014/main" id="{2FF29363-7825-3F5A-BEA2-C9B0A9230A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3435460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chart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EB4605-05A5-FFF7-6BEB-8F2A1CCAFFA1}"/>
              </a:ext>
            </a:extLst>
          </p:cNvPr>
          <p:cNvSpPr/>
          <p:nvPr userDrawn="1"/>
        </p:nvSpPr>
        <p:spPr>
          <a:xfrm>
            <a:off x="6096000" y="-1"/>
            <a:ext cx="6096000" cy="6858001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7F0AF6-74AA-451B-425A-6C1E0C4BB1EE}"/>
              </a:ext>
            </a:extLst>
          </p:cNvPr>
          <p:cNvSpPr/>
          <p:nvPr userDrawn="1"/>
        </p:nvSpPr>
        <p:spPr>
          <a:xfrm>
            <a:off x="6096000" y="-1"/>
            <a:ext cx="6096000" cy="6858001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solidFill>
                <a:schemeClr val="bg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48D8654F-C79C-9C2C-7718-1FD0D86A466F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6516805" y="879475"/>
            <a:ext cx="5179327" cy="5057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344AED7-4EA8-8B56-18D5-B3B9CE19079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endParaRPr lang="en-US" dirty="0"/>
          </a:p>
          <a:p>
            <a:pPr lvl="0"/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</a:t>
            </a:r>
          </a:p>
          <a:p>
            <a:pPr lvl="0"/>
            <a:r>
              <a:rPr lang="en-US" dirty="0"/>
              <a:t>To beatae vitae dicta sunt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</a:t>
            </a:r>
          </a:p>
          <a:p>
            <a:pPr lvl="0"/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6DFBBF1E-A3F6-F451-4829-D1E3F074E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856309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Slide title goes here over multiple lines if required</a:t>
            </a:r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AAB0D92D-86F3-7AF3-45BC-19114C142C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42447" y="6229255"/>
            <a:ext cx="3606401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4113679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23876A-96D1-F0AE-F0F2-8AF6DB2F3681}"/>
              </a:ext>
            </a:extLst>
          </p:cNvPr>
          <p:cNvSpPr/>
          <p:nvPr userDrawn="1"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7F0AF6-74AA-451B-425A-6C1E0C4BB1EE}"/>
              </a:ext>
            </a:extLst>
          </p:cNvPr>
          <p:cNvSpPr/>
          <p:nvPr userDrawn="1"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A829F01-12EB-11E7-CB79-22971CD455C3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 dirty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Confidential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193D7AF-C152-458B-C821-B576A22C3EA5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0922529C-6040-DCAB-4A00-BEF58343F003}"/>
              </a:ext>
            </a:extLst>
          </p:cNvPr>
          <p:cNvSpPr>
            <a:spLocks noGrp="1"/>
          </p:cNvSpPr>
          <p:nvPr>
            <p:ph type="tbl" sz="quarter" idx="22" hasCustomPrompt="1"/>
          </p:nvPr>
        </p:nvSpPr>
        <p:spPr>
          <a:xfrm>
            <a:off x="347663" y="855663"/>
            <a:ext cx="5240337" cy="50815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3A5EC604-C69A-8891-1B53-E11149E2F5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03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endParaRPr lang="en-US" dirty="0"/>
          </a:p>
          <a:p>
            <a:pPr lvl="0"/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</a:p>
          <a:p>
            <a:pPr lvl="0"/>
            <a:r>
              <a:rPr lang="en-US" dirty="0"/>
              <a:t>To beatae vitae dicta sunt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</a:t>
            </a:r>
          </a:p>
          <a:p>
            <a:pPr lvl="0"/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</a:t>
            </a:r>
          </a:p>
          <a:p>
            <a:pPr lvl="0"/>
            <a:endParaRPr lang="en-US" dirty="0"/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0AE43D4D-B5C0-4755-F0CF-B819394BD8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2073" y="856309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Slide title goes here over multiple lines if required</a:t>
            </a:r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78E4A644-9CDA-47FD-DDA4-9911AA1D62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03988" y="6229255"/>
            <a:ext cx="5059388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1932287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6806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26" Type="http://schemas.openxmlformats.org/officeDocument/2006/relationships/slideLayout" Target="../slideLayouts/slideLayout34.xml"/><Relationship Id="rId3" Type="http://schemas.openxmlformats.org/officeDocument/2006/relationships/slideLayout" Target="../slideLayouts/slideLayout11.xml"/><Relationship Id="rId21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27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0.xml"/><Relationship Id="rId27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3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6.xml"/><Relationship Id="rId26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21" Type="http://schemas.openxmlformats.org/officeDocument/2006/relationships/slideLayout" Target="../slideLayouts/slideLayout59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5" Type="http://schemas.openxmlformats.org/officeDocument/2006/relationships/slideLayout" Target="../slideLayouts/slideLayout63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slideLayout" Target="../slideLayouts/slideLayout58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24" Type="http://schemas.openxmlformats.org/officeDocument/2006/relationships/slideLayout" Target="../slideLayouts/slideLayout62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23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57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6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6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6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13" Type="http://schemas.openxmlformats.org/officeDocument/2006/relationships/slideLayout" Target="../slideLayouts/slideLayout80.xml"/><Relationship Id="rId1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88.xml"/><Relationship Id="rId7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9.xml"/><Relationship Id="rId17" Type="http://schemas.openxmlformats.org/officeDocument/2006/relationships/slideLayout" Target="../slideLayouts/slideLayout84.xml"/><Relationship Id="rId2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83.xml"/><Relationship Id="rId20" Type="http://schemas.openxmlformats.org/officeDocument/2006/relationships/slideLayout" Target="../slideLayouts/slideLayout87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77.xml"/><Relationship Id="rId19" Type="http://schemas.openxmlformats.org/officeDocument/2006/relationships/slideLayout" Target="../slideLayouts/slideLayout86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81.xml"/><Relationship Id="rId22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1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9.xml"/><Relationship Id="rId13" Type="http://schemas.openxmlformats.org/officeDocument/2006/relationships/slideLayout" Target="../slideLayouts/slideLayout104.xml"/><Relationship Id="rId18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94.xml"/><Relationship Id="rId21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98.xml"/><Relationship Id="rId12" Type="http://schemas.openxmlformats.org/officeDocument/2006/relationships/slideLayout" Target="../slideLayouts/slideLayout103.xml"/><Relationship Id="rId17" Type="http://schemas.openxmlformats.org/officeDocument/2006/relationships/slideLayout" Target="../slideLayouts/slideLayout108.xml"/><Relationship Id="rId2" Type="http://schemas.openxmlformats.org/officeDocument/2006/relationships/slideLayout" Target="../slideLayouts/slideLayout93.xml"/><Relationship Id="rId16" Type="http://schemas.openxmlformats.org/officeDocument/2006/relationships/slideLayout" Target="../slideLayouts/slideLayout107.xml"/><Relationship Id="rId20" Type="http://schemas.openxmlformats.org/officeDocument/2006/relationships/slideLayout" Target="../slideLayouts/slideLayout111.xml"/><Relationship Id="rId1" Type="http://schemas.openxmlformats.org/officeDocument/2006/relationships/slideLayout" Target="../slideLayouts/slideLayout92.xml"/><Relationship Id="rId6" Type="http://schemas.openxmlformats.org/officeDocument/2006/relationships/slideLayout" Target="../slideLayouts/slideLayout97.xml"/><Relationship Id="rId11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96.xml"/><Relationship Id="rId15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01.xml"/><Relationship Id="rId19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95.xml"/><Relationship Id="rId9" Type="http://schemas.openxmlformats.org/officeDocument/2006/relationships/slideLayout" Target="../slideLayouts/slideLayout100.xml"/><Relationship Id="rId14" Type="http://schemas.openxmlformats.org/officeDocument/2006/relationships/slideLayout" Target="../slideLayouts/slideLayout105.xml"/><Relationship Id="rId22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3917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724" r:id="rId6"/>
    <p:sldLayoutId id="2147483725" r:id="rId7"/>
    <p:sldLayoutId id="214748372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F26B43"/>
          </p15:clr>
        </p15:guide>
        <p15:guide id="2" pos="846">
          <p15:clr>
            <a:srgbClr val="F26B43"/>
          </p15:clr>
        </p15:guide>
        <p15:guide id="3" orient="horz" pos="459">
          <p15:clr>
            <a:srgbClr val="F26B43"/>
          </p15:clr>
        </p15:guide>
        <p15:guide id="4" orient="horz" pos="413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86DBEC6-2685-F2FC-298D-5F4CBBF494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46577CEF-2EB4-A5BD-C2E7-01DE34F946D7}"/>
              </a:ext>
            </a:extLst>
          </p:cNvPr>
          <p:cNvSpPr txBox="1">
            <a:spLocks/>
          </p:cNvSpPr>
          <p:nvPr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0" i="0" dirty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 b="0" dirty="0">
                <a:latin typeface="Poppins" panose="00000500000000000000" pitchFamily="2" charset="0"/>
                <a:cs typeface="Poppins" panose="00000500000000000000" pitchFamily="2" charset="0"/>
              </a:rPr>
              <a:t>Internal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AB4950E6-5C50-BC58-56EA-C3A4D033D3BC}"/>
              </a:ext>
            </a:extLst>
          </p:cNvPr>
          <p:cNvSpPr txBox="1">
            <a:spLocks/>
          </p:cNvSpPr>
          <p:nvPr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b="0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 b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itle Placeholder 16">
            <a:extLst>
              <a:ext uri="{FF2B5EF4-FFF2-40B4-BE49-F238E27FC236}">
                <a16:creationId xmlns:a16="http://schemas.microsoft.com/office/drawing/2014/main" id="{F57F4805-F012-B4DF-F69C-5B6FDD51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21" y="376520"/>
            <a:ext cx="11432484" cy="67773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5E28841-3942-0C14-E018-4E1A6C0C5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8720" y="1150936"/>
            <a:ext cx="11432483" cy="478154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171450" lvl="0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Click to edit Master text styles</a:t>
            </a:r>
          </a:p>
          <a:p>
            <a:pPr marL="171450" lvl="1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Second level</a:t>
            </a:r>
          </a:p>
          <a:p>
            <a:pPr marL="171450" lvl="2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Third level</a:t>
            </a:r>
          </a:p>
          <a:p>
            <a:pPr marL="171450" lvl="3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Fourth level</a:t>
            </a:r>
          </a:p>
          <a:p>
            <a:pPr marL="171450" lvl="4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675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  <p:sldLayoutId id="2147483686" r:id="rId20"/>
    <p:sldLayoutId id="2147483687" r:id="rId21"/>
    <p:sldLayoutId id="2147483688" r:id="rId22"/>
    <p:sldLayoutId id="2147483689" r:id="rId23"/>
    <p:sldLayoutId id="2147483690" r:id="rId24"/>
    <p:sldLayoutId id="2147483691" r:id="rId25"/>
    <p:sldLayoutId id="2147483692" r:id="rId2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200" b="0" i="0" kern="1200" smtClean="0">
          <a:solidFill>
            <a:schemeClr val="tx2"/>
          </a:solidFill>
          <a:latin typeface="Poppins SemiBold" pitchFamily="2" charset="77"/>
          <a:ea typeface="+mn-ea"/>
          <a:cs typeface="Poppins SemiBold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000" b="0" kern="120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b="0" kern="120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kern="120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400" b="0" kern="120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b="0" kern="120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F26B43"/>
          </p15:clr>
        </p15:guide>
        <p15:guide id="2" pos="846">
          <p15:clr>
            <a:srgbClr val="F26B43"/>
          </p15:clr>
        </p15:guide>
        <p15:guide id="3" orient="horz" pos="459">
          <p15:clr>
            <a:srgbClr val="F26B43"/>
          </p15:clr>
        </p15:guide>
        <p15:guide id="4" orient="horz" pos="4133">
          <p15:clr>
            <a:srgbClr val="F26B43"/>
          </p15:clr>
        </p15:guide>
        <p15:guide id="5" orient="horz" pos="216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75404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52A1F4-FB15-0B2D-7DFF-4AC1873B45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  <a:endParaRPr lang="en-US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A5319E7-8948-378F-DF8C-7C80D60C07CA}"/>
              </a:ext>
            </a:extLst>
          </p:cNvPr>
          <p:cNvSpPr txBox="1">
            <a:spLocks/>
          </p:cNvSpPr>
          <p:nvPr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 dirty="0">
                <a:solidFill>
                  <a:schemeClr val="tx1">
                    <a:lumMod val="6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 dirty="0">
                <a:solidFill>
                  <a:schemeClr val="tx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Internal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D39AA8-A244-DB56-42EC-193BDAB2C610}"/>
              </a:ext>
            </a:extLst>
          </p:cNvPr>
          <p:cNvSpPr txBox="1">
            <a:spLocks/>
          </p:cNvSpPr>
          <p:nvPr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 dirty="0">
              <a:solidFill>
                <a:schemeClr val="tx1">
                  <a:lumMod val="6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Title Placeholder 16">
            <a:extLst>
              <a:ext uri="{FF2B5EF4-FFF2-40B4-BE49-F238E27FC236}">
                <a16:creationId xmlns:a16="http://schemas.microsoft.com/office/drawing/2014/main" id="{3D2DD0E2-8C1E-EA89-DB65-8934D257E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21" y="376520"/>
            <a:ext cx="11432484" cy="67773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C1BEE7E3-E75B-96AC-2D17-FB238CFE9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8720" y="1150936"/>
            <a:ext cx="11432483" cy="478154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171450" lvl="0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Click to edit Master text styles</a:t>
            </a:r>
          </a:p>
          <a:p>
            <a:pPr marL="171450" lvl="1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Second level</a:t>
            </a:r>
          </a:p>
          <a:p>
            <a:pPr marL="171450" lvl="2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Third level</a:t>
            </a:r>
          </a:p>
          <a:p>
            <a:pPr marL="171450" lvl="3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Fourth level</a:t>
            </a:r>
          </a:p>
          <a:p>
            <a:pPr marL="171450" lvl="4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4545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  <p:sldLayoutId id="2147483723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200" b="1" i="0" kern="1200" dirty="0" smtClean="0">
          <a:solidFill>
            <a:schemeClr val="tx2"/>
          </a:solidFill>
          <a:latin typeface="Poppins SemiBold" pitchFamily="2" charset="77"/>
          <a:ea typeface="+mn-ea"/>
          <a:cs typeface="Poppins SemiBold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000" kern="1200" dirty="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 dirty="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kern="1200" dirty="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400" kern="1200" dirty="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2575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F26B43"/>
          </p15:clr>
        </p15:guide>
        <p15:guide id="2" pos="846">
          <p15:clr>
            <a:srgbClr val="F26B43"/>
          </p15:clr>
        </p15:guide>
        <p15:guide id="3" orient="horz" pos="459">
          <p15:clr>
            <a:srgbClr val="F26B43"/>
          </p15:clr>
        </p15:guide>
        <p15:guide id="4" orient="horz" pos="4133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86DBEC6-2685-F2FC-298D-5F4CBBF494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46577CEF-2EB4-A5BD-C2E7-01DE34F946D7}"/>
              </a:ext>
            </a:extLst>
          </p:cNvPr>
          <p:cNvSpPr txBox="1">
            <a:spLocks/>
          </p:cNvSpPr>
          <p:nvPr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 dirty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Confidential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AB4950E6-5C50-BC58-56EA-C3A4D033D3BC}"/>
              </a:ext>
            </a:extLst>
          </p:cNvPr>
          <p:cNvSpPr txBox="1">
            <a:spLocks/>
          </p:cNvSpPr>
          <p:nvPr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itle Placeholder 16">
            <a:extLst>
              <a:ext uri="{FF2B5EF4-FFF2-40B4-BE49-F238E27FC236}">
                <a16:creationId xmlns:a16="http://schemas.microsoft.com/office/drawing/2014/main" id="{F57F4805-F012-B4DF-F69C-5B6FDD51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21" y="376520"/>
            <a:ext cx="11432484" cy="67773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5E28841-3942-0C14-E018-4E1A6C0C5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8720" y="1150936"/>
            <a:ext cx="11432483" cy="478154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171450" lvl="0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Click to edit Master text styles</a:t>
            </a:r>
          </a:p>
          <a:p>
            <a:pPr marL="171450" lvl="1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Second level</a:t>
            </a:r>
          </a:p>
          <a:p>
            <a:pPr marL="171450" lvl="2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Third level</a:t>
            </a:r>
          </a:p>
          <a:p>
            <a:pPr marL="171450" lvl="3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Fourth level</a:t>
            </a:r>
          </a:p>
          <a:p>
            <a:pPr marL="171450" lvl="4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003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  <p:sldLayoutId id="2147483750" r:id="rId18"/>
    <p:sldLayoutId id="2147483751" r:id="rId19"/>
    <p:sldLayoutId id="2147483752" r:id="rId20"/>
    <p:sldLayoutId id="2147483780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200" b="1" i="0" kern="1200" smtClean="0">
          <a:solidFill>
            <a:schemeClr val="tx2"/>
          </a:solidFill>
          <a:latin typeface="Poppins SemiBold" pitchFamily="2" charset="77"/>
          <a:ea typeface="+mn-ea"/>
          <a:cs typeface="Poppins SemiBold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400" kern="120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F26B43"/>
          </p15:clr>
        </p15:guide>
        <p15:guide id="2" pos="846">
          <p15:clr>
            <a:srgbClr val="F26B43"/>
          </p15:clr>
        </p15:guide>
        <p15:guide id="3" orient="horz" pos="459">
          <p15:clr>
            <a:srgbClr val="F26B43"/>
          </p15:clr>
        </p15:guide>
        <p15:guide id="4" orient="horz" pos="4133">
          <p15:clr>
            <a:srgbClr val="F26B43"/>
          </p15:clr>
        </p15:guide>
        <p15:guide id="5" orient="horz" pos="2160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92972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52A1F4-FB15-0B2D-7DFF-4AC1873B45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A5319E7-8948-378F-DF8C-7C80D60C07CA}"/>
              </a:ext>
            </a:extLst>
          </p:cNvPr>
          <p:cNvSpPr txBox="1">
            <a:spLocks/>
          </p:cNvSpPr>
          <p:nvPr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 dirty="0">
                <a:solidFill>
                  <a:schemeClr val="tx1">
                    <a:lumMod val="6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 dirty="0">
                <a:solidFill>
                  <a:schemeClr val="tx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Confidential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D39AA8-A244-DB56-42EC-193BDAB2C610}"/>
              </a:ext>
            </a:extLst>
          </p:cNvPr>
          <p:cNvSpPr txBox="1">
            <a:spLocks/>
          </p:cNvSpPr>
          <p:nvPr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 dirty="0">
              <a:solidFill>
                <a:schemeClr val="tx1">
                  <a:lumMod val="6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Title Placeholder 16">
            <a:extLst>
              <a:ext uri="{FF2B5EF4-FFF2-40B4-BE49-F238E27FC236}">
                <a16:creationId xmlns:a16="http://schemas.microsoft.com/office/drawing/2014/main" id="{3D2DD0E2-8C1E-EA89-DB65-8934D257E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21" y="376520"/>
            <a:ext cx="11432484" cy="67773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C1BEE7E3-E75B-96AC-2D17-FB238CFE9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8720" y="1150936"/>
            <a:ext cx="11432483" cy="478154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171450" lvl="0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Click to edit Master text styles</a:t>
            </a:r>
          </a:p>
          <a:p>
            <a:pPr marL="171450" lvl="1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Second level</a:t>
            </a:r>
          </a:p>
          <a:p>
            <a:pPr marL="171450" lvl="2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Third level</a:t>
            </a:r>
          </a:p>
          <a:p>
            <a:pPr marL="171450" lvl="3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Fourth level</a:t>
            </a:r>
          </a:p>
          <a:p>
            <a:pPr marL="171450" lvl="4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669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  <p:sldLayoutId id="2147483776" r:id="rId19"/>
    <p:sldLayoutId id="2147483777" r:id="rId20"/>
    <p:sldLayoutId id="2147483778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200" b="1" i="0" kern="1200" dirty="0" smtClean="0">
          <a:solidFill>
            <a:schemeClr val="tx2"/>
          </a:solidFill>
          <a:latin typeface="Poppins SemiBold" pitchFamily="2" charset="77"/>
          <a:ea typeface="+mn-ea"/>
          <a:cs typeface="Poppins SemiBold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000" kern="1200" dirty="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 dirty="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kern="1200" dirty="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400" kern="1200" dirty="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8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64F151-1CBF-C972-1E49-D0330A1128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9082AE1-8D1A-B921-2941-25EFCCC965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MCU SE &amp; CAS Team, BL SCE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47D91F61-F9D6-D9C5-016B-2D13935D5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Poppins SemiBold"/>
                <a:cs typeface="Poppins SemiBold"/>
              </a:rPr>
              <a:t>MCX A34X</a:t>
            </a:r>
            <a:br>
              <a:rPr lang="en-US" altLang="zh-CN" dirty="0"/>
            </a:br>
            <a:r>
              <a:rPr lang="en-US" altLang="zh-CN" b="0" dirty="0"/>
              <a:t>Inductive Encoder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342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E97C5-4680-CE78-C2F4-D781DE040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Placeholder 77">
            <a:extLst>
              <a:ext uri="{FF2B5EF4-FFF2-40B4-BE49-F238E27FC236}">
                <a16:creationId xmlns:a16="http://schemas.microsoft.com/office/drawing/2014/main" id="{D7001AB4-84E7-19BD-13E3-E1F6788E57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9414" y="1405217"/>
            <a:ext cx="5551976" cy="4914163"/>
          </a:xfrm>
        </p:spPr>
        <p:txBody>
          <a:bodyPr>
            <a:normAutofit/>
          </a:bodyPr>
          <a:lstStyle/>
          <a:p>
            <a:pPr marL="171450" lvl="1" indent="0">
              <a:buNone/>
            </a:pPr>
            <a:r>
              <a:rPr lang="en-US" altLang="zh-CN" sz="1400" b="1" dirty="0"/>
              <a:t>Hardware</a:t>
            </a:r>
          </a:p>
          <a:p>
            <a:r>
              <a:rPr lang="en-US" altLang="zh-CN" sz="1200" dirty="0"/>
              <a:t>MCU: MCXA343VLH/MCXA173VFM 128K Flash, 32K RAM</a:t>
            </a:r>
          </a:p>
          <a:p>
            <a:r>
              <a:rPr lang="en-US" altLang="zh-CN" sz="1200" dirty="0"/>
              <a:t>Integrated internal dual Op-Amps with internal ADC connection</a:t>
            </a:r>
          </a:p>
          <a:p>
            <a:r>
              <a:rPr lang="en-US" altLang="zh-CN" sz="1200" dirty="0"/>
              <a:t>Dual 16-bit ADC converters </a:t>
            </a:r>
          </a:p>
          <a:p>
            <a:r>
              <a:rPr lang="en-US" altLang="zh-CN" sz="1200" dirty="0"/>
              <a:t>1× UART for RS485 communication (supports Tamagawa protocol) or </a:t>
            </a:r>
            <a:r>
              <a:rPr lang="en-US" altLang="zh-CN" sz="1200" dirty="0" err="1"/>
              <a:t>BissC</a:t>
            </a:r>
            <a:r>
              <a:rPr lang="en-US" altLang="zh-CN" sz="1200" dirty="0"/>
              <a:t>(using SmartDMA)</a:t>
            </a:r>
          </a:p>
          <a:p>
            <a:r>
              <a:rPr lang="en-US" altLang="zh-CN" sz="1200" dirty="0"/>
              <a:t>FRO180M accuracy: ±1.5% over full temperature range</a:t>
            </a:r>
          </a:p>
          <a:p>
            <a:r>
              <a:rPr lang="en-US" altLang="zh-CN" sz="1200" dirty="0"/>
              <a:t>MAU(Math Accelerator Unit) support fast atan2 calculation</a:t>
            </a:r>
          </a:p>
          <a:p>
            <a:pPr marL="171450" lvl="1" indent="0">
              <a:buNone/>
            </a:pPr>
            <a:r>
              <a:rPr lang="en-US" sz="1400" b="1" dirty="0"/>
              <a:t>Software</a:t>
            </a:r>
          </a:p>
          <a:p>
            <a:r>
              <a:rPr lang="en-US" sz="1200" dirty="0"/>
              <a:t> </a:t>
            </a:r>
            <a:r>
              <a:rPr lang="en-US" altLang="zh-CN" sz="1200" dirty="0"/>
              <a:t>Complete inductive encoder software implementation with Tamagawa T-Format protocol communication support</a:t>
            </a:r>
          </a:p>
          <a:p>
            <a:r>
              <a:rPr lang="en-US" altLang="zh-CN" sz="1200" dirty="0"/>
              <a:t>Integrated ellipse correction, phase unwrapping, single-turn/multi-turn counting, temperature measurement, etc.</a:t>
            </a:r>
          </a:p>
          <a:p>
            <a:r>
              <a:rPr lang="en-US" altLang="zh-CN" sz="1200" dirty="0"/>
              <a:t>Outputs — 16-bit angle, angular velocity, status/quality gate; angle output supports filtering, dead zone, and other common features</a:t>
            </a:r>
          </a:p>
          <a:p>
            <a:endParaRPr lang="en-US" altLang="zh-CN" sz="18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6434D4F-CB05-3F77-4EEB-A890CFDCC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MCXA34x-based Inductive Encoder</a:t>
            </a:r>
            <a:br>
              <a:rPr lang="en-US" altLang="zh-CN" dirty="0"/>
            </a:br>
            <a:endParaRPr lang="en-US" dirty="0"/>
          </a:p>
        </p:txBody>
      </p:sp>
      <p:sp>
        <p:nvSpPr>
          <p:cNvPr id="77" name="Text Placeholder 76">
            <a:extLst>
              <a:ext uri="{FF2B5EF4-FFF2-40B4-BE49-F238E27FC236}">
                <a16:creationId xmlns:a16="http://schemas.microsoft.com/office/drawing/2014/main" id="{7F28D03F-BDD1-2AD4-6DCD-045A1F0878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9757" y="800980"/>
            <a:ext cx="11432485" cy="446442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14553DD7-494E-FCD2-DBB7-46D3E2ACBA75}"/>
              </a:ext>
            </a:extLst>
          </p:cNvPr>
          <p:cNvGrpSpPr/>
          <p:nvPr/>
        </p:nvGrpSpPr>
        <p:grpSpPr>
          <a:xfrm>
            <a:off x="6139501" y="376519"/>
            <a:ext cx="5490916" cy="3092144"/>
            <a:chOff x="6026766" y="469810"/>
            <a:chExt cx="5365254" cy="355503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7FE44B1-2746-651F-EC5B-0D6988C6E714}"/>
                </a:ext>
              </a:extLst>
            </p:cNvPr>
            <p:cNvSpPr/>
            <p:nvPr/>
          </p:nvSpPr>
          <p:spPr>
            <a:xfrm>
              <a:off x="7427489" y="469810"/>
              <a:ext cx="2318750" cy="355503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r>
                <a:rPr lang="en-US" altLang="zh-CN" sz="11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MCXA343VLH</a:t>
              </a:r>
            </a:p>
            <a:p>
              <a:pPr algn="l"/>
              <a:r>
                <a:rPr lang="en-US" altLang="zh-CN" sz="11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180MHz CM33</a:t>
              </a:r>
            </a:p>
            <a:p>
              <a:pPr algn="l"/>
              <a:endParaRPr lang="en-US" sz="900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8FE10755-F65A-7999-650D-DF1438EB2EB2}"/>
                </a:ext>
              </a:extLst>
            </p:cNvPr>
            <p:cNvSpPr/>
            <p:nvPr/>
          </p:nvSpPr>
          <p:spPr>
            <a:xfrm>
              <a:off x="8256415" y="1293788"/>
              <a:ext cx="660898" cy="47240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tIns="64008" bIns="64008" rtlCol="0" anchor="ctr"/>
            <a:lstStyle/>
            <a:p>
              <a:pPr algn="ctr"/>
              <a:r>
                <a:rPr lang="en-US" altLang="zh-CN" sz="8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ADC0</a:t>
              </a:r>
              <a:endParaRPr lang="en-US" sz="800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3DE2A45-B160-687F-4101-A3D45AA3894B}"/>
                </a:ext>
              </a:extLst>
            </p:cNvPr>
            <p:cNvSpPr/>
            <p:nvPr/>
          </p:nvSpPr>
          <p:spPr>
            <a:xfrm>
              <a:off x="8251194" y="2789194"/>
              <a:ext cx="660898" cy="47240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tIns="64008" bIns="64008" rtlCol="0" anchor="ctr"/>
            <a:lstStyle/>
            <a:p>
              <a:pPr algn="ctr"/>
              <a:r>
                <a:rPr lang="en-US" altLang="zh-CN" sz="8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ADC1</a:t>
              </a:r>
              <a:endParaRPr lang="en-US" sz="800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44" name="Arrow: Left 43">
              <a:extLst>
                <a:ext uri="{FF2B5EF4-FFF2-40B4-BE49-F238E27FC236}">
                  <a16:creationId xmlns:a16="http://schemas.microsoft.com/office/drawing/2014/main" id="{8541D03F-CCDF-530F-ED99-D25EE51FBB8B}"/>
                </a:ext>
              </a:extLst>
            </p:cNvPr>
            <p:cNvSpPr/>
            <p:nvPr/>
          </p:nvSpPr>
          <p:spPr>
            <a:xfrm>
              <a:off x="9746243" y="1274124"/>
              <a:ext cx="648819" cy="191433"/>
            </a:xfrm>
            <a:prstGeom prst="left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46" name="Arrow: Left 45">
              <a:extLst>
                <a:ext uri="{FF2B5EF4-FFF2-40B4-BE49-F238E27FC236}">
                  <a16:creationId xmlns:a16="http://schemas.microsoft.com/office/drawing/2014/main" id="{F4C653BE-C548-E6C3-E5D3-5E044CE59007}"/>
                </a:ext>
              </a:extLst>
            </p:cNvPr>
            <p:cNvSpPr/>
            <p:nvPr/>
          </p:nvSpPr>
          <p:spPr>
            <a:xfrm>
              <a:off x="9746244" y="2742492"/>
              <a:ext cx="648820" cy="197651"/>
            </a:xfrm>
            <a:prstGeom prst="left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EBD91B88-5D09-C713-6EC1-EF6CFD7AEE08}"/>
                </a:ext>
              </a:extLst>
            </p:cNvPr>
            <p:cNvSpPr/>
            <p:nvPr/>
          </p:nvSpPr>
          <p:spPr>
            <a:xfrm>
              <a:off x="7435224" y="1313243"/>
              <a:ext cx="660898" cy="27596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tIns="64008" bIns="64008" rtlCol="0" anchor="ctr"/>
            <a:lstStyle/>
            <a:p>
              <a:pPr algn="ctr"/>
              <a:r>
                <a:rPr lang="en-US" altLang="zh-CN" sz="8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LPUART0</a:t>
              </a:r>
              <a:endParaRPr lang="en-US" sz="800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C1D9582E-8FDE-3D2D-D354-EA58A74DEC11}"/>
                </a:ext>
              </a:extLst>
            </p:cNvPr>
            <p:cNvSpPr/>
            <p:nvPr/>
          </p:nvSpPr>
          <p:spPr>
            <a:xfrm>
              <a:off x="7441533" y="1805028"/>
              <a:ext cx="1453049" cy="27596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tIns="64008" bIns="64008" rtlCol="0" anchor="ctr"/>
            <a:lstStyle/>
            <a:p>
              <a:pPr algn="ctr"/>
              <a:r>
                <a:rPr lang="en-US" altLang="zh-CN" sz="8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LPUART1 or SmartDMA</a:t>
              </a:r>
              <a:endParaRPr lang="en-US" sz="800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62" name="Arrow: Left-Right 61">
              <a:extLst>
                <a:ext uri="{FF2B5EF4-FFF2-40B4-BE49-F238E27FC236}">
                  <a16:creationId xmlns:a16="http://schemas.microsoft.com/office/drawing/2014/main" id="{3CA92B82-3A35-1664-D3C0-EC64C8B7ACF1}"/>
                </a:ext>
              </a:extLst>
            </p:cNvPr>
            <p:cNvSpPr/>
            <p:nvPr/>
          </p:nvSpPr>
          <p:spPr>
            <a:xfrm>
              <a:off x="7126699" y="1416542"/>
              <a:ext cx="298442" cy="133330"/>
            </a:xfrm>
            <a:prstGeom prst="leftRight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63" name="Arrow: Left-Right 62">
              <a:extLst>
                <a:ext uri="{FF2B5EF4-FFF2-40B4-BE49-F238E27FC236}">
                  <a16:creationId xmlns:a16="http://schemas.microsoft.com/office/drawing/2014/main" id="{A66A94E8-E5EA-BF03-2BE1-0D7FC01FA38F}"/>
                </a:ext>
              </a:extLst>
            </p:cNvPr>
            <p:cNvSpPr/>
            <p:nvPr/>
          </p:nvSpPr>
          <p:spPr>
            <a:xfrm>
              <a:off x="7121992" y="1858405"/>
              <a:ext cx="298442" cy="133330"/>
            </a:xfrm>
            <a:prstGeom prst="leftRight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8824A415-DA80-38A3-8268-190EE9C8C4D6}"/>
                </a:ext>
              </a:extLst>
            </p:cNvPr>
            <p:cNvSpPr/>
            <p:nvPr/>
          </p:nvSpPr>
          <p:spPr>
            <a:xfrm>
              <a:off x="6026766" y="1334812"/>
              <a:ext cx="1094363" cy="27099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tIns="64008" bIns="64008" rtlCol="0" anchor="ctr"/>
            <a:lstStyle/>
            <a:p>
              <a:pPr algn="ctr"/>
              <a:r>
                <a:rPr lang="en-US" altLang="zh-CN" sz="1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Debug</a:t>
              </a:r>
              <a:endParaRPr lang="en-US" sz="100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29A1BC86-08FB-4995-A866-C603A94D9B02}"/>
                </a:ext>
              </a:extLst>
            </p:cNvPr>
            <p:cNvSpPr/>
            <p:nvPr/>
          </p:nvSpPr>
          <p:spPr>
            <a:xfrm>
              <a:off x="6026766" y="1809996"/>
              <a:ext cx="1094363" cy="33317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tIns="64008" bIns="64008" rtlCol="0" anchor="ctr"/>
            <a:lstStyle/>
            <a:p>
              <a:pPr algn="ctr"/>
              <a:r>
                <a:rPr lang="en-US" altLang="zh-CN" sz="1000" dirty="0"/>
                <a:t>Tamagawa/</a:t>
              </a:r>
            </a:p>
            <a:p>
              <a:pPr algn="ctr"/>
              <a:r>
                <a:rPr lang="en-US" sz="1000" dirty="0" err="1"/>
                <a:t>BissC</a:t>
              </a:r>
              <a:endParaRPr lang="en-US" sz="1000"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3AEC7AE-985C-9BF8-15E6-46AA57E8AE78}"/>
                </a:ext>
              </a:extLst>
            </p:cNvPr>
            <p:cNvSpPr/>
            <p:nvPr/>
          </p:nvSpPr>
          <p:spPr>
            <a:xfrm>
              <a:off x="7447711" y="2423116"/>
              <a:ext cx="660898" cy="27596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tIns="64008" bIns="64008" rtlCol="0" anchor="ctr"/>
            <a:lstStyle/>
            <a:p>
              <a:pPr algn="ctr"/>
              <a:r>
                <a:rPr lang="en-US" altLang="zh-CN" sz="8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I2C</a:t>
              </a:r>
              <a:endParaRPr lang="en-US" sz="800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98A41F7-7880-0731-8546-1B4674E1E7F7}"/>
                </a:ext>
              </a:extLst>
            </p:cNvPr>
            <p:cNvSpPr/>
            <p:nvPr/>
          </p:nvSpPr>
          <p:spPr>
            <a:xfrm>
              <a:off x="6026766" y="2351368"/>
              <a:ext cx="1087103" cy="43418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tIns="64008" bIns="64008" rtlCol="0" anchor="ctr"/>
            <a:lstStyle/>
            <a:p>
              <a:pPr algn="ctr"/>
              <a:r>
                <a:rPr lang="en-US" altLang="zh-CN" sz="1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EEPROM</a:t>
              </a:r>
              <a:endParaRPr lang="en-US" sz="100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7" name="Arrow: Left-Right 6">
              <a:extLst>
                <a:ext uri="{FF2B5EF4-FFF2-40B4-BE49-F238E27FC236}">
                  <a16:creationId xmlns:a16="http://schemas.microsoft.com/office/drawing/2014/main" id="{76E80A38-09B9-7A3C-807D-5BAF78FAC78B}"/>
                </a:ext>
              </a:extLst>
            </p:cNvPr>
            <p:cNvSpPr/>
            <p:nvPr/>
          </p:nvSpPr>
          <p:spPr>
            <a:xfrm>
              <a:off x="7118936" y="2494432"/>
              <a:ext cx="298442" cy="133330"/>
            </a:xfrm>
            <a:prstGeom prst="leftRight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49FE6B8-D318-929C-C4D3-F6C4025D4F04}"/>
                </a:ext>
              </a:extLst>
            </p:cNvPr>
            <p:cNvSpPr/>
            <p:nvPr/>
          </p:nvSpPr>
          <p:spPr>
            <a:xfrm>
              <a:off x="7431648" y="3568565"/>
              <a:ext cx="660898" cy="27596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tIns="64008" bIns="64008" rtlCol="0" anchor="ctr"/>
            <a:lstStyle/>
            <a:p>
              <a:pPr algn="ctr"/>
              <a:r>
                <a:rPr lang="en-US" altLang="zh-CN" sz="8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SOSC</a:t>
              </a:r>
              <a:endParaRPr lang="en-US" sz="800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F4D9631-1BF3-D5D3-CEB5-E9FA6B983377}"/>
                </a:ext>
              </a:extLst>
            </p:cNvPr>
            <p:cNvSpPr/>
            <p:nvPr/>
          </p:nvSpPr>
          <p:spPr>
            <a:xfrm>
              <a:off x="6040533" y="3519349"/>
              <a:ext cx="1087103" cy="43418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tIns="64008" bIns="64008" rtlCol="0" anchor="ctr"/>
            <a:lstStyle/>
            <a:p>
              <a:pPr algn="ctr"/>
              <a:r>
                <a:rPr lang="en-US" altLang="zh-CN" sz="1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Crystal</a:t>
              </a:r>
              <a:endParaRPr lang="en-US" sz="100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12" name="Arrow: Left-Right 11">
              <a:extLst>
                <a:ext uri="{FF2B5EF4-FFF2-40B4-BE49-F238E27FC236}">
                  <a16:creationId xmlns:a16="http://schemas.microsoft.com/office/drawing/2014/main" id="{4E8485B6-4BF4-B459-4007-0C66470E620E}"/>
                </a:ext>
              </a:extLst>
            </p:cNvPr>
            <p:cNvSpPr/>
            <p:nvPr/>
          </p:nvSpPr>
          <p:spPr>
            <a:xfrm>
              <a:off x="7129569" y="3639881"/>
              <a:ext cx="298442" cy="133330"/>
            </a:xfrm>
            <a:prstGeom prst="leftRight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D697DF8-9E8A-6380-AA43-59B1F1ACAF9B}"/>
                </a:ext>
              </a:extLst>
            </p:cNvPr>
            <p:cNvSpPr/>
            <p:nvPr/>
          </p:nvSpPr>
          <p:spPr>
            <a:xfrm>
              <a:off x="10395064" y="945955"/>
              <a:ext cx="996956" cy="250402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tIns="64008" bIns="64008" rtlCol="0" anchor="ctr"/>
            <a:lstStyle/>
            <a:p>
              <a:pPr algn="ctr"/>
              <a:r>
                <a:rPr lang="en-US" altLang="zh-CN" sz="1000" b="1" dirty="0"/>
                <a:t>Inductive</a:t>
              </a:r>
              <a:r>
                <a:rPr lang="en-US" altLang="zh-CN" sz="1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 Sensor</a:t>
              </a:r>
            </a:p>
            <a:p>
              <a:pPr algn="ctr"/>
              <a:r>
                <a:rPr lang="en-US" sz="1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(AS5715R)</a:t>
              </a:r>
              <a:endParaRPr lang="en-US" sz="100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14" name="Arrow: Left 13">
              <a:extLst>
                <a:ext uri="{FF2B5EF4-FFF2-40B4-BE49-F238E27FC236}">
                  <a16:creationId xmlns:a16="http://schemas.microsoft.com/office/drawing/2014/main" id="{2A2385A2-9305-BFCE-C49F-83EF1B765227}"/>
                </a:ext>
              </a:extLst>
            </p:cNvPr>
            <p:cNvSpPr/>
            <p:nvPr/>
          </p:nvSpPr>
          <p:spPr>
            <a:xfrm>
              <a:off x="9746242" y="1594900"/>
              <a:ext cx="648820" cy="202259"/>
            </a:xfrm>
            <a:prstGeom prst="left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15" name="Arrow: Left 14">
              <a:extLst>
                <a:ext uri="{FF2B5EF4-FFF2-40B4-BE49-F238E27FC236}">
                  <a16:creationId xmlns:a16="http://schemas.microsoft.com/office/drawing/2014/main" id="{BAFEC138-6354-50AF-4782-B46527F62CA0}"/>
                </a:ext>
              </a:extLst>
            </p:cNvPr>
            <p:cNvSpPr/>
            <p:nvPr/>
          </p:nvSpPr>
          <p:spPr>
            <a:xfrm>
              <a:off x="9746241" y="3083671"/>
              <a:ext cx="648823" cy="222785"/>
            </a:xfrm>
            <a:prstGeom prst="left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3022839-5E49-80C9-B9FE-D9D89544BCD4}"/>
                </a:ext>
              </a:extLst>
            </p:cNvPr>
            <p:cNvSpPr txBox="1"/>
            <p:nvPr/>
          </p:nvSpPr>
          <p:spPr>
            <a:xfrm>
              <a:off x="9881385" y="1161024"/>
              <a:ext cx="456059" cy="2027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US" sz="1200" dirty="0"/>
                <a:t>Sin+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B29AC39-B69D-08E5-D844-273AE79484FA}"/>
                </a:ext>
              </a:extLst>
            </p:cNvPr>
            <p:cNvSpPr txBox="1"/>
            <p:nvPr/>
          </p:nvSpPr>
          <p:spPr>
            <a:xfrm>
              <a:off x="9881385" y="1475032"/>
              <a:ext cx="456059" cy="2027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US" sz="1200" dirty="0"/>
                <a:t>Sin-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DE806E7-D1F5-6FD6-D581-34E791196374}"/>
                </a:ext>
              </a:extLst>
            </p:cNvPr>
            <p:cNvSpPr txBox="1"/>
            <p:nvPr/>
          </p:nvSpPr>
          <p:spPr>
            <a:xfrm>
              <a:off x="9860545" y="2627788"/>
              <a:ext cx="528478" cy="2027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US" sz="1200" dirty="0"/>
                <a:t>Cos+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00C2F10-5F12-7697-E2D2-0A4195B1A54F}"/>
                </a:ext>
              </a:extLst>
            </p:cNvPr>
            <p:cNvSpPr txBox="1"/>
            <p:nvPr/>
          </p:nvSpPr>
          <p:spPr>
            <a:xfrm>
              <a:off x="9870963" y="2967120"/>
              <a:ext cx="518059" cy="2027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US" sz="1200" dirty="0"/>
                <a:t>Cos-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45E8721-7B0A-2482-3072-5A8A213490ED}"/>
                </a:ext>
              </a:extLst>
            </p:cNvPr>
            <p:cNvSpPr/>
            <p:nvPr/>
          </p:nvSpPr>
          <p:spPr>
            <a:xfrm>
              <a:off x="9079305" y="1295886"/>
              <a:ext cx="660898" cy="47240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tIns="64008" bIns="64008" rtlCol="0" anchor="ctr"/>
            <a:lstStyle/>
            <a:p>
              <a:pPr algn="ctr"/>
              <a:r>
                <a:rPr lang="en-US" altLang="zh-CN" sz="8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OP0</a:t>
              </a:r>
              <a:endParaRPr lang="en-US" sz="800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CAC8920-5D41-4F52-7F51-41CC84451A0E}"/>
                </a:ext>
              </a:extLst>
            </p:cNvPr>
            <p:cNvSpPr/>
            <p:nvPr/>
          </p:nvSpPr>
          <p:spPr>
            <a:xfrm>
              <a:off x="9079305" y="2789195"/>
              <a:ext cx="660898" cy="47240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tIns="64008" bIns="64008" rtlCol="0" anchor="ctr"/>
            <a:lstStyle/>
            <a:p>
              <a:pPr algn="ctr"/>
              <a:r>
                <a:rPr lang="en-US" altLang="zh-CN" sz="8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OP1</a:t>
              </a:r>
              <a:endParaRPr lang="en-US" sz="800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3" name="Arrow: Left 22">
              <a:extLst>
                <a:ext uri="{FF2B5EF4-FFF2-40B4-BE49-F238E27FC236}">
                  <a16:creationId xmlns:a16="http://schemas.microsoft.com/office/drawing/2014/main" id="{6424B466-7AE3-8FC9-F2D6-88614B05DF7B}"/>
                </a:ext>
              </a:extLst>
            </p:cNvPr>
            <p:cNvSpPr/>
            <p:nvPr/>
          </p:nvSpPr>
          <p:spPr>
            <a:xfrm>
              <a:off x="8902801" y="1495340"/>
              <a:ext cx="191016" cy="104808"/>
            </a:xfrm>
            <a:prstGeom prst="left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4" name="Arrow: Left 23">
              <a:extLst>
                <a:ext uri="{FF2B5EF4-FFF2-40B4-BE49-F238E27FC236}">
                  <a16:creationId xmlns:a16="http://schemas.microsoft.com/office/drawing/2014/main" id="{54E804D6-B280-1EB2-3D24-F03FEA31AD2D}"/>
                </a:ext>
              </a:extLst>
            </p:cNvPr>
            <p:cNvSpPr/>
            <p:nvPr/>
          </p:nvSpPr>
          <p:spPr>
            <a:xfrm>
              <a:off x="8894582" y="2978863"/>
              <a:ext cx="191016" cy="104808"/>
            </a:xfrm>
            <a:prstGeom prst="left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731C923C-4D0F-9E5A-E6BF-863434476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868" y="3562597"/>
            <a:ext cx="2848582" cy="3043289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64777D63-8294-B7EC-27EC-DB100BE445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8387" y="3567037"/>
            <a:ext cx="1865279" cy="3038850"/>
          </a:xfrm>
          <a:prstGeom prst="rect">
            <a:avLst/>
          </a:prstGeom>
        </p:spPr>
      </p:pic>
      <p:sp>
        <p:nvSpPr>
          <p:cNvPr id="26" name="Rectangle 2">
            <a:extLst>
              <a:ext uri="{FF2B5EF4-FFF2-40B4-BE49-F238E27FC236}">
                <a16:creationId xmlns:a16="http://schemas.microsoft.com/office/drawing/2014/main" id="{5C333D25-9292-3B57-88D1-7AD9B5480B06}"/>
              </a:ext>
            </a:extLst>
          </p:cNvPr>
          <p:cNvSpPr/>
          <p:nvPr/>
        </p:nvSpPr>
        <p:spPr>
          <a:xfrm>
            <a:off x="7577287" y="2587938"/>
            <a:ext cx="676377" cy="2400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altLang="zh-CN" sz="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SPI</a:t>
            </a:r>
            <a:endParaRPr lang="en-US" sz="800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D7B28A47-C616-9A95-2F80-133F0952F04D}"/>
              </a:ext>
            </a:extLst>
          </p:cNvPr>
          <p:cNvSpPr/>
          <p:nvPr/>
        </p:nvSpPr>
        <p:spPr>
          <a:xfrm>
            <a:off x="6147446" y="2537735"/>
            <a:ext cx="1112565" cy="37765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altLang="zh-CN" sz="1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SPI Master</a:t>
            </a:r>
            <a:endParaRPr lang="en-US" sz="100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9" name="Arrow: Left-Right 6">
            <a:extLst>
              <a:ext uri="{FF2B5EF4-FFF2-40B4-BE49-F238E27FC236}">
                <a16:creationId xmlns:a16="http://schemas.microsoft.com/office/drawing/2014/main" id="{9275F757-05EE-58F9-8ECC-9EF7B790E9BE}"/>
              </a:ext>
            </a:extLst>
          </p:cNvPr>
          <p:cNvSpPr/>
          <p:nvPr/>
        </p:nvSpPr>
        <p:spPr>
          <a:xfrm>
            <a:off x="7265196" y="2662171"/>
            <a:ext cx="305432" cy="115969"/>
          </a:xfrm>
          <a:prstGeom prst="left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15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2F1D7B5-EBE8-36C0-29B6-9F8B45FE5A80}"/>
              </a:ext>
            </a:extLst>
          </p:cNvPr>
          <p:cNvSpPr txBox="1"/>
          <p:nvPr/>
        </p:nvSpPr>
        <p:spPr>
          <a:xfrm>
            <a:off x="632564" y="571499"/>
            <a:ext cx="744061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硬件修改建议</a:t>
            </a:r>
            <a:r>
              <a:rPr lang="en-US" altLang="zh-CN" sz="1400" dirty="0"/>
              <a:t>:</a:t>
            </a:r>
          </a:p>
          <a:p>
            <a:pPr marL="342900" indent="-342900">
              <a:buAutoNum type="arabicPeriod"/>
            </a:pPr>
            <a:r>
              <a:rPr lang="en-US" altLang="zh-CN" sz="1400" dirty="0"/>
              <a:t>PCB</a:t>
            </a:r>
            <a:r>
              <a:rPr lang="zh-CN" altLang="en-US" sz="1400" dirty="0"/>
              <a:t>外形可以设计成圆环式</a:t>
            </a:r>
            <a:r>
              <a:rPr lang="en-US" altLang="zh-CN" sz="1400" dirty="0"/>
              <a:t>(</a:t>
            </a:r>
            <a:r>
              <a:rPr lang="zh-CN" altLang="en-US" sz="1400" dirty="0"/>
              <a:t>右图为参考</a:t>
            </a:r>
            <a:r>
              <a:rPr lang="en-US" altLang="zh-CN" sz="1400" dirty="0"/>
              <a:t>),</a:t>
            </a:r>
            <a:r>
              <a:rPr lang="zh-CN" altLang="en-US" sz="1400" dirty="0"/>
              <a:t>要考虑可连接电机或者其他编码器</a:t>
            </a:r>
            <a:r>
              <a:rPr lang="en-US" altLang="zh-CN" sz="1400" dirty="0"/>
              <a:t>(</a:t>
            </a:r>
            <a:r>
              <a:rPr lang="zh-CN" altLang="en-US" sz="1400" dirty="0"/>
              <a:t>做对比使用</a:t>
            </a:r>
            <a:r>
              <a:rPr lang="en-US" altLang="zh-CN" sz="1400" dirty="0"/>
              <a:t>)</a:t>
            </a:r>
          </a:p>
          <a:p>
            <a:pPr marL="342900" indent="-342900">
              <a:buAutoNum type="arabicPeriod"/>
            </a:pPr>
            <a:r>
              <a:rPr lang="zh-CN" altLang="en-US" sz="1400" dirty="0"/>
              <a:t>建议用</a:t>
            </a:r>
            <a:r>
              <a:rPr lang="en-US" altLang="zh-CN" sz="1400" dirty="0"/>
              <a:t>QFN32/48</a:t>
            </a:r>
            <a:r>
              <a:rPr lang="zh-CN" altLang="en-US" sz="1400" dirty="0"/>
              <a:t>封装</a:t>
            </a:r>
            <a:r>
              <a:rPr lang="en-US" altLang="zh-CN" sz="1400" dirty="0"/>
              <a:t>, ISP/RST</a:t>
            </a:r>
            <a:r>
              <a:rPr lang="zh-CN" altLang="en-US" sz="1400" dirty="0"/>
              <a:t>引脚拉出测试点</a:t>
            </a:r>
            <a:endParaRPr lang="en-US" altLang="zh-CN" sz="1400" dirty="0"/>
          </a:p>
          <a:p>
            <a:pPr marL="342900" indent="-342900">
              <a:buAutoNum type="arabicPeriod"/>
            </a:pPr>
            <a:r>
              <a:rPr lang="en-US" altLang="zh-CN" sz="1400" dirty="0"/>
              <a:t>OPAMP</a:t>
            </a:r>
            <a:r>
              <a:rPr lang="zh-CN" altLang="en-US" sz="1400" dirty="0"/>
              <a:t>的</a:t>
            </a:r>
            <a:r>
              <a:rPr lang="en-US" altLang="zh-CN" sz="1400" dirty="0"/>
              <a:t> D/N/O </a:t>
            </a:r>
            <a:r>
              <a:rPr lang="zh-CN" altLang="en-US" sz="1400" dirty="0"/>
              <a:t>拉测试点</a:t>
            </a:r>
            <a:endParaRPr lang="en-US" altLang="zh-CN" sz="1400" dirty="0"/>
          </a:p>
          <a:p>
            <a:pPr marL="342900" indent="-342900">
              <a:buAutoNum type="arabicPeriod"/>
            </a:pPr>
            <a:r>
              <a:rPr lang="en-US" altLang="zh-CN" sz="1400" dirty="0"/>
              <a:t>Debug</a:t>
            </a:r>
            <a:r>
              <a:rPr lang="zh-CN" altLang="en-US" sz="1400" dirty="0"/>
              <a:t>口 采用 </a:t>
            </a:r>
            <a:r>
              <a:rPr lang="en-US" altLang="zh-CN" sz="1400" dirty="0"/>
              <a:t>SWDIO/CLK/GND/3V3/TX/RX 6</a:t>
            </a:r>
            <a:r>
              <a:rPr lang="zh-CN" altLang="en-US" sz="1400" dirty="0"/>
              <a:t>线制</a:t>
            </a:r>
            <a:r>
              <a:rPr lang="en-US" altLang="zh-CN" sz="1400" dirty="0"/>
              <a:t>, TX/RX</a:t>
            </a:r>
            <a:r>
              <a:rPr lang="zh-CN" altLang="en-US" sz="1400" dirty="0"/>
              <a:t>可以和</a:t>
            </a:r>
            <a:r>
              <a:rPr lang="en-US" altLang="zh-CN" sz="1400" dirty="0"/>
              <a:t>485</a:t>
            </a:r>
            <a:r>
              <a:rPr lang="zh-CN" altLang="en-US" sz="1400" dirty="0"/>
              <a:t>的串口共用一个串口</a:t>
            </a:r>
            <a:r>
              <a:rPr lang="en-US" altLang="zh-CN" sz="1400" dirty="0"/>
              <a:t>,</a:t>
            </a:r>
            <a:r>
              <a:rPr lang="zh-CN" altLang="en-US" sz="1400" dirty="0"/>
              <a:t>如果可能的话最好单拉另外一路串口</a:t>
            </a:r>
            <a:r>
              <a:rPr lang="en-US" altLang="zh-CN" sz="1400" dirty="0"/>
              <a:t>(SDK</a:t>
            </a:r>
            <a:r>
              <a:rPr lang="zh-CN" altLang="en-US" sz="1400" dirty="0"/>
              <a:t>默认串口用于</a:t>
            </a:r>
            <a:r>
              <a:rPr lang="en-US" altLang="zh-CN" sz="1400" dirty="0"/>
              <a:t>debug/</a:t>
            </a:r>
            <a:r>
              <a:rPr lang="zh-CN" altLang="en-US" sz="1400" dirty="0"/>
              <a:t>前期固件升级用</a:t>
            </a:r>
            <a:r>
              <a:rPr lang="en-US" altLang="zh-CN" sz="1400" dirty="0"/>
              <a:t>).</a:t>
            </a:r>
          </a:p>
          <a:p>
            <a:pPr marL="342900" indent="-342900">
              <a:buAutoNum type="arabicPeriod"/>
            </a:pPr>
            <a:r>
              <a:rPr lang="en-US" altLang="zh-CN" sz="1400" dirty="0"/>
              <a:t>2xGPIO: 1 for LED, 1 for test pin.</a:t>
            </a:r>
          </a:p>
          <a:p>
            <a:pPr marL="342900" indent="-342900">
              <a:buAutoNum type="arabicPeriod"/>
            </a:pPr>
            <a:r>
              <a:rPr lang="en-US" altLang="zh-CN" sz="1400" dirty="0"/>
              <a:t>(optional): RST </a:t>
            </a:r>
            <a:r>
              <a:rPr lang="zh-CN" altLang="en-US" sz="1400" dirty="0"/>
              <a:t>加一个小按键</a:t>
            </a:r>
            <a:endParaRPr lang="en-US" altLang="zh-CN" sz="1400" dirty="0"/>
          </a:p>
          <a:p>
            <a:pPr marL="342900" indent="-342900">
              <a:buAutoNum type="arabicPeriod"/>
            </a:pPr>
            <a:r>
              <a:rPr lang="en-US" altLang="zh-CN" sz="1400" dirty="0"/>
              <a:t>DNP C15/C22, </a:t>
            </a:r>
            <a:r>
              <a:rPr lang="zh-CN" altLang="en-US" sz="1400" dirty="0"/>
              <a:t>加上这两个电容会使</a:t>
            </a:r>
            <a:r>
              <a:rPr lang="en-US" altLang="zh-CN" sz="1400" dirty="0"/>
              <a:t>OPAMP</a:t>
            </a:r>
            <a:r>
              <a:rPr lang="zh-CN" altLang="en-US" sz="1400" dirty="0"/>
              <a:t>自激振荡</a:t>
            </a:r>
            <a:r>
              <a:rPr lang="en-US" altLang="zh-CN" sz="1400" dirty="0"/>
              <a:t>. </a:t>
            </a:r>
            <a:r>
              <a:rPr lang="zh-CN" altLang="en-US" sz="1400" dirty="0"/>
              <a:t>暂不考虑放外部运放了</a:t>
            </a:r>
            <a:endParaRPr lang="en-US" altLang="zh-CN" sz="1400" dirty="0"/>
          </a:p>
          <a:p>
            <a:pPr marL="342900" indent="-342900">
              <a:buAutoNum type="arabicPeriod"/>
            </a:pPr>
            <a:r>
              <a:rPr lang="en-US" altLang="zh-CN" sz="1400" dirty="0"/>
              <a:t>485</a:t>
            </a:r>
            <a:r>
              <a:rPr lang="zh-CN" altLang="en-US" sz="1400" dirty="0"/>
              <a:t>电路目前板子没有贴</a:t>
            </a:r>
            <a:r>
              <a:rPr lang="en-US" altLang="zh-CN" sz="1400" dirty="0"/>
              <a:t>RS485,</a:t>
            </a:r>
            <a:r>
              <a:rPr lang="zh-CN" altLang="en-US" sz="1400" dirty="0"/>
              <a:t>所以目前还无法验证功能</a:t>
            </a:r>
            <a:r>
              <a:rPr lang="en-US" altLang="zh-CN" sz="1400" dirty="0"/>
              <a:t>.(</a:t>
            </a:r>
            <a:r>
              <a:rPr lang="zh-CN" altLang="en-US" sz="1400" dirty="0"/>
              <a:t>当前原理图和</a:t>
            </a:r>
            <a:r>
              <a:rPr lang="en-US" altLang="zh-CN" sz="1400" dirty="0"/>
              <a:t>RM</a:t>
            </a:r>
            <a:r>
              <a:rPr lang="zh-CN" altLang="en-US" sz="1400" dirty="0"/>
              <a:t>给的参考似乎不太一样</a:t>
            </a:r>
            <a:r>
              <a:rPr lang="en-US" altLang="zh-CN" sz="1400" dirty="0"/>
              <a:t>, </a:t>
            </a:r>
            <a:r>
              <a:rPr lang="zh-CN" altLang="en-US" sz="1400" dirty="0"/>
              <a:t>见右图</a:t>
            </a:r>
            <a:r>
              <a:rPr lang="en-US" altLang="zh-CN" sz="1400" dirty="0"/>
              <a:t>)</a:t>
            </a:r>
          </a:p>
          <a:p>
            <a:pPr marL="342900" indent="-342900">
              <a:buAutoNum type="arabicPeriod"/>
            </a:pPr>
            <a:r>
              <a:rPr lang="zh-CN" altLang="en-US" sz="1400" dirty="0"/>
              <a:t>之前</a:t>
            </a:r>
            <a:r>
              <a:rPr lang="en-US" altLang="zh-CN" sz="1400" dirty="0"/>
              <a:t>HW BUG</a:t>
            </a:r>
            <a:r>
              <a:rPr lang="zh-CN" altLang="en-US" sz="1400" dirty="0"/>
              <a:t>修复</a:t>
            </a:r>
            <a:r>
              <a:rPr lang="en-US" altLang="zh-CN" sz="1400" dirty="0"/>
              <a:t>: </a:t>
            </a:r>
            <a:r>
              <a:rPr lang="zh-CN" altLang="en-US" sz="1400" dirty="0"/>
              <a:t>孔径问题</a:t>
            </a:r>
            <a:r>
              <a:rPr lang="en-US" altLang="zh-CN" sz="1400" dirty="0"/>
              <a:t>, </a:t>
            </a:r>
            <a:r>
              <a:rPr lang="zh-CN" altLang="en-US" sz="1400" dirty="0"/>
              <a:t>前端模拟线接错问题</a:t>
            </a:r>
            <a:r>
              <a:rPr lang="en-US" altLang="zh-CN" sz="1400" dirty="0"/>
              <a:t>.</a:t>
            </a:r>
          </a:p>
          <a:p>
            <a:pPr marL="342900" indent="-342900">
              <a:buAutoNum type="arabicPeriod"/>
            </a:pPr>
            <a:r>
              <a:rPr lang="en-US" altLang="zh-CN" sz="1400" dirty="0"/>
              <a:t>BISS-C </a:t>
            </a:r>
            <a:r>
              <a:rPr lang="en-US" altLang="zh-CN" sz="1400" dirty="0" err="1"/>
              <a:t>BISS-C</a:t>
            </a:r>
            <a:r>
              <a:rPr lang="zh-CN" altLang="en-US" sz="1400" dirty="0"/>
              <a:t>无法通过</a:t>
            </a:r>
            <a:r>
              <a:rPr lang="en-US" altLang="zh-CN" sz="1400" dirty="0"/>
              <a:t>UART/SPI</a:t>
            </a:r>
            <a:r>
              <a:rPr lang="zh-CN" altLang="en-US" sz="1400" dirty="0"/>
              <a:t>模拟</a:t>
            </a:r>
            <a:r>
              <a:rPr lang="en-US" altLang="zh-CN" sz="1400" dirty="0"/>
              <a:t>, </a:t>
            </a:r>
            <a:r>
              <a:rPr lang="zh-CN" altLang="en-US" sz="1400" dirty="0"/>
              <a:t>直接接到</a:t>
            </a:r>
            <a:r>
              <a:rPr lang="en-US" altLang="zh-CN" sz="1400" dirty="0"/>
              <a:t>FlexIO</a:t>
            </a:r>
            <a:r>
              <a:rPr lang="zh-CN" altLang="en-US" sz="1400" dirty="0"/>
              <a:t>上实现</a:t>
            </a:r>
            <a:r>
              <a:rPr lang="en-US" altLang="zh-CN" sz="1400" dirty="0"/>
              <a:t>,</a:t>
            </a:r>
            <a:r>
              <a:rPr lang="zh-CN" altLang="en-US" sz="1400" dirty="0"/>
              <a:t>所以建议对外通讯接口 做成</a:t>
            </a:r>
            <a:r>
              <a:rPr lang="en-US" altLang="zh-CN" sz="1400" dirty="0"/>
              <a:t>solder bridge, </a:t>
            </a:r>
            <a:r>
              <a:rPr lang="zh-CN" altLang="en-US" sz="1400" dirty="0"/>
              <a:t>可以选择</a:t>
            </a:r>
            <a:r>
              <a:rPr lang="en-US" altLang="zh-CN" sz="1400" dirty="0"/>
              <a:t>FlexIO </a:t>
            </a:r>
            <a:r>
              <a:rPr lang="zh-CN" altLang="en-US" sz="1400" dirty="0"/>
              <a:t>或者 </a:t>
            </a:r>
            <a:r>
              <a:rPr lang="en-US" altLang="zh-CN" sz="1400" dirty="0"/>
              <a:t>UART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3ED5B09-4D35-D949-7018-401D6DD59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4141" y="-151343"/>
            <a:ext cx="2165745" cy="181501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5C9E174-EB18-6BD7-5290-B60D16F05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9819" y="1616886"/>
            <a:ext cx="3183423" cy="328462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88F74C5-A436-EAF1-ACE1-B0F4451C4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8175" y="5128696"/>
            <a:ext cx="4461711" cy="1437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867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693664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mode | title + logo">
  <a:themeElements>
    <a:clrScheme name="NXP Brand Colors 2">
      <a:dk1>
        <a:srgbClr val="000000"/>
      </a:dk1>
      <a:lt1>
        <a:srgbClr val="FFFFFF"/>
      </a:lt1>
      <a:dk2>
        <a:srgbClr val="262626"/>
      </a:dk2>
      <a:lt2>
        <a:srgbClr val="F7F5F1"/>
      </a:lt2>
      <a:accent1>
        <a:srgbClr val="0EAFE0"/>
      </a:accent1>
      <a:accent2>
        <a:srgbClr val="0068DF"/>
      </a:accent2>
      <a:accent3>
        <a:srgbClr val="69CA00"/>
      </a:accent3>
      <a:accent4>
        <a:srgbClr val="F9B500"/>
      </a:accent4>
      <a:accent5>
        <a:srgbClr val="FF7400"/>
      </a:accent5>
      <a:accent6>
        <a:srgbClr val="00A700"/>
      </a:accent6>
      <a:hlink>
        <a:srgbClr val="0EAFE0"/>
      </a:hlink>
      <a:folHlink>
        <a:srgbClr val="0EAFE0"/>
      </a:folHlink>
    </a:clrScheme>
    <a:fontScheme name="NXP 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tIns="64008" bIns="64008" rtlCol="0" anchor="t"/>
      <a:lstStyle>
        <a:defPPr algn="l">
          <a:defRPr dirty="0" smtClean="0">
            <a:latin typeface="Poppins SemiBold" panose="00000700000000000000" pitchFamily="2" charset="0"/>
            <a:cs typeface="Poppins SemiBold" panose="00000700000000000000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5" id="{9F40721A-E52A-4719-A6B9-6CEC8CCD0421}" vid="{E0AF6126-6529-422E-862A-0783F4768D60}"/>
    </a:ext>
  </a:extLst>
</a:theme>
</file>

<file path=ppt/theme/theme2.xml><?xml version="1.0" encoding="utf-8"?>
<a:theme xmlns:a="http://schemas.openxmlformats.org/drawingml/2006/main" name="Light mode | content layouts">
  <a:themeElements>
    <a:clrScheme name="NXP Brand Colors 2">
      <a:dk1>
        <a:srgbClr val="000000"/>
      </a:dk1>
      <a:lt1>
        <a:srgbClr val="FFFFFF"/>
      </a:lt1>
      <a:dk2>
        <a:srgbClr val="262626"/>
      </a:dk2>
      <a:lt2>
        <a:srgbClr val="F7F5F1"/>
      </a:lt2>
      <a:accent1>
        <a:srgbClr val="0EAFE0"/>
      </a:accent1>
      <a:accent2>
        <a:srgbClr val="0068DF"/>
      </a:accent2>
      <a:accent3>
        <a:srgbClr val="69CA00"/>
      </a:accent3>
      <a:accent4>
        <a:srgbClr val="F9B500"/>
      </a:accent4>
      <a:accent5>
        <a:srgbClr val="FF7400"/>
      </a:accent5>
      <a:accent6>
        <a:srgbClr val="00A700"/>
      </a:accent6>
      <a:hlink>
        <a:srgbClr val="0EAFE0"/>
      </a:hlink>
      <a:folHlink>
        <a:srgbClr val="0EAFE0"/>
      </a:folHlink>
    </a:clrScheme>
    <a:fontScheme name="NXP 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tIns="64008" bIns="64008" rtlCol="0" anchor="t"/>
      <a:lstStyle>
        <a:defPPr algn="l">
          <a:defRPr dirty="0" smtClean="0">
            <a:latin typeface="Poppins SemiBold" panose="00000700000000000000" pitchFamily="2" charset="0"/>
            <a:cs typeface="Poppins SemiBold" panose="00000700000000000000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5" id="{9F40721A-E52A-4719-A6B9-6CEC8CCD0421}" vid="{6E957CC2-395D-4EAC-A6AE-AE4777990DE2}"/>
    </a:ext>
  </a:extLst>
</a:theme>
</file>

<file path=ppt/theme/theme3.xml><?xml version="1.0" encoding="utf-8"?>
<a:theme xmlns:a="http://schemas.openxmlformats.org/drawingml/2006/main" name="Dark mode | title + logo">
  <a:themeElements>
    <a:clrScheme name="NXP Brand Colors 2">
      <a:dk1>
        <a:srgbClr val="000000"/>
      </a:dk1>
      <a:lt1>
        <a:srgbClr val="FFFFFF"/>
      </a:lt1>
      <a:dk2>
        <a:srgbClr val="262626"/>
      </a:dk2>
      <a:lt2>
        <a:srgbClr val="F7F5F1"/>
      </a:lt2>
      <a:accent1>
        <a:srgbClr val="0EAFE0"/>
      </a:accent1>
      <a:accent2>
        <a:srgbClr val="0068DF"/>
      </a:accent2>
      <a:accent3>
        <a:srgbClr val="69CA00"/>
      </a:accent3>
      <a:accent4>
        <a:srgbClr val="F9B500"/>
      </a:accent4>
      <a:accent5>
        <a:srgbClr val="FF7400"/>
      </a:accent5>
      <a:accent6>
        <a:srgbClr val="00A700"/>
      </a:accent6>
      <a:hlink>
        <a:srgbClr val="0EAFE0"/>
      </a:hlink>
      <a:folHlink>
        <a:srgbClr val="0EAFE0"/>
      </a:folHlink>
    </a:clrScheme>
    <a:fontScheme name="NXP 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tIns="64008" bIns="64008" rtlCol="0" anchor="t"/>
      <a:lstStyle>
        <a:defPPr algn="l">
          <a:defRPr dirty="0">
            <a:latin typeface="Poppins SemiBold" panose="00000700000000000000" pitchFamily="2" charset="0"/>
            <a:cs typeface="Poppins SemiBold" panose="00000700000000000000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5" id="{9F40721A-E52A-4719-A6B9-6CEC8CCD0421}" vid="{E9A15924-4B73-4AB7-91DC-C70584831BC0}"/>
    </a:ext>
  </a:extLst>
</a:theme>
</file>

<file path=ppt/theme/theme4.xml><?xml version="1.0" encoding="utf-8"?>
<a:theme xmlns:a="http://schemas.openxmlformats.org/drawingml/2006/main" name="Dark mode | content layouts">
  <a:themeElements>
    <a:clrScheme name="NXP Brand Colors 2">
      <a:dk1>
        <a:srgbClr val="000000"/>
      </a:dk1>
      <a:lt1>
        <a:srgbClr val="FFFFFF"/>
      </a:lt1>
      <a:dk2>
        <a:srgbClr val="262626"/>
      </a:dk2>
      <a:lt2>
        <a:srgbClr val="F7F5F1"/>
      </a:lt2>
      <a:accent1>
        <a:srgbClr val="0EAFE0"/>
      </a:accent1>
      <a:accent2>
        <a:srgbClr val="0068DF"/>
      </a:accent2>
      <a:accent3>
        <a:srgbClr val="69CA00"/>
      </a:accent3>
      <a:accent4>
        <a:srgbClr val="F9B500"/>
      </a:accent4>
      <a:accent5>
        <a:srgbClr val="FF7400"/>
      </a:accent5>
      <a:accent6>
        <a:srgbClr val="00A700"/>
      </a:accent6>
      <a:hlink>
        <a:srgbClr val="0EAFE0"/>
      </a:hlink>
      <a:folHlink>
        <a:srgbClr val="0EAFE0"/>
      </a:folHlink>
    </a:clrScheme>
    <a:fontScheme name="NXP 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tIns="64008" bIns="64008" rtlCol="0" anchor="t"/>
      <a:lstStyle>
        <a:defPPr algn="l">
          <a:defRPr dirty="0">
            <a:latin typeface="Poppins SemiBold" panose="00000700000000000000" pitchFamily="2" charset="0"/>
            <a:cs typeface="Poppins SemiBold" panose="00000700000000000000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5" id="{9F40721A-E52A-4719-A6B9-6CEC8CCD0421}" vid="{548274A9-D2CF-4964-9337-B3D6D1B87D6A}"/>
    </a:ext>
  </a:extLst>
</a:theme>
</file>

<file path=ppt/theme/theme5.xml><?xml version="1.0" encoding="utf-8"?>
<a:theme xmlns:a="http://schemas.openxmlformats.org/drawingml/2006/main" name="1_Light mode | title + logo">
  <a:themeElements>
    <a:clrScheme name="NXP Brand Colors 2">
      <a:dk1>
        <a:srgbClr val="000000"/>
      </a:dk1>
      <a:lt1>
        <a:srgbClr val="FFFFFF"/>
      </a:lt1>
      <a:dk2>
        <a:srgbClr val="262626"/>
      </a:dk2>
      <a:lt2>
        <a:srgbClr val="F7F5F1"/>
      </a:lt2>
      <a:accent1>
        <a:srgbClr val="0EAFE0"/>
      </a:accent1>
      <a:accent2>
        <a:srgbClr val="0068DF"/>
      </a:accent2>
      <a:accent3>
        <a:srgbClr val="69CA00"/>
      </a:accent3>
      <a:accent4>
        <a:srgbClr val="F9B500"/>
      </a:accent4>
      <a:accent5>
        <a:srgbClr val="FF7400"/>
      </a:accent5>
      <a:accent6>
        <a:srgbClr val="00A700"/>
      </a:accent6>
      <a:hlink>
        <a:srgbClr val="0EAFE0"/>
      </a:hlink>
      <a:folHlink>
        <a:srgbClr val="0EAFE0"/>
      </a:folHlink>
    </a:clrScheme>
    <a:fontScheme name="NXP 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tIns="64008" bIns="64008" rtlCol="0" anchor="t"/>
      <a:lstStyle>
        <a:defPPr algn="l">
          <a:defRPr dirty="0" smtClean="0">
            <a:latin typeface="Poppins SemiBold" panose="00000700000000000000" pitchFamily="2" charset="0"/>
            <a:cs typeface="Poppins SemiBold" panose="00000700000000000000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01_NXP_Template-Light+Dark_Mode_Public_v2.7" id="{CBB5FFDD-E1E7-4E46-9733-48869CF315D3}" vid="{DC9C4CC4-F45B-4CFF-A4F1-CB1694EF0379}"/>
    </a:ext>
  </a:extLst>
</a:theme>
</file>

<file path=ppt/theme/theme6.xml><?xml version="1.0" encoding="utf-8"?>
<a:theme xmlns:a="http://schemas.openxmlformats.org/drawingml/2006/main" name="1_Light mode | content layouts">
  <a:themeElements>
    <a:clrScheme name="NXP Brand Colors 2">
      <a:dk1>
        <a:srgbClr val="000000"/>
      </a:dk1>
      <a:lt1>
        <a:srgbClr val="FFFFFF"/>
      </a:lt1>
      <a:dk2>
        <a:srgbClr val="262626"/>
      </a:dk2>
      <a:lt2>
        <a:srgbClr val="F7F5F1"/>
      </a:lt2>
      <a:accent1>
        <a:srgbClr val="0EAFE0"/>
      </a:accent1>
      <a:accent2>
        <a:srgbClr val="0068DF"/>
      </a:accent2>
      <a:accent3>
        <a:srgbClr val="69CA00"/>
      </a:accent3>
      <a:accent4>
        <a:srgbClr val="F9B500"/>
      </a:accent4>
      <a:accent5>
        <a:srgbClr val="FF7400"/>
      </a:accent5>
      <a:accent6>
        <a:srgbClr val="00A700"/>
      </a:accent6>
      <a:hlink>
        <a:srgbClr val="0EAFE0"/>
      </a:hlink>
      <a:folHlink>
        <a:srgbClr val="0EAFE0"/>
      </a:folHlink>
    </a:clrScheme>
    <a:fontScheme name="NXP 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tIns="64008" bIns="64008" rtlCol="0" anchor="t"/>
      <a:lstStyle>
        <a:defPPr algn="l">
          <a:defRPr dirty="0" smtClean="0">
            <a:latin typeface="Poppins SemiBold" panose="00000700000000000000" pitchFamily="2" charset="0"/>
            <a:cs typeface="Poppins SemiBold" panose="00000700000000000000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01_NXP_Template-Light+Dark_Mode_Public_v2.7" id="{CBB5FFDD-E1E7-4E46-9733-48869CF315D3}" vid="{0C5AF0B6-1CE6-4A69-B8E3-E01D50DBDE1A}"/>
    </a:ext>
  </a:extLst>
</a:theme>
</file>

<file path=ppt/theme/theme7.xml><?xml version="1.0" encoding="utf-8"?>
<a:theme xmlns:a="http://schemas.openxmlformats.org/drawingml/2006/main" name="1_Dark mode | title + logo">
  <a:themeElements>
    <a:clrScheme name="NXP Brand Colors 2">
      <a:dk1>
        <a:srgbClr val="000000"/>
      </a:dk1>
      <a:lt1>
        <a:srgbClr val="FFFFFF"/>
      </a:lt1>
      <a:dk2>
        <a:srgbClr val="262626"/>
      </a:dk2>
      <a:lt2>
        <a:srgbClr val="F7F5F1"/>
      </a:lt2>
      <a:accent1>
        <a:srgbClr val="0EAFE0"/>
      </a:accent1>
      <a:accent2>
        <a:srgbClr val="0068DF"/>
      </a:accent2>
      <a:accent3>
        <a:srgbClr val="69CA00"/>
      </a:accent3>
      <a:accent4>
        <a:srgbClr val="F9B500"/>
      </a:accent4>
      <a:accent5>
        <a:srgbClr val="FF7400"/>
      </a:accent5>
      <a:accent6>
        <a:srgbClr val="00A700"/>
      </a:accent6>
      <a:hlink>
        <a:srgbClr val="0EAFE0"/>
      </a:hlink>
      <a:folHlink>
        <a:srgbClr val="0EAFE0"/>
      </a:folHlink>
    </a:clrScheme>
    <a:fontScheme name="NXP 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tIns="64008" bIns="64008" rtlCol="0" anchor="t"/>
      <a:lstStyle>
        <a:defPPr algn="l">
          <a:defRPr dirty="0">
            <a:latin typeface="Poppins SemiBold" panose="00000700000000000000" pitchFamily="2" charset="0"/>
            <a:cs typeface="Poppins SemiBold" panose="00000700000000000000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01_NXP_Template-Light+Dark_Mode_Public_v2.7" id="{CBB5FFDD-E1E7-4E46-9733-48869CF315D3}" vid="{15B48401-7490-46E9-949F-1581453C644A}"/>
    </a:ext>
  </a:extLst>
</a:theme>
</file>

<file path=ppt/theme/theme8.xml><?xml version="1.0" encoding="utf-8"?>
<a:theme xmlns:a="http://schemas.openxmlformats.org/drawingml/2006/main" name="1_Dark mode | content layouts">
  <a:themeElements>
    <a:clrScheme name="NXP Brand Colors 2">
      <a:dk1>
        <a:srgbClr val="000000"/>
      </a:dk1>
      <a:lt1>
        <a:srgbClr val="FFFFFF"/>
      </a:lt1>
      <a:dk2>
        <a:srgbClr val="262626"/>
      </a:dk2>
      <a:lt2>
        <a:srgbClr val="F7F5F1"/>
      </a:lt2>
      <a:accent1>
        <a:srgbClr val="0EAFE0"/>
      </a:accent1>
      <a:accent2>
        <a:srgbClr val="0068DF"/>
      </a:accent2>
      <a:accent3>
        <a:srgbClr val="69CA00"/>
      </a:accent3>
      <a:accent4>
        <a:srgbClr val="F9B500"/>
      </a:accent4>
      <a:accent5>
        <a:srgbClr val="FF7400"/>
      </a:accent5>
      <a:accent6>
        <a:srgbClr val="00A700"/>
      </a:accent6>
      <a:hlink>
        <a:srgbClr val="0EAFE0"/>
      </a:hlink>
      <a:folHlink>
        <a:srgbClr val="0EAFE0"/>
      </a:folHlink>
    </a:clrScheme>
    <a:fontScheme name="NXP 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tIns="64008" bIns="64008" rtlCol="0" anchor="t"/>
      <a:lstStyle>
        <a:defPPr algn="l">
          <a:defRPr dirty="0">
            <a:latin typeface="Poppins SemiBold" panose="00000700000000000000" pitchFamily="2" charset="0"/>
            <a:cs typeface="Poppins SemiBold" panose="00000700000000000000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01_NXP_Template-Light+Dark_Mode_Public_v2.7" id="{CBB5FFDD-E1E7-4E46-9733-48869CF315D3}" vid="{5C1615BC-88A7-418E-88A7-B8C75D0A1B50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A2076B7E1BB418911832475EBFB88" ma:contentTypeVersion="22" ma:contentTypeDescription="Create a new document." ma:contentTypeScope="" ma:versionID="63c217ddeb5768c1dfd63fbca55b2e0a">
  <xsd:schema xmlns:xsd="http://www.w3.org/2001/XMLSchema" xmlns:xs="http://www.w3.org/2001/XMLSchema" xmlns:p="http://schemas.microsoft.com/office/2006/metadata/properties" xmlns:ns2="fca4c2f6-5502-4107-8d3a-5d11d16203d4" xmlns:ns3="21232145-3658-4671-939f-df6028ca34fc" xmlns:ns4="c4672b8b-43e2-4139-8cd1-27ad03f081e7" targetNamespace="http://schemas.microsoft.com/office/2006/metadata/properties" ma:root="true" ma:fieldsID="7e6ca0ab8a1ccbad57588ce424be7b05" ns2:_="" ns3:_="" ns4:_="">
    <xsd:import namespace="fca4c2f6-5502-4107-8d3a-5d11d16203d4"/>
    <xsd:import namespace="21232145-3658-4671-939f-df6028ca34fc"/>
    <xsd:import namespace="c4672b8b-43e2-4139-8cd1-27ad03f081e7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4:TaxCatchAll" minOccurs="0"/>
                <xsd:element ref="ns3:lcf76f155ced4ddcb4097134ff3c332f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a4c2f6-5502-4107-8d3a-5d11d16203d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1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232145-3658-4671-939f-df6028ca34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5" nillable="true" ma:displayName="MediaServiceAutoTags" ma:internalName="MediaServiceAutoTags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7ae9cabe-f4d8-44ae-a6f0-8d11cb15c1a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672b8b-43e2-4139-8cd1-27ad03f081e7" elementFormDefault="qualified">
    <xsd:import namespace="http://schemas.microsoft.com/office/2006/documentManagement/types"/>
    <xsd:import namespace="http://schemas.microsoft.com/office/infopath/2007/PartnerControls"/>
    <xsd:element name="TaxCatchAll" ma:index="24" nillable="true" ma:displayName="Taxonomy Catch All Column" ma:hidden="true" ma:list="{79b879d5-7417-4e96-9368-7192cf75416a}" ma:internalName="TaxCatchAll" ma:showField="CatchAllData" ma:web="fca4c2f6-5502-4107-8d3a-5d11d16203d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1232145-3658-4671-939f-df6028ca34fc">
      <Terms xmlns="http://schemas.microsoft.com/office/infopath/2007/PartnerControls"/>
    </lcf76f155ced4ddcb4097134ff3c332f>
    <TaxCatchAll xmlns="c4672b8b-43e2-4139-8cd1-27ad03f081e7" xsi:nil="true"/>
    <_dlc_DocId xmlns="fca4c2f6-5502-4107-8d3a-5d11d16203d4">VTNKCQE6A2DN-1572135230-45260</_dlc_DocId>
    <_dlc_DocIdUrl xmlns="fca4c2f6-5502-4107-8d3a-5d11d16203d4">
      <Url>https://nxp1.sharepoint.com/teams/23_49/_layouts/15/DocIdRedir.aspx?ID=VTNKCQE6A2DN-1572135230-45260</Url>
      <Description>VTNKCQE6A2DN-1572135230-45260</Description>
    </_dlc_DocIdUrl>
  </documentManagement>
</p:properties>
</file>

<file path=customXml/itemProps1.xml><?xml version="1.0" encoding="utf-8"?>
<ds:datastoreItem xmlns:ds="http://schemas.openxmlformats.org/officeDocument/2006/customXml" ds:itemID="{B20D91FE-6F65-41EA-A311-0ED86F7A13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a4c2f6-5502-4107-8d3a-5d11d16203d4"/>
    <ds:schemaRef ds:uri="21232145-3658-4671-939f-df6028ca34fc"/>
    <ds:schemaRef ds:uri="c4672b8b-43e2-4139-8cd1-27ad03f081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733E258-FBBC-4346-ADB6-CB3305224C97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9AE748D1-B9FE-4BA7-A46C-64DACAC2EEB9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83A62BE5-8892-4B50-83EA-829CB60B1252}">
  <ds:schemaRefs>
    <ds:schemaRef ds:uri="http://schemas.microsoft.com/office/2006/metadata/properties"/>
    <ds:schemaRef ds:uri="http://schemas.microsoft.com/office/infopath/2007/PartnerControls"/>
    <ds:schemaRef ds:uri="21232145-3658-4671-939f-df6028ca34fc"/>
    <ds:schemaRef ds:uri="c4672b8b-43e2-4139-8cd1-27ad03f081e7"/>
    <ds:schemaRef ds:uri="fca4c2f6-5502-4107-8d3a-5d11d16203d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NXP-Template-Light-Dark-Mode-Internal</Template>
  <TotalTime>1813</TotalTime>
  <Words>397</Words>
  <Application>Microsoft Office PowerPoint</Application>
  <PresentationFormat>宽屏</PresentationFormat>
  <Paragraphs>50</Paragraphs>
  <Slides>4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8</vt:i4>
      </vt:variant>
      <vt:variant>
        <vt:lpstr>幻灯片标题</vt:lpstr>
      </vt:variant>
      <vt:variant>
        <vt:i4>4</vt:i4>
      </vt:variant>
    </vt:vector>
  </HeadingPairs>
  <TitlesOfParts>
    <vt:vector size="16" baseType="lpstr">
      <vt:lpstr>Aptos</vt:lpstr>
      <vt:lpstr>Arial</vt:lpstr>
      <vt:lpstr>Poppins</vt:lpstr>
      <vt:lpstr>Poppins SemiBold</vt:lpstr>
      <vt:lpstr>Light mode | title + logo</vt:lpstr>
      <vt:lpstr>Light mode | content layouts</vt:lpstr>
      <vt:lpstr>Dark mode | title + logo</vt:lpstr>
      <vt:lpstr>Dark mode | content layouts</vt:lpstr>
      <vt:lpstr>1_Light mode | title + logo</vt:lpstr>
      <vt:lpstr>1_Light mode | content layouts</vt:lpstr>
      <vt:lpstr>1_Dark mode | title + logo</vt:lpstr>
      <vt:lpstr>1_Dark mode | content layouts</vt:lpstr>
      <vt:lpstr>MCX A34X Inductive Encoder</vt:lpstr>
      <vt:lpstr>MCXA34x-based Inductive Encoder 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Magicoe Niu</dc:creator>
  <cp:lastModifiedBy>XI YANG</cp:lastModifiedBy>
  <cp:revision>763</cp:revision>
  <dcterms:created xsi:type="dcterms:W3CDTF">2025-04-10T04:27:57Z</dcterms:created>
  <dcterms:modified xsi:type="dcterms:W3CDTF">2026-01-15T07:59:27Z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0x010100077A2076B7E1BB418911832475EBFB88</vt:lpwstr>
  </property>
  <property fmtid="{D5CDD505-2E9C-101B-9397-08002B2CF9AE}" pid="3" name="_dlc_DocIdItemGuid">
    <vt:lpwstr>2d1e1ddd-fa66-4231-be6f-40b2be6249a1</vt:lpwstr>
  </property>
  <property fmtid="{D5CDD505-2E9C-101B-9397-08002B2CF9AE}" pid="4" name="MediaServiceImageTags">
    <vt:lpwstr/>
  </property>
</Properties>
</file>